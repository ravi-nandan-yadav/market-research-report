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88" r:id="rId3"/>
    <p:sldId id="289" r:id="rId4"/>
    <p:sldId id="263" r:id="rId5"/>
    <p:sldId id="267" r:id="rId6"/>
    <p:sldId id="266" r:id="rId7"/>
    <p:sldId id="268" r:id="rId8"/>
    <p:sldId id="270" r:id="rId9"/>
    <p:sldId id="269" r:id="rId10"/>
    <p:sldId id="271" r:id="rId11"/>
    <p:sldId id="273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77" autoAdjust="0"/>
    <p:restoredTop sz="94654"/>
  </p:normalViewPr>
  <p:slideViewPr>
    <p:cSldViewPr snapToGrid="0">
      <p:cViewPr varScale="1">
        <p:scale>
          <a:sx n="90" d="100"/>
          <a:sy n="90" d="100"/>
        </p:scale>
        <p:origin x="126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FB3DB-2CBC-4B7C-B36C-78F168F7A6CD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413DB-4511-4711-8927-FA27EE2F0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88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413DB-4511-4711-8927-FA27EE2F03F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841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413DB-4511-4711-8927-FA27EE2F03F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404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6043-3DAF-ECAD-63FD-B554D384C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D90D4-3C34-9341-31A3-9EC388999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25C51-825A-25FB-A689-5F48178E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B04E7-76E4-9412-D3E9-E4735C80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1D40-E4B2-54D2-F060-4638CD52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83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5273-2222-E278-5EFC-69644D897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85EDD-77F6-E9B8-A197-4CA1B9056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65B95-40DA-A800-0509-BAD7F8CF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602CF-EFDD-C39B-1928-A763B9B5C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A1884-050B-9259-3460-95458FD2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42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1804-1679-B60D-64B0-7718387A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9D024-D9F6-4A1A-6A24-C34557B18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917D2-8E85-3D52-0250-3E44DA41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9831C-B868-1EF6-268C-D0AF9E81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8E3BF-E870-FCAF-C40A-E2E1302A3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120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DC14B-F811-DF2C-A017-EDCB10B20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D80F9-36E0-7371-1EFA-29E803EDF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5DA19-CE7C-5D76-F667-62F8B857E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8BC91-0F00-0761-34D7-D652F229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25F59-AF96-0A84-9769-855A5AB8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A2DAC-CAC0-F538-24F9-BEB51A49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393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2DF2-0404-6FCE-F6E6-59A164CCA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A67B5-32D3-0E53-230B-2B8D1C023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2FA15-4573-5C43-4F53-091B49A25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C369AD-9162-A304-DAE8-E1714D80C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78473-4B20-A9B8-ED71-3F72B564F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A25974-CDCD-69D2-5C79-65EF7CE7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E0733-6F87-AC6A-AC78-5F685899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3B478-91CD-3AA3-CC82-496EBC68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1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37C18-C591-1B69-1A77-76638349D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E3E15-AEEB-F4BB-72E9-FF829A9C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861EF-775F-30B9-8756-DDCD8783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6A05F-C058-82EB-BB85-075905AE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14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BDC91-D5FE-CA81-2594-B1555AA0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08EBF-6A24-EC0D-D43D-970947B2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A182F-648D-2E51-953B-350AE49C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27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822D-6BBD-3F47-239B-3B7579C3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6D408-098C-19C1-A070-0558932D9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5016C-DA91-DCB3-A5C9-D699D9170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2B8E7-F324-24B9-8C2C-3AFBF155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67D1F-6BA5-B61F-6F7F-7EB38B2E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2D06C-05B5-038D-3201-356FC9C4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98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27A8-BE2D-E7BB-05FB-0EEB91D94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884EE9-F261-F995-D53D-D43B78BF3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DA564-E199-15B5-7ABC-FB6233778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FC408-2D5B-2A09-8310-1D8EF35D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72021-6DAC-A198-E910-16D3082A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4223F-B619-B47A-BD14-9A84E84E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619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90BA-4BAD-1CB3-34FE-3B602FD3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0F103-CDF4-6703-34F7-3865B3A07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D9C44-4CCB-6DAC-ADC3-5A5B0FC28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9808E-AEF5-D0A1-ABA4-293CC4A3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11DEA-4EB6-67D3-7FE9-BEFEC624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015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FC760E-5261-C029-3018-CAB919931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6617B-C882-4742-B6AB-50FEB2BDE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00EE0-4358-3467-00C1-716ADDE97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817A0-2A50-D624-FE77-42C06826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21A4D-68FE-7A1E-A6A1-55A17DE4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63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5C031A-F609-F4FA-EF08-C36F65A8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562F1-3678-5DCE-DC1B-46FCD9A8F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5E420-71DA-9FDD-DFB8-277611DD8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D46A8-6E42-4F40-9ECA-762504423AC4}" type="datetimeFigureOut">
              <a:rPr lang="en-IN" smtClean="0"/>
              <a:t>14/11/25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B0412-BB4B-9E46-91CD-FE1A5A13E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E677A-A1BB-96FB-CAAD-9FD8B49A7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8DA0F-0978-47A7-83A7-E014D914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38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AEA0576-B2DD-8E4E-720C-A81D38067AD8}"/>
              </a:ext>
            </a:extLst>
          </p:cNvPr>
          <p:cNvGrpSpPr/>
          <p:nvPr/>
        </p:nvGrpSpPr>
        <p:grpSpPr>
          <a:xfrm>
            <a:off x="2476182" y="463868"/>
            <a:ext cx="7239636" cy="6176963"/>
            <a:chOff x="0" y="0"/>
            <a:chExt cx="7239938" cy="6177019"/>
          </a:xfrm>
        </p:grpSpPr>
        <p:sp>
          <p:nvSpPr>
            <p:cNvPr id="22" name="Text Box 2">
              <a:extLst>
                <a:ext uri="{FF2B5EF4-FFF2-40B4-BE49-F238E27FC236}">
                  <a16:creationId xmlns:a16="http://schemas.microsoft.com/office/drawing/2014/main" id="{F88F4AB0-9616-920A-51B2-5865B2022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5182" y="0"/>
              <a:ext cx="1802765" cy="553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indent="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800" b="1" kern="100" dirty="0">
                  <a:solidFill>
                    <a:srgbClr val="F7C127"/>
                  </a:solidFill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MARKET SIZE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marL="457200" indent="-228600">
                <a:lnSpc>
                  <a:spcPct val="107000"/>
                </a:lnSpc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2024 USD   787.74  Million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marL="457200" indent="-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2030: USD   1,235.70   Million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23" name="Text Box 2">
              <a:extLst>
                <a:ext uri="{FF2B5EF4-FFF2-40B4-BE49-F238E27FC236}">
                  <a16:creationId xmlns:a16="http://schemas.microsoft.com/office/drawing/2014/main" id="{A2BDBEAF-CC08-A627-DDD2-B0FA47143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68" y="1494430"/>
              <a:ext cx="1480820" cy="434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indent="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800" b="1" kern="100" dirty="0">
                  <a:solidFill>
                    <a:srgbClr val="B9C63F"/>
                  </a:solidFill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CAGR (2024-2030)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marL="342900" lvl="0" indent="-342900">
                <a:buFont typeface="Symbol" panose="05050102010706020507" pitchFamily="18" charset="2"/>
                <a:buChar char=""/>
                <a:tabLst>
                  <a:tab pos="2865755" algn="ctr"/>
                  <a:tab pos="5731510" algn="r"/>
                </a:tabLst>
              </a:pPr>
              <a:r>
                <a:rPr lang="en-IN" sz="700" kern="100" dirty="0"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6.64</a:t>
              </a: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%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24" name="Text Box 2">
              <a:extLst>
                <a:ext uri="{FF2B5EF4-FFF2-40B4-BE49-F238E27FC236}">
                  <a16:creationId xmlns:a16="http://schemas.microsoft.com/office/drawing/2014/main" id="{B10F843E-D815-D9FE-D908-2EBDA190D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688609"/>
              <a:ext cx="1477645" cy="6497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indent="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800" b="1" kern="100" dirty="0">
                  <a:solidFill>
                    <a:srgbClr val="AA285A"/>
                  </a:solidFill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KEY GEOGRAPHIES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marL="342900" lvl="0" indent="-342900">
                <a:buFont typeface="Symbol" panose="05050102010706020507" pitchFamily="18" charset="2"/>
                <a:buChar char=""/>
                <a:tabLst>
                  <a:tab pos="2865755" algn="ctr"/>
                  <a:tab pos="5731510" algn="r"/>
                </a:tabLs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New South Wales: 38.29%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marL="342900" lvl="0" indent="-342900">
                <a:buFont typeface="Symbol" panose="05050102010706020507" pitchFamily="18" charset="2"/>
                <a:buChar char=""/>
                <a:tabLst>
                  <a:tab pos="2865755" algn="ctr"/>
                  <a:tab pos="5731510" algn="r"/>
                </a:tabLs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Victoria: 22.83%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sp>
          <p:nvSpPr>
            <p:cNvPr id="25" name="Text Box 2">
              <a:extLst>
                <a:ext uri="{FF2B5EF4-FFF2-40B4-BE49-F238E27FC236}">
                  <a16:creationId xmlns:a16="http://schemas.microsoft.com/office/drawing/2014/main" id="{267658CC-97F0-1EFF-D02F-87A1E7C6F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4543" y="2777319"/>
              <a:ext cx="1255395" cy="10806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indent="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800" b="1" kern="100" dirty="0">
                  <a:solidFill>
                    <a:srgbClr val="2E74B5"/>
                  </a:solidFill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KEY CITIES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marL="342900" lvl="0" indent="-342900">
                <a:buFont typeface="Symbol" panose="05050102010706020507" pitchFamily="18" charset="2"/>
                <a:buChar char=""/>
                <a:tabLst>
                  <a:tab pos="2865755" algn="ctr"/>
                  <a:tab pos="5731510" algn="r"/>
                </a:tabLs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New South Wales</a:t>
              </a:r>
            </a:p>
            <a:p>
              <a:pPr marL="342900" lvl="0" indent="-342900">
                <a:buFont typeface="Symbol" panose="05050102010706020507" pitchFamily="18" charset="2"/>
                <a:buChar char=""/>
                <a:tabLst>
                  <a:tab pos="2865755" algn="ctr"/>
                  <a:tab pos="5731510" algn="r"/>
                </a:tabLs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Victoria</a:t>
              </a:r>
            </a:p>
            <a:p>
              <a:pPr marL="342900" lvl="0" indent="-342900">
                <a:buFont typeface="Symbol" panose="05050102010706020507" pitchFamily="18" charset="2"/>
                <a:buChar char=""/>
                <a:tabLst>
                  <a:tab pos="2865755" algn="ctr"/>
                  <a:tab pos="5731510" algn="r"/>
                </a:tabLs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Queensland</a:t>
              </a:r>
            </a:p>
            <a:p>
              <a:pPr marL="342900" lvl="0" indent="-342900">
                <a:buFont typeface="Symbol" panose="05050102010706020507" pitchFamily="18" charset="2"/>
                <a:buChar char=""/>
                <a:tabLst>
                  <a:tab pos="2865755" algn="ctr"/>
                  <a:tab pos="5731510" algn="r"/>
                </a:tabLs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Western Australia</a:t>
              </a:r>
            </a:p>
            <a:p>
              <a:pPr marL="342900" lvl="0" indent="-342900">
                <a:buFont typeface="Symbol" panose="05050102010706020507" pitchFamily="18" charset="2"/>
                <a:buChar char=""/>
                <a:tabLst>
                  <a:tab pos="2865755" algn="ctr"/>
                  <a:tab pos="5731510" algn="r"/>
                </a:tabLs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South Australia</a:t>
              </a:r>
              <a:endPara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961851E-00B2-46E3-AF44-CAE0C7010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7056" y="487305"/>
              <a:ext cx="4951730" cy="5280660"/>
            </a:xfrm>
            <a:prstGeom prst="rect">
              <a:avLst/>
            </a:prstGeom>
          </p:spPr>
        </p:pic>
        <p:sp>
          <p:nvSpPr>
            <p:cNvPr id="29" name="Text Box 2">
              <a:extLst>
                <a:ext uri="{FF2B5EF4-FFF2-40B4-BE49-F238E27FC236}">
                  <a16:creationId xmlns:a16="http://schemas.microsoft.com/office/drawing/2014/main" id="{BF724D2A-783C-943C-745B-46AB2272E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7313" y="4865429"/>
              <a:ext cx="2269945" cy="1311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indent="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800" b="1" kern="100" dirty="0">
                  <a:solidFill>
                    <a:srgbClr val="0E9E86"/>
                  </a:solidFill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KEY PLAYERS</a:t>
              </a:r>
              <a:endParaRPr lang="en-IN" sz="1100" b="1" kern="100" dirty="0">
                <a:solidFill>
                  <a:srgbClr val="0E9E86"/>
                </a:solidFill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endParaRPr>
            </a:p>
            <a:p>
              <a:pPr indent="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JLG Industries</a:t>
              </a:r>
            </a:p>
            <a:p>
              <a:pPr indent="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Monitor Lifts Pty Ltd</a:t>
              </a:r>
            </a:p>
            <a:p>
              <a:pPr indent="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Genie (Terex AWP)</a:t>
              </a:r>
            </a:p>
            <a:p>
              <a:pPr indent="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Haulotte Group</a:t>
              </a:r>
            </a:p>
            <a:p>
              <a:pPr indent="228600">
                <a:lnSpc>
                  <a:spcPct val="107000"/>
                </a:lnSpc>
                <a:spcAft>
                  <a:spcPts val="800"/>
                </a:spcAft>
              </a:pPr>
              <a:r>
                <a:rPr lang="en-IN" sz="700" kern="100" dirty="0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CTE </a:t>
              </a:r>
              <a:r>
                <a:rPr lang="en-IN" sz="700" kern="100" dirty="0" err="1">
                  <a:effectLst/>
                  <a:latin typeface="Poppins" panose="00000500000000000000" pitchFamily="2" charset="0"/>
                  <a:ea typeface="Calibri" panose="020F0502020204030204" pitchFamily="34" charset="0"/>
                  <a:cs typeface="Mangal" panose="02040503050203030202" pitchFamily="18" charset="0"/>
                </a:rPr>
                <a:t>SpA</a:t>
              </a:r>
              <a:endParaRPr lang="en-IN" sz="7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Mangal" panose="02040503050203030202" pitchFamily="18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7B1FC22-9971-3963-B564-79600462E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531" y="859809"/>
              <a:ext cx="482600" cy="3683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1EA3C95-EFA9-BDDE-830E-8C6173D9B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2322" y="1624084"/>
              <a:ext cx="453390" cy="48958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D6BC19D-6A54-B434-D7F3-607E6B08A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0436" y="2906973"/>
              <a:ext cx="441325" cy="441325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91A23BF-3199-736E-90D9-9D286A4F2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2752" y="2906973"/>
              <a:ext cx="327025" cy="47371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0BFAC65-C9A1-3937-5289-222F3FCD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5331" y="1637731"/>
              <a:ext cx="483235" cy="48323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1231E0A-DF88-8A11-2D8F-8687A545E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8453" y="4148919"/>
              <a:ext cx="368300" cy="45212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C3C2D80-3FA8-9A73-414A-37955D3E0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8382" y="4128448"/>
              <a:ext cx="367665" cy="47053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8141E7C-3E12-5EC2-D233-9C8CB0365462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433" y="2878959"/>
            <a:ext cx="955373" cy="827971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24EEBEED-CAC9-F525-1F04-24218A74C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347" y="5282325"/>
            <a:ext cx="1983022" cy="649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indent="228600">
              <a:lnSpc>
                <a:spcPct val="107000"/>
              </a:lnSpc>
              <a:spcAft>
                <a:spcPts val="800"/>
              </a:spcAft>
            </a:pPr>
            <a:r>
              <a:rPr lang="en-IN" sz="800" b="1" kern="100" dirty="0">
                <a:solidFill>
                  <a:srgbClr val="9063CD"/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Mangal" panose="02040503050203030202" pitchFamily="18" charset="0"/>
              </a:rPr>
              <a:t>KEY MARKET OPPORTUNITIES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lvl="0">
              <a:tabLst>
                <a:tab pos="2865755" algn="ctr"/>
                <a:tab pos="5731510" algn="r"/>
              </a:tabLst>
            </a:pPr>
            <a:r>
              <a:rPr lang="en-US" sz="7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Mangal" panose="02040503050203030202" pitchFamily="18" charset="0"/>
              </a:rPr>
              <a:t> Growing demand for eco-efficient electric platforms opening wide market expansion potential.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F137A9A1-2D28-8584-C00F-211989562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6859" y="468071"/>
            <a:ext cx="1848624" cy="1349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indent="228600">
              <a:lnSpc>
                <a:spcPct val="107000"/>
              </a:lnSpc>
              <a:spcAft>
                <a:spcPts val="800"/>
              </a:spcAft>
            </a:pPr>
            <a:r>
              <a:rPr lang="en-IN" sz="800" b="1" kern="100" dirty="0">
                <a:solidFill>
                  <a:srgbClr val="E16927"/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Mangal" panose="02040503050203030202" pitchFamily="18" charset="0"/>
              </a:rPr>
              <a:t>KEY MARKET DRIVERS</a:t>
            </a:r>
            <a:endParaRPr lang="en-IN" sz="800" b="1" kern="100" dirty="0">
              <a:solidFill>
                <a:srgbClr val="E16927"/>
              </a:solidFill>
              <a:latin typeface="Poppins" panose="00000500000000000000" pitchFamily="2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7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Rising construction activities increasing nationwide demand for advanced elevated access equipment.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700" kern="100" dirty="0"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Strict safety regulations accelerating adoption of modern, compliant aerial work platforms.</a:t>
            </a:r>
          </a:p>
        </p:txBody>
      </p:sp>
    </p:spTree>
    <p:extLst>
      <p:ext uri="{BB962C8B-B14F-4D97-AF65-F5344CB8AC3E}">
        <p14:creationId xmlns:p14="http://schemas.microsoft.com/office/powerpoint/2010/main" val="17065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3FEB-C2E9-C7A4-70F6-341996E2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F16D2A1-AF77-6F9D-E403-6B3F12573DD4}"/>
              </a:ext>
            </a:extLst>
          </p:cNvPr>
          <p:cNvGrpSpPr/>
          <p:nvPr/>
        </p:nvGrpSpPr>
        <p:grpSpPr>
          <a:xfrm>
            <a:off x="787079" y="1909125"/>
            <a:ext cx="7998106" cy="2582547"/>
            <a:chOff x="0" y="-2"/>
            <a:chExt cx="11256272" cy="44390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BB88CA-7823-0BC0-68C6-493550779F99}"/>
                </a:ext>
              </a:extLst>
            </p:cNvPr>
            <p:cNvSpPr/>
            <p:nvPr/>
          </p:nvSpPr>
          <p:spPr>
            <a:xfrm>
              <a:off x="99239" y="2"/>
              <a:ext cx="2423808" cy="44390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31393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Speech Bubble: Rectangle 2">
              <a:extLst>
                <a:ext uri="{FF2B5EF4-FFF2-40B4-BE49-F238E27FC236}">
                  <a16:creationId xmlns:a16="http://schemas.microsoft.com/office/drawing/2014/main" id="{079ACAC5-2F21-38A6-30AF-DEF01725DA98}"/>
                </a:ext>
              </a:extLst>
            </p:cNvPr>
            <p:cNvSpPr/>
            <p:nvPr/>
          </p:nvSpPr>
          <p:spPr>
            <a:xfrm>
              <a:off x="99239" y="3"/>
              <a:ext cx="2434890" cy="960415"/>
            </a:xfrm>
            <a:custGeom>
              <a:avLst/>
              <a:gdLst>
                <a:gd name="connsiteX0" fmla="*/ 0 w 1989456"/>
                <a:gd name="connsiteY0" fmla="*/ 0 h 781686"/>
                <a:gd name="connsiteX1" fmla="*/ 331576 w 1989456"/>
                <a:gd name="connsiteY1" fmla="*/ 0 h 781686"/>
                <a:gd name="connsiteX2" fmla="*/ 331576 w 1989456"/>
                <a:gd name="connsiteY2" fmla="*/ 0 h 781686"/>
                <a:gd name="connsiteX3" fmla="*/ 828940 w 1989456"/>
                <a:gd name="connsiteY3" fmla="*/ 0 h 781686"/>
                <a:gd name="connsiteX4" fmla="*/ 1989456 w 1989456"/>
                <a:gd name="connsiteY4" fmla="*/ 0 h 781686"/>
                <a:gd name="connsiteX5" fmla="*/ 1989456 w 1989456"/>
                <a:gd name="connsiteY5" fmla="*/ 455984 h 781686"/>
                <a:gd name="connsiteX6" fmla="*/ 1989456 w 1989456"/>
                <a:gd name="connsiteY6" fmla="*/ 455984 h 781686"/>
                <a:gd name="connsiteX7" fmla="*/ 1989456 w 1989456"/>
                <a:gd name="connsiteY7" fmla="*/ 651405 h 781686"/>
                <a:gd name="connsiteX8" fmla="*/ 1989456 w 1989456"/>
                <a:gd name="connsiteY8" fmla="*/ 781686 h 781686"/>
                <a:gd name="connsiteX9" fmla="*/ 828940 w 1989456"/>
                <a:gd name="connsiteY9" fmla="*/ 781686 h 781686"/>
                <a:gd name="connsiteX10" fmla="*/ 580265 w 1989456"/>
                <a:gd name="connsiteY10" fmla="*/ 1031794 h 781686"/>
                <a:gd name="connsiteX11" fmla="*/ 331576 w 1989456"/>
                <a:gd name="connsiteY11" fmla="*/ 781686 h 781686"/>
                <a:gd name="connsiteX12" fmla="*/ 0 w 1989456"/>
                <a:gd name="connsiteY12" fmla="*/ 781686 h 781686"/>
                <a:gd name="connsiteX13" fmla="*/ 0 w 1989456"/>
                <a:gd name="connsiteY13" fmla="*/ 651405 h 781686"/>
                <a:gd name="connsiteX14" fmla="*/ 0 w 1989456"/>
                <a:gd name="connsiteY14" fmla="*/ 455984 h 781686"/>
                <a:gd name="connsiteX15" fmla="*/ 0 w 1989456"/>
                <a:gd name="connsiteY15" fmla="*/ 455984 h 781686"/>
                <a:gd name="connsiteX16" fmla="*/ 0 w 1989456"/>
                <a:gd name="connsiteY16" fmla="*/ 0 h 781686"/>
                <a:gd name="connsiteX0" fmla="*/ 0 w 1989456"/>
                <a:gd name="connsiteY0" fmla="*/ 0 h 1031794"/>
                <a:gd name="connsiteX1" fmla="*/ 331576 w 1989456"/>
                <a:gd name="connsiteY1" fmla="*/ 0 h 1031794"/>
                <a:gd name="connsiteX2" fmla="*/ 331576 w 1989456"/>
                <a:gd name="connsiteY2" fmla="*/ 0 h 1031794"/>
                <a:gd name="connsiteX3" fmla="*/ 828940 w 1989456"/>
                <a:gd name="connsiteY3" fmla="*/ 0 h 1031794"/>
                <a:gd name="connsiteX4" fmla="*/ 1989456 w 1989456"/>
                <a:gd name="connsiteY4" fmla="*/ 0 h 1031794"/>
                <a:gd name="connsiteX5" fmla="*/ 1989456 w 1989456"/>
                <a:gd name="connsiteY5" fmla="*/ 455984 h 1031794"/>
                <a:gd name="connsiteX6" fmla="*/ 1989456 w 1989456"/>
                <a:gd name="connsiteY6" fmla="*/ 455984 h 1031794"/>
                <a:gd name="connsiteX7" fmla="*/ 1989456 w 1989456"/>
                <a:gd name="connsiteY7" fmla="*/ 651405 h 1031794"/>
                <a:gd name="connsiteX8" fmla="*/ 1989456 w 1989456"/>
                <a:gd name="connsiteY8" fmla="*/ 781686 h 1031794"/>
                <a:gd name="connsiteX9" fmla="*/ 1248040 w 1989456"/>
                <a:gd name="connsiteY9" fmla="*/ 781686 h 1031794"/>
                <a:gd name="connsiteX10" fmla="*/ 580265 w 1989456"/>
                <a:gd name="connsiteY10" fmla="*/ 1031794 h 1031794"/>
                <a:gd name="connsiteX11" fmla="*/ 331576 w 1989456"/>
                <a:gd name="connsiteY11" fmla="*/ 781686 h 1031794"/>
                <a:gd name="connsiteX12" fmla="*/ 0 w 1989456"/>
                <a:gd name="connsiteY12" fmla="*/ 781686 h 1031794"/>
                <a:gd name="connsiteX13" fmla="*/ 0 w 1989456"/>
                <a:gd name="connsiteY13" fmla="*/ 651405 h 1031794"/>
                <a:gd name="connsiteX14" fmla="*/ 0 w 1989456"/>
                <a:gd name="connsiteY14" fmla="*/ 455984 h 1031794"/>
                <a:gd name="connsiteX15" fmla="*/ 0 w 1989456"/>
                <a:gd name="connsiteY15" fmla="*/ 455984 h 1031794"/>
                <a:gd name="connsiteX16" fmla="*/ 0 w 1989456"/>
                <a:gd name="connsiteY16" fmla="*/ 0 h 1031794"/>
                <a:gd name="connsiteX0" fmla="*/ 0 w 1989456"/>
                <a:gd name="connsiteY0" fmla="*/ 0 h 1031794"/>
                <a:gd name="connsiteX1" fmla="*/ 331576 w 1989456"/>
                <a:gd name="connsiteY1" fmla="*/ 0 h 1031794"/>
                <a:gd name="connsiteX2" fmla="*/ 331576 w 1989456"/>
                <a:gd name="connsiteY2" fmla="*/ 0 h 1031794"/>
                <a:gd name="connsiteX3" fmla="*/ 828940 w 1989456"/>
                <a:gd name="connsiteY3" fmla="*/ 0 h 1031794"/>
                <a:gd name="connsiteX4" fmla="*/ 1989456 w 1989456"/>
                <a:gd name="connsiteY4" fmla="*/ 0 h 1031794"/>
                <a:gd name="connsiteX5" fmla="*/ 1989456 w 1989456"/>
                <a:gd name="connsiteY5" fmla="*/ 455984 h 1031794"/>
                <a:gd name="connsiteX6" fmla="*/ 1989456 w 1989456"/>
                <a:gd name="connsiteY6" fmla="*/ 455984 h 1031794"/>
                <a:gd name="connsiteX7" fmla="*/ 1989456 w 1989456"/>
                <a:gd name="connsiteY7" fmla="*/ 651405 h 1031794"/>
                <a:gd name="connsiteX8" fmla="*/ 1989456 w 1989456"/>
                <a:gd name="connsiteY8" fmla="*/ 781686 h 1031794"/>
                <a:gd name="connsiteX9" fmla="*/ 1248040 w 1989456"/>
                <a:gd name="connsiteY9" fmla="*/ 781686 h 1031794"/>
                <a:gd name="connsiteX10" fmla="*/ 580265 w 1989456"/>
                <a:gd name="connsiteY10" fmla="*/ 1031794 h 1031794"/>
                <a:gd name="connsiteX11" fmla="*/ 769726 w 1989456"/>
                <a:gd name="connsiteY11" fmla="*/ 781686 h 1031794"/>
                <a:gd name="connsiteX12" fmla="*/ 0 w 1989456"/>
                <a:gd name="connsiteY12" fmla="*/ 781686 h 1031794"/>
                <a:gd name="connsiteX13" fmla="*/ 0 w 1989456"/>
                <a:gd name="connsiteY13" fmla="*/ 651405 h 1031794"/>
                <a:gd name="connsiteX14" fmla="*/ 0 w 1989456"/>
                <a:gd name="connsiteY14" fmla="*/ 455984 h 1031794"/>
                <a:gd name="connsiteX15" fmla="*/ 0 w 1989456"/>
                <a:gd name="connsiteY15" fmla="*/ 455984 h 1031794"/>
                <a:gd name="connsiteX16" fmla="*/ 0 w 1989456"/>
                <a:gd name="connsiteY16" fmla="*/ 0 h 1031794"/>
                <a:gd name="connsiteX0" fmla="*/ 0 w 1989456"/>
                <a:gd name="connsiteY0" fmla="*/ 0 h 1050844"/>
                <a:gd name="connsiteX1" fmla="*/ 331576 w 1989456"/>
                <a:gd name="connsiteY1" fmla="*/ 0 h 1050844"/>
                <a:gd name="connsiteX2" fmla="*/ 331576 w 1989456"/>
                <a:gd name="connsiteY2" fmla="*/ 0 h 1050844"/>
                <a:gd name="connsiteX3" fmla="*/ 828940 w 1989456"/>
                <a:gd name="connsiteY3" fmla="*/ 0 h 1050844"/>
                <a:gd name="connsiteX4" fmla="*/ 1989456 w 1989456"/>
                <a:gd name="connsiteY4" fmla="*/ 0 h 1050844"/>
                <a:gd name="connsiteX5" fmla="*/ 1989456 w 1989456"/>
                <a:gd name="connsiteY5" fmla="*/ 455984 h 1050844"/>
                <a:gd name="connsiteX6" fmla="*/ 1989456 w 1989456"/>
                <a:gd name="connsiteY6" fmla="*/ 455984 h 1050844"/>
                <a:gd name="connsiteX7" fmla="*/ 1989456 w 1989456"/>
                <a:gd name="connsiteY7" fmla="*/ 651405 h 1050844"/>
                <a:gd name="connsiteX8" fmla="*/ 1989456 w 1989456"/>
                <a:gd name="connsiteY8" fmla="*/ 781686 h 1050844"/>
                <a:gd name="connsiteX9" fmla="*/ 1248040 w 1989456"/>
                <a:gd name="connsiteY9" fmla="*/ 781686 h 1050844"/>
                <a:gd name="connsiteX10" fmla="*/ 961265 w 1989456"/>
                <a:gd name="connsiteY10" fmla="*/ 1050844 h 1050844"/>
                <a:gd name="connsiteX11" fmla="*/ 769726 w 1989456"/>
                <a:gd name="connsiteY11" fmla="*/ 781686 h 1050844"/>
                <a:gd name="connsiteX12" fmla="*/ 0 w 1989456"/>
                <a:gd name="connsiteY12" fmla="*/ 781686 h 1050844"/>
                <a:gd name="connsiteX13" fmla="*/ 0 w 1989456"/>
                <a:gd name="connsiteY13" fmla="*/ 651405 h 1050844"/>
                <a:gd name="connsiteX14" fmla="*/ 0 w 1989456"/>
                <a:gd name="connsiteY14" fmla="*/ 455984 h 1050844"/>
                <a:gd name="connsiteX15" fmla="*/ 0 w 1989456"/>
                <a:gd name="connsiteY15" fmla="*/ 455984 h 1050844"/>
                <a:gd name="connsiteX16" fmla="*/ 0 w 1989456"/>
                <a:gd name="connsiteY16" fmla="*/ 0 h 1050844"/>
                <a:gd name="connsiteX0" fmla="*/ 0 w 1989456"/>
                <a:gd name="connsiteY0" fmla="*/ 0 h 1041319"/>
                <a:gd name="connsiteX1" fmla="*/ 331576 w 1989456"/>
                <a:gd name="connsiteY1" fmla="*/ 0 h 1041319"/>
                <a:gd name="connsiteX2" fmla="*/ 331576 w 1989456"/>
                <a:gd name="connsiteY2" fmla="*/ 0 h 1041319"/>
                <a:gd name="connsiteX3" fmla="*/ 828940 w 1989456"/>
                <a:gd name="connsiteY3" fmla="*/ 0 h 1041319"/>
                <a:gd name="connsiteX4" fmla="*/ 1989456 w 1989456"/>
                <a:gd name="connsiteY4" fmla="*/ 0 h 1041319"/>
                <a:gd name="connsiteX5" fmla="*/ 1989456 w 1989456"/>
                <a:gd name="connsiteY5" fmla="*/ 455984 h 1041319"/>
                <a:gd name="connsiteX6" fmla="*/ 1989456 w 1989456"/>
                <a:gd name="connsiteY6" fmla="*/ 455984 h 1041319"/>
                <a:gd name="connsiteX7" fmla="*/ 1989456 w 1989456"/>
                <a:gd name="connsiteY7" fmla="*/ 651405 h 1041319"/>
                <a:gd name="connsiteX8" fmla="*/ 1989456 w 1989456"/>
                <a:gd name="connsiteY8" fmla="*/ 781686 h 1041319"/>
                <a:gd name="connsiteX9" fmla="*/ 1248040 w 1989456"/>
                <a:gd name="connsiteY9" fmla="*/ 781686 h 1041319"/>
                <a:gd name="connsiteX10" fmla="*/ 1046990 w 1989456"/>
                <a:gd name="connsiteY10" fmla="*/ 1041319 h 1041319"/>
                <a:gd name="connsiteX11" fmla="*/ 769726 w 1989456"/>
                <a:gd name="connsiteY11" fmla="*/ 781686 h 1041319"/>
                <a:gd name="connsiteX12" fmla="*/ 0 w 1989456"/>
                <a:gd name="connsiteY12" fmla="*/ 781686 h 1041319"/>
                <a:gd name="connsiteX13" fmla="*/ 0 w 1989456"/>
                <a:gd name="connsiteY13" fmla="*/ 651405 h 1041319"/>
                <a:gd name="connsiteX14" fmla="*/ 0 w 1989456"/>
                <a:gd name="connsiteY14" fmla="*/ 455984 h 1041319"/>
                <a:gd name="connsiteX15" fmla="*/ 0 w 1989456"/>
                <a:gd name="connsiteY15" fmla="*/ 455984 h 1041319"/>
                <a:gd name="connsiteX16" fmla="*/ 0 w 1989456"/>
                <a:gd name="connsiteY16" fmla="*/ 0 h 1041319"/>
                <a:gd name="connsiteX0" fmla="*/ 0 w 1989456"/>
                <a:gd name="connsiteY0" fmla="*/ 0 h 1079419"/>
                <a:gd name="connsiteX1" fmla="*/ 331576 w 1989456"/>
                <a:gd name="connsiteY1" fmla="*/ 0 h 1079419"/>
                <a:gd name="connsiteX2" fmla="*/ 331576 w 1989456"/>
                <a:gd name="connsiteY2" fmla="*/ 0 h 1079419"/>
                <a:gd name="connsiteX3" fmla="*/ 828940 w 1989456"/>
                <a:gd name="connsiteY3" fmla="*/ 0 h 1079419"/>
                <a:gd name="connsiteX4" fmla="*/ 1989456 w 1989456"/>
                <a:gd name="connsiteY4" fmla="*/ 0 h 1079419"/>
                <a:gd name="connsiteX5" fmla="*/ 1989456 w 1989456"/>
                <a:gd name="connsiteY5" fmla="*/ 455984 h 1079419"/>
                <a:gd name="connsiteX6" fmla="*/ 1989456 w 1989456"/>
                <a:gd name="connsiteY6" fmla="*/ 455984 h 1079419"/>
                <a:gd name="connsiteX7" fmla="*/ 1989456 w 1989456"/>
                <a:gd name="connsiteY7" fmla="*/ 651405 h 1079419"/>
                <a:gd name="connsiteX8" fmla="*/ 1989456 w 1989456"/>
                <a:gd name="connsiteY8" fmla="*/ 781686 h 1079419"/>
                <a:gd name="connsiteX9" fmla="*/ 1248040 w 1989456"/>
                <a:gd name="connsiteY9" fmla="*/ 781686 h 1079419"/>
                <a:gd name="connsiteX10" fmla="*/ 1046990 w 1989456"/>
                <a:gd name="connsiteY10" fmla="*/ 1079419 h 1079419"/>
                <a:gd name="connsiteX11" fmla="*/ 769726 w 1989456"/>
                <a:gd name="connsiteY11" fmla="*/ 781686 h 1079419"/>
                <a:gd name="connsiteX12" fmla="*/ 0 w 1989456"/>
                <a:gd name="connsiteY12" fmla="*/ 781686 h 1079419"/>
                <a:gd name="connsiteX13" fmla="*/ 0 w 1989456"/>
                <a:gd name="connsiteY13" fmla="*/ 651405 h 1079419"/>
                <a:gd name="connsiteX14" fmla="*/ 0 w 1989456"/>
                <a:gd name="connsiteY14" fmla="*/ 455984 h 1079419"/>
                <a:gd name="connsiteX15" fmla="*/ 0 w 1989456"/>
                <a:gd name="connsiteY15" fmla="*/ 455984 h 1079419"/>
                <a:gd name="connsiteX16" fmla="*/ 0 w 1989456"/>
                <a:gd name="connsiteY16" fmla="*/ 0 h 1079419"/>
                <a:gd name="connsiteX0" fmla="*/ 0 w 1989456"/>
                <a:gd name="connsiteY0" fmla="*/ 0 h 873364"/>
                <a:gd name="connsiteX1" fmla="*/ 331576 w 1989456"/>
                <a:gd name="connsiteY1" fmla="*/ 0 h 873364"/>
                <a:gd name="connsiteX2" fmla="*/ 331576 w 1989456"/>
                <a:gd name="connsiteY2" fmla="*/ 0 h 873364"/>
                <a:gd name="connsiteX3" fmla="*/ 828940 w 1989456"/>
                <a:gd name="connsiteY3" fmla="*/ 0 h 873364"/>
                <a:gd name="connsiteX4" fmla="*/ 1989456 w 1989456"/>
                <a:gd name="connsiteY4" fmla="*/ 0 h 873364"/>
                <a:gd name="connsiteX5" fmla="*/ 1989456 w 1989456"/>
                <a:gd name="connsiteY5" fmla="*/ 455984 h 873364"/>
                <a:gd name="connsiteX6" fmla="*/ 1989456 w 1989456"/>
                <a:gd name="connsiteY6" fmla="*/ 455984 h 873364"/>
                <a:gd name="connsiteX7" fmla="*/ 1989456 w 1989456"/>
                <a:gd name="connsiteY7" fmla="*/ 651405 h 873364"/>
                <a:gd name="connsiteX8" fmla="*/ 1989456 w 1989456"/>
                <a:gd name="connsiteY8" fmla="*/ 781686 h 873364"/>
                <a:gd name="connsiteX9" fmla="*/ 1248040 w 1989456"/>
                <a:gd name="connsiteY9" fmla="*/ 781686 h 873364"/>
                <a:gd name="connsiteX10" fmla="*/ 1015299 w 1989456"/>
                <a:gd name="connsiteY10" fmla="*/ 873364 h 873364"/>
                <a:gd name="connsiteX11" fmla="*/ 769726 w 1989456"/>
                <a:gd name="connsiteY11" fmla="*/ 781686 h 873364"/>
                <a:gd name="connsiteX12" fmla="*/ 0 w 1989456"/>
                <a:gd name="connsiteY12" fmla="*/ 781686 h 873364"/>
                <a:gd name="connsiteX13" fmla="*/ 0 w 1989456"/>
                <a:gd name="connsiteY13" fmla="*/ 651405 h 873364"/>
                <a:gd name="connsiteX14" fmla="*/ 0 w 1989456"/>
                <a:gd name="connsiteY14" fmla="*/ 455984 h 873364"/>
                <a:gd name="connsiteX15" fmla="*/ 0 w 1989456"/>
                <a:gd name="connsiteY15" fmla="*/ 455984 h 873364"/>
                <a:gd name="connsiteX16" fmla="*/ 0 w 1989456"/>
                <a:gd name="connsiteY16" fmla="*/ 0 h 873364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48040 w 1989456"/>
                <a:gd name="connsiteY9" fmla="*/ 781686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098638 w 1989456"/>
                <a:gd name="connsiteY9" fmla="*/ 741620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869328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997189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38987 w 1989456"/>
                <a:gd name="connsiteY9" fmla="*/ 787410 h 1016458"/>
                <a:gd name="connsiteX10" fmla="*/ 997189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89456" h="1016458">
                  <a:moveTo>
                    <a:pt x="0" y="0"/>
                  </a:moveTo>
                  <a:lnTo>
                    <a:pt x="331576" y="0"/>
                  </a:lnTo>
                  <a:lnTo>
                    <a:pt x="331576" y="0"/>
                  </a:lnTo>
                  <a:lnTo>
                    <a:pt x="828940" y="0"/>
                  </a:lnTo>
                  <a:lnTo>
                    <a:pt x="1989456" y="0"/>
                  </a:lnTo>
                  <a:lnTo>
                    <a:pt x="1989456" y="455984"/>
                  </a:lnTo>
                  <a:lnTo>
                    <a:pt x="1989456" y="455984"/>
                  </a:lnTo>
                  <a:lnTo>
                    <a:pt x="1989456" y="651405"/>
                  </a:lnTo>
                  <a:lnTo>
                    <a:pt x="1989456" y="781686"/>
                  </a:lnTo>
                  <a:lnTo>
                    <a:pt x="1238987" y="787410"/>
                  </a:lnTo>
                  <a:lnTo>
                    <a:pt x="997189" y="1016458"/>
                  </a:lnTo>
                  <a:lnTo>
                    <a:pt x="769726" y="775963"/>
                  </a:lnTo>
                  <a:lnTo>
                    <a:pt x="0" y="781686"/>
                  </a:lnTo>
                  <a:lnTo>
                    <a:pt x="0" y="651405"/>
                  </a:lnTo>
                  <a:lnTo>
                    <a:pt x="0" y="455984"/>
                  </a:lnTo>
                  <a:lnTo>
                    <a:pt x="0" y="45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93D"/>
            </a:solidFill>
            <a:ln>
              <a:solidFill>
                <a:srgbClr val="31393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25F5ABC-665F-8A4F-FA47-A74C7F3A29EF}"/>
                </a:ext>
              </a:extLst>
            </p:cNvPr>
            <p:cNvSpPr/>
            <p:nvPr/>
          </p:nvSpPr>
          <p:spPr>
            <a:xfrm>
              <a:off x="2633690" y="1"/>
              <a:ext cx="2423808" cy="44390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306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Speech Bubble: Rectangle 2">
              <a:extLst>
                <a:ext uri="{FF2B5EF4-FFF2-40B4-BE49-F238E27FC236}">
                  <a16:creationId xmlns:a16="http://schemas.microsoft.com/office/drawing/2014/main" id="{868DD012-12F8-B175-DE23-B7E89DD43E22}"/>
                </a:ext>
              </a:extLst>
            </p:cNvPr>
            <p:cNvSpPr/>
            <p:nvPr/>
          </p:nvSpPr>
          <p:spPr>
            <a:xfrm>
              <a:off x="2633690" y="2"/>
              <a:ext cx="2434890" cy="960415"/>
            </a:xfrm>
            <a:custGeom>
              <a:avLst/>
              <a:gdLst>
                <a:gd name="connsiteX0" fmla="*/ 0 w 1989456"/>
                <a:gd name="connsiteY0" fmla="*/ 0 h 781686"/>
                <a:gd name="connsiteX1" fmla="*/ 331576 w 1989456"/>
                <a:gd name="connsiteY1" fmla="*/ 0 h 781686"/>
                <a:gd name="connsiteX2" fmla="*/ 331576 w 1989456"/>
                <a:gd name="connsiteY2" fmla="*/ 0 h 781686"/>
                <a:gd name="connsiteX3" fmla="*/ 828940 w 1989456"/>
                <a:gd name="connsiteY3" fmla="*/ 0 h 781686"/>
                <a:gd name="connsiteX4" fmla="*/ 1989456 w 1989456"/>
                <a:gd name="connsiteY4" fmla="*/ 0 h 781686"/>
                <a:gd name="connsiteX5" fmla="*/ 1989456 w 1989456"/>
                <a:gd name="connsiteY5" fmla="*/ 455984 h 781686"/>
                <a:gd name="connsiteX6" fmla="*/ 1989456 w 1989456"/>
                <a:gd name="connsiteY6" fmla="*/ 455984 h 781686"/>
                <a:gd name="connsiteX7" fmla="*/ 1989456 w 1989456"/>
                <a:gd name="connsiteY7" fmla="*/ 651405 h 781686"/>
                <a:gd name="connsiteX8" fmla="*/ 1989456 w 1989456"/>
                <a:gd name="connsiteY8" fmla="*/ 781686 h 781686"/>
                <a:gd name="connsiteX9" fmla="*/ 828940 w 1989456"/>
                <a:gd name="connsiteY9" fmla="*/ 781686 h 781686"/>
                <a:gd name="connsiteX10" fmla="*/ 580265 w 1989456"/>
                <a:gd name="connsiteY10" fmla="*/ 1031794 h 781686"/>
                <a:gd name="connsiteX11" fmla="*/ 331576 w 1989456"/>
                <a:gd name="connsiteY11" fmla="*/ 781686 h 781686"/>
                <a:gd name="connsiteX12" fmla="*/ 0 w 1989456"/>
                <a:gd name="connsiteY12" fmla="*/ 781686 h 781686"/>
                <a:gd name="connsiteX13" fmla="*/ 0 w 1989456"/>
                <a:gd name="connsiteY13" fmla="*/ 651405 h 781686"/>
                <a:gd name="connsiteX14" fmla="*/ 0 w 1989456"/>
                <a:gd name="connsiteY14" fmla="*/ 455984 h 781686"/>
                <a:gd name="connsiteX15" fmla="*/ 0 w 1989456"/>
                <a:gd name="connsiteY15" fmla="*/ 455984 h 781686"/>
                <a:gd name="connsiteX16" fmla="*/ 0 w 1989456"/>
                <a:gd name="connsiteY16" fmla="*/ 0 h 781686"/>
                <a:gd name="connsiteX0" fmla="*/ 0 w 1989456"/>
                <a:gd name="connsiteY0" fmla="*/ 0 h 1031794"/>
                <a:gd name="connsiteX1" fmla="*/ 331576 w 1989456"/>
                <a:gd name="connsiteY1" fmla="*/ 0 h 1031794"/>
                <a:gd name="connsiteX2" fmla="*/ 331576 w 1989456"/>
                <a:gd name="connsiteY2" fmla="*/ 0 h 1031794"/>
                <a:gd name="connsiteX3" fmla="*/ 828940 w 1989456"/>
                <a:gd name="connsiteY3" fmla="*/ 0 h 1031794"/>
                <a:gd name="connsiteX4" fmla="*/ 1989456 w 1989456"/>
                <a:gd name="connsiteY4" fmla="*/ 0 h 1031794"/>
                <a:gd name="connsiteX5" fmla="*/ 1989456 w 1989456"/>
                <a:gd name="connsiteY5" fmla="*/ 455984 h 1031794"/>
                <a:gd name="connsiteX6" fmla="*/ 1989456 w 1989456"/>
                <a:gd name="connsiteY6" fmla="*/ 455984 h 1031794"/>
                <a:gd name="connsiteX7" fmla="*/ 1989456 w 1989456"/>
                <a:gd name="connsiteY7" fmla="*/ 651405 h 1031794"/>
                <a:gd name="connsiteX8" fmla="*/ 1989456 w 1989456"/>
                <a:gd name="connsiteY8" fmla="*/ 781686 h 1031794"/>
                <a:gd name="connsiteX9" fmla="*/ 1248040 w 1989456"/>
                <a:gd name="connsiteY9" fmla="*/ 781686 h 1031794"/>
                <a:gd name="connsiteX10" fmla="*/ 580265 w 1989456"/>
                <a:gd name="connsiteY10" fmla="*/ 1031794 h 1031794"/>
                <a:gd name="connsiteX11" fmla="*/ 331576 w 1989456"/>
                <a:gd name="connsiteY11" fmla="*/ 781686 h 1031794"/>
                <a:gd name="connsiteX12" fmla="*/ 0 w 1989456"/>
                <a:gd name="connsiteY12" fmla="*/ 781686 h 1031794"/>
                <a:gd name="connsiteX13" fmla="*/ 0 w 1989456"/>
                <a:gd name="connsiteY13" fmla="*/ 651405 h 1031794"/>
                <a:gd name="connsiteX14" fmla="*/ 0 w 1989456"/>
                <a:gd name="connsiteY14" fmla="*/ 455984 h 1031794"/>
                <a:gd name="connsiteX15" fmla="*/ 0 w 1989456"/>
                <a:gd name="connsiteY15" fmla="*/ 455984 h 1031794"/>
                <a:gd name="connsiteX16" fmla="*/ 0 w 1989456"/>
                <a:gd name="connsiteY16" fmla="*/ 0 h 1031794"/>
                <a:gd name="connsiteX0" fmla="*/ 0 w 1989456"/>
                <a:gd name="connsiteY0" fmla="*/ 0 h 1031794"/>
                <a:gd name="connsiteX1" fmla="*/ 331576 w 1989456"/>
                <a:gd name="connsiteY1" fmla="*/ 0 h 1031794"/>
                <a:gd name="connsiteX2" fmla="*/ 331576 w 1989456"/>
                <a:gd name="connsiteY2" fmla="*/ 0 h 1031794"/>
                <a:gd name="connsiteX3" fmla="*/ 828940 w 1989456"/>
                <a:gd name="connsiteY3" fmla="*/ 0 h 1031794"/>
                <a:gd name="connsiteX4" fmla="*/ 1989456 w 1989456"/>
                <a:gd name="connsiteY4" fmla="*/ 0 h 1031794"/>
                <a:gd name="connsiteX5" fmla="*/ 1989456 w 1989456"/>
                <a:gd name="connsiteY5" fmla="*/ 455984 h 1031794"/>
                <a:gd name="connsiteX6" fmla="*/ 1989456 w 1989456"/>
                <a:gd name="connsiteY6" fmla="*/ 455984 h 1031794"/>
                <a:gd name="connsiteX7" fmla="*/ 1989456 w 1989456"/>
                <a:gd name="connsiteY7" fmla="*/ 651405 h 1031794"/>
                <a:gd name="connsiteX8" fmla="*/ 1989456 w 1989456"/>
                <a:gd name="connsiteY8" fmla="*/ 781686 h 1031794"/>
                <a:gd name="connsiteX9" fmla="*/ 1248040 w 1989456"/>
                <a:gd name="connsiteY9" fmla="*/ 781686 h 1031794"/>
                <a:gd name="connsiteX10" fmla="*/ 580265 w 1989456"/>
                <a:gd name="connsiteY10" fmla="*/ 1031794 h 1031794"/>
                <a:gd name="connsiteX11" fmla="*/ 769726 w 1989456"/>
                <a:gd name="connsiteY11" fmla="*/ 781686 h 1031794"/>
                <a:gd name="connsiteX12" fmla="*/ 0 w 1989456"/>
                <a:gd name="connsiteY12" fmla="*/ 781686 h 1031794"/>
                <a:gd name="connsiteX13" fmla="*/ 0 w 1989456"/>
                <a:gd name="connsiteY13" fmla="*/ 651405 h 1031794"/>
                <a:gd name="connsiteX14" fmla="*/ 0 w 1989456"/>
                <a:gd name="connsiteY14" fmla="*/ 455984 h 1031794"/>
                <a:gd name="connsiteX15" fmla="*/ 0 w 1989456"/>
                <a:gd name="connsiteY15" fmla="*/ 455984 h 1031794"/>
                <a:gd name="connsiteX16" fmla="*/ 0 w 1989456"/>
                <a:gd name="connsiteY16" fmla="*/ 0 h 1031794"/>
                <a:gd name="connsiteX0" fmla="*/ 0 w 1989456"/>
                <a:gd name="connsiteY0" fmla="*/ 0 h 1050844"/>
                <a:gd name="connsiteX1" fmla="*/ 331576 w 1989456"/>
                <a:gd name="connsiteY1" fmla="*/ 0 h 1050844"/>
                <a:gd name="connsiteX2" fmla="*/ 331576 w 1989456"/>
                <a:gd name="connsiteY2" fmla="*/ 0 h 1050844"/>
                <a:gd name="connsiteX3" fmla="*/ 828940 w 1989456"/>
                <a:gd name="connsiteY3" fmla="*/ 0 h 1050844"/>
                <a:gd name="connsiteX4" fmla="*/ 1989456 w 1989456"/>
                <a:gd name="connsiteY4" fmla="*/ 0 h 1050844"/>
                <a:gd name="connsiteX5" fmla="*/ 1989456 w 1989456"/>
                <a:gd name="connsiteY5" fmla="*/ 455984 h 1050844"/>
                <a:gd name="connsiteX6" fmla="*/ 1989456 w 1989456"/>
                <a:gd name="connsiteY6" fmla="*/ 455984 h 1050844"/>
                <a:gd name="connsiteX7" fmla="*/ 1989456 w 1989456"/>
                <a:gd name="connsiteY7" fmla="*/ 651405 h 1050844"/>
                <a:gd name="connsiteX8" fmla="*/ 1989456 w 1989456"/>
                <a:gd name="connsiteY8" fmla="*/ 781686 h 1050844"/>
                <a:gd name="connsiteX9" fmla="*/ 1248040 w 1989456"/>
                <a:gd name="connsiteY9" fmla="*/ 781686 h 1050844"/>
                <a:gd name="connsiteX10" fmla="*/ 961265 w 1989456"/>
                <a:gd name="connsiteY10" fmla="*/ 1050844 h 1050844"/>
                <a:gd name="connsiteX11" fmla="*/ 769726 w 1989456"/>
                <a:gd name="connsiteY11" fmla="*/ 781686 h 1050844"/>
                <a:gd name="connsiteX12" fmla="*/ 0 w 1989456"/>
                <a:gd name="connsiteY12" fmla="*/ 781686 h 1050844"/>
                <a:gd name="connsiteX13" fmla="*/ 0 w 1989456"/>
                <a:gd name="connsiteY13" fmla="*/ 651405 h 1050844"/>
                <a:gd name="connsiteX14" fmla="*/ 0 w 1989456"/>
                <a:gd name="connsiteY14" fmla="*/ 455984 h 1050844"/>
                <a:gd name="connsiteX15" fmla="*/ 0 w 1989456"/>
                <a:gd name="connsiteY15" fmla="*/ 455984 h 1050844"/>
                <a:gd name="connsiteX16" fmla="*/ 0 w 1989456"/>
                <a:gd name="connsiteY16" fmla="*/ 0 h 1050844"/>
                <a:gd name="connsiteX0" fmla="*/ 0 w 1989456"/>
                <a:gd name="connsiteY0" fmla="*/ 0 h 1041319"/>
                <a:gd name="connsiteX1" fmla="*/ 331576 w 1989456"/>
                <a:gd name="connsiteY1" fmla="*/ 0 h 1041319"/>
                <a:gd name="connsiteX2" fmla="*/ 331576 w 1989456"/>
                <a:gd name="connsiteY2" fmla="*/ 0 h 1041319"/>
                <a:gd name="connsiteX3" fmla="*/ 828940 w 1989456"/>
                <a:gd name="connsiteY3" fmla="*/ 0 h 1041319"/>
                <a:gd name="connsiteX4" fmla="*/ 1989456 w 1989456"/>
                <a:gd name="connsiteY4" fmla="*/ 0 h 1041319"/>
                <a:gd name="connsiteX5" fmla="*/ 1989456 w 1989456"/>
                <a:gd name="connsiteY5" fmla="*/ 455984 h 1041319"/>
                <a:gd name="connsiteX6" fmla="*/ 1989456 w 1989456"/>
                <a:gd name="connsiteY6" fmla="*/ 455984 h 1041319"/>
                <a:gd name="connsiteX7" fmla="*/ 1989456 w 1989456"/>
                <a:gd name="connsiteY7" fmla="*/ 651405 h 1041319"/>
                <a:gd name="connsiteX8" fmla="*/ 1989456 w 1989456"/>
                <a:gd name="connsiteY8" fmla="*/ 781686 h 1041319"/>
                <a:gd name="connsiteX9" fmla="*/ 1248040 w 1989456"/>
                <a:gd name="connsiteY9" fmla="*/ 781686 h 1041319"/>
                <a:gd name="connsiteX10" fmla="*/ 1046990 w 1989456"/>
                <a:gd name="connsiteY10" fmla="*/ 1041319 h 1041319"/>
                <a:gd name="connsiteX11" fmla="*/ 769726 w 1989456"/>
                <a:gd name="connsiteY11" fmla="*/ 781686 h 1041319"/>
                <a:gd name="connsiteX12" fmla="*/ 0 w 1989456"/>
                <a:gd name="connsiteY12" fmla="*/ 781686 h 1041319"/>
                <a:gd name="connsiteX13" fmla="*/ 0 w 1989456"/>
                <a:gd name="connsiteY13" fmla="*/ 651405 h 1041319"/>
                <a:gd name="connsiteX14" fmla="*/ 0 w 1989456"/>
                <a:gd name="connsiteY14" fmla="*/ 455984 h 1041319"/>
                <a:gd name="connsiteX15" fmla="*/ 0 w 1989456"/>
                <a:gd name="connsiteY15" fmla="*/ 455984 h 1041319"/>
                <a:gd name="connsiteX16" fmla="*/ 0 w 1989456"/>
                <a:gd name="connsiteY16" fmla="*/ 0 h 1041319"/>
                <a:gd name="connsiteX0" fmla="*/ 0 w 1989456"/>
                <a:gd name="connsiteY0" fmla="*/ 0 h 1079419"/>
                <a:gd name="connsiteX1" fmla="*/ 331576 w 1989456"/>
                <a:gd name="connsiteY1" fmla="*/ 0 h 1079419"/>
                <a:gd name="connsiteX2" fmla="*/ 331576 w 1989456"/>
                <a:gd name="connsiteY2" fmla="*/ 0 h 1079419"/>
                <a:gd name="connsiteX3" fmla="*/ 828940 w 1989456"/>
                <a:gd name="connsiteY3" fmla="*/ 0 h 1079419"/>
                <a:gd name="connsiteX4" fmla="*/ 1989456 w 1989456"/>
                <a:gd name="connsiteY4" fmla="*/ 0 h 1079419"/>
                <a:gd name="connsiteX5" fmla="*/ 1989456 w 1989456"/>
                <a:gd name="connsiteY5" fmla="*/ 455984 h 1079419"/>
                <a:gd name="connsiteX6" fmla="*/ 1989456 w 1989456"/>
                <a:gd name="connsiteY6" fmla="*/ 455984 h 1079419"/>
                <a:gd name="connsiteX7" fmla="*/ 1989456 w 1989456"/>
                <a:gd name="connsiteY7" fmla="*/ 651405 h 1079419"/>
                <a:gd name="connsiteX8" fmla="*/ 1989456 w 1989456"/>
                <a:gd name="connsiteY8" fmla="*/ 781686 h 1079419"/>
                <a:gd name="connsiteX9" fmla="*/ 1248040 w 1989456"/>
                <a:gd name="connsiteY9" fmla="*/ 781686 h 1079419"/>
                <a:gd name="connsiteX10" fmla="*/ 1046990 w 1989456"/>
                <a:gd name="connsiteY10" fmla="*/ 1079419 h 1079419"/>
                <a:gd name="connsiteX11" fmla="*/ 769726 w 1989456"/>
                <a:gd name="connsiteY11" fmla="*/ 781686 h 1079419"/>
                <a:gd name="connsiteX12" fmla="*/ 0 w 1989456"/>
                <a:gd name="connsiteY12" fmla="*/ 781686 h 1079419"/>
                <a:gd name="connsiteX13" fmla="*/ 0 w 1989456"/>
                <a:gd name="connsiteY13" fmla="*/ 651405 h 1079419"/>
                <a:gd name="connsiteX14" fmla="*/ 0 w 1989456"/>
                <a:gd name="connsiteY14" fmla="*/ 455984 h 1079419"/>
                <a:gd name="connsiteX15" fmla="*/ 0 w 1989456"/>
                <a:gd name="connsiteY15" fmla="*/ 455984 h 1079419"/>
                <a:gd name="connsiteX16" fmla="*/ 0 w 1989456"/>
                <a:gd name="connsiteY16" fmla="*/ 0 h 1079419"/>
                <a:gd name="connsiteX0" fmla="*/ 0 w 1989456"/>
                <a:gd name="connsiteY0" fmla="*/ 0 h 873364"/>
                <a:gd name="connsiteX1" fmla="*/ 331576 w 1989456"/>
                <a:gd name="connsiteY1" fmla="*/ 0 h 873364"/>
                <a:gd name="connsiteX2" fmla="*/ 331576 w 1989456"/>
                <a:gd name="connsiteY2" fmla="*/ 0 h 873364"/>
                <a:gd name="connsiteX3" fmla="*/ 828940 w 1989456"/>
                <a:gd name="connsiteY3" fmla="*/ 0 h 873364"/>
                <a:gd name="connsiteX4" fmla="*/ 1989456 w 1989456"/>
                <a:gd name="connsiteY4" fmla="*/ 0 h 873364"/>
                <a:gd name="connsiteX5" fmla="*/ 1989456 w 1989456"/>
                <a:gd name="connsiteY5" fmla="*/ 455984 h 873364"/>
                <a:gd name="connsiteX6" fmla="*/ 1989456 w 1989456"/>
                <a:gd name="connsiteY6" fmla="*/ 455984 h 873364"/>
                <a:gd name="connsiteX7" fmla="*/ 1989456 w 1989456"/>
                <a:gd name="connsiteY7" fmla="*/ 651405 h 873364"/>
                <a:gd name="connsiteX8" fmla="*/ 1989456 w 1989456"/>
                <a:gd name="connsiteY8" fmla="*/ 781686 h 873364"/>
                <a:gd name="connsiteX9" fmla="*/ 1248040 w 1989456"/>
                <a:gd name="connsiteY9" fmla="*/ 781686 h 873364"/>
                <a:gd name="connsiteX10" fmla="*/ 1015299 w 1989456"/>
                <a:gd name="connsiteY10" fmla="*/ 873364 h 873364"/>
                <a:gd name="connsiteX11" fmla="*/ 769726 w 1989456"/>
                <a:gd name="connsiteY11" fmla="*/ 781686 h 873364"/>
                <a:gd name="connsiteX12" fmla="*/ 0 w 1989456"/>
                <a:gd name="connsiteY12" fmla="*/ 781686 h 873364"/>
                <a:gd name="connsiteX13" fmla="*/ 0 w 1989456"/>
                <a:gd name="connsiteY13" fmla="*/ 651405 h 873364"/>
                <a:gd name="connsiteX14" fmla="*/ 0 w 1989456"/>
                <a:gd name="connsiteY14" fmla="*/ 455984 h 873364"/>
                <a:gd name="connsiteX15" fmla="*/ 0 w 1989456"/>
                <a:gd name="connsiteY15" fmla="*/ 455984 h 873364"/>
                <a:gd name="connsiteX16" fmla="*/ 0 w 1989456"/>
                <a:gd name="connsiteY16" fmla="*/ 0 h 873364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48040 w 1989456"/>
                <a:gd name="connsiteY9" fmla="*/ 781686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098638 w 1989456"/>
                <a:gd name="connsiteY9" fmla="*/ 741620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869328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997189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38987 w 1989456"/>
                <a:gd name="connsiteY9" fmla="*/ 787410 h 1016458"/>
                <a:gd name="connsiteX10" fmla="*/ 997189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89456" h="1016458">
                  <a:moveTo>
                    <a:pt x="0" y="0"/>
                  </a:moveTo>
                  <a:lnTo>
                    <a:pt x="331576" y="0"/>
                  </a:lnTo>
                  <a:lnTo>
                    <a:pt x="331576" y="0"/>
                  </a:lnTo>
                  <a:lnTo>
                    <a:pt x="828940" y="0"/>
                  </a:lnTo>
                  <a:lnTo>
                    <a:pt x="1989456" y="0"/>
                  </a:lnTo>
                  <a:lnTo>
                    <a:pt x="1989456" y="455984"/>
                  </a:lnTo>
                  <a:lnTo>
                    <a:pt x="1989456" y="455984"/>
                  </a:lnTo>
                  <a:lnTo>
                    <a:pt x="1989456" y="651405"/>
                  </a:lnTo>
                  <a:lnTo>
                    <a:pt x="1989456" y="781686"/>
                  </a:lnTo>
                  <a:lnTo>
                    <a:pt x="1238987" y="787410"/>
                  </a:lnTo>
                  <a:lnTo>
                    <a:pt x="997189" y="1016458"/>
                  </a:lnTo>
                  <a:lnTo>
                    <a:pt x="769726" y="775963"/>
                  </a:lnTo>
                  <a:lnTo>
                    <a:pt x="0" y="781686"/>
                  </a:lnTo>
                  <a:lnTo>
                    <a:pt x="0" y="651405"/>
                  </a:lnTo>
                  <a:lnTo>
                    <a:pt x="0" y="455984"/>
                  </a:lnTo>
                  <a:lnTo>
                    <a:pt x="0" y="45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56"/>
            </a:solidFill>
            <a:ln>
              <a:solidFill>
                <a:srgbClr val="E306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DC2E9E-88C4-5705-9865-2BD09EBBFFDE}"/>
                </a:ext>
              </a:extLst>
            </p:cNvPr>
            <p:cNvSpPr/>
            <p:nvPr/>
          </p:nvSpPr>
          <p:spPr>
            <a:xfrm>
              <a:off x="5168141" y="0"/>
              <a:ext cx="2423808" cy="44390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31393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Speech Bubble: Rectangle 2">
              <a:extLst>
                <a:ext uri="{FF2B5EF4-FFF2-40B4-BE49-F238E27FC236}">
                  <a16:creationId xmlns:a16="http://schemas.microsoft.com/office/drawing/2014/main" id="{17349A5D-53A1-35F9-F94F-300399654825}"/>
                </a:ext>
              </a:extLst>
            </p:cNvPr>
            <p:cNvSpPr/>
            <p:nvPr/>
          </p:nvSpPr>
          <p:spPr>
            <a:xfrm>
              <a:off x="5168141" y="1"/>
              <a:ext cx="2434890" cy="960415"/>
            </a:xfrm>
            <a:custGeom>
              <a:avLst/>
              <a:gdLst>
                <a:gd name="connsiteX0" fmla="*/ 0 w 1989456"/>
                <a:gd name="connsiteY0" fmla="*/ 0 h 781686"/>
                <a:gd name="connsiteX1" fmla="*/ 331576 w 1989456"/>
                <a:gd name="connsiteY1" fmla="*/ 0 h 781686"/>
                <a:gd name="connsiteX2" fmla="*/ 331576 w 1989456"/>
                <a:gd name="connsiteY2" fmla="*/ 0 h 781686"/>
                <a:gd name="connsiteX3" fmla="*/ 828940 w 1989456"/>
                <a:gd name="connsiteY3" fmla="*/ 0 h 781686"/>
                <a:gd name="connsiteX4" fmla="*/ 1989456 w 1989456"/>
                <a:gd name="connsiteY4" fmla="*/ 0 h 781686"/>
                <a:gd name="connsiteX5" fmla="*/ 1989456 w 1989456"/>
                <a:gd name="connsiteY5" fmla="*/ 455984 h 781686"/>
                <a:gd name="connsiteX6" fmla="*/ 1989456 w 1989456"/>
                <a:gd name="connsiteY6" fmla="*/ 455984 h 781686"/>
                <a:gd name="connsiteX7" fmla="*/ 1989456 w 1989456"/>
                <a:gd name="connsiteY7" fmla="*/ 651405 h 781686"/>
                <a:gd name="connsiteX8" fmla="*/ 1989456 w 1989456"/>
                <a:gd name="connsiteY8" fmla="*/ 781686 h 781686"/>
                <a:gd name="connsiteX9" fmla="*/ 828940 w 1989456"/>
                <a:gd name="connsiteY9" fmla="*/ 781686 h 781686"/>
                <a:gd name="connsiteX10" fmla="*/ 580265 w 1989456"/>
                <a:gd name="connsiteY10" fmla="*/ 1031794 h 781686"/>
                <a:gd name="connsiteX11" fmla="*/ 331576 w 1989456"/>
                <a:gd name="connsiteY11" fmla="*/ 781686 h 781686"/>
                <a:gd name="connsiteX12" fmla="*/ 0 w 1989456"/>
                <a:gd name="connsiteY12" fmla="*/ 781686 h 781686"/>
                <a:gd name="connsiteX13" fmla="*/ 0 w 1989456"/>
                <a:gd name="connsiteY13" fmla="*/ 651405 h 781686"/>
                <a:gd name="connsiteX14" fmla="*/ 0 w 1989456"/>
                <a:gd name="connsiteY14" fmla="*/ 455984 h 781686"/>
                <a:gd name="connsiteX15" fmla="*/ 0 w 1989456"/>
                <a:gd name="connsiteY15" fmla="*/ 455984 h 781686"/>
                <a:gd name="connsiteX16" fmla="*/ 0 w 1989456"/>
                <a:gd name="connsiteY16" fmla="*/ 0 h 781686"/>
                <a:gd name="connsiteX0" fmla="*/ 0 w 1989456"/>
                <a:gd name="connsiteY0" fmla="*/ 0 h 1031794"/>
                <a:gd name="connsiteX1" fmla="*/ 331576 w 1989456"/>
                <a:gd name="connsiteY1" fmla="*/ 0 h 1031794"/>
                <a:gd name="connsiteX2" fmla="*/ 331576 w 1989456"/>
                <a:gd name="connsiteY2" fmla="*/ 0 h 1031794"/>
                <a:gd name="connsiteX3" fmla="*/ 828940 w 1989456"/>
                <a:gd name="connsiteY3" fmla="*/ 0 h 1031794"/>
                <a:gd name="connsiteX4" fmla="*/ 1989456 w 1989456"/>
                <a:gd name="connsiteY4" fmla="*/ 0 h 1031794"/>
                <a:gd name="connsiteX5" fmla="*/ 1989456 w 1989456"/>
                <a:gd name="connsiteY5" fmla="*/ 455984 h 1031794"/>
                <a:gd name="connsiteX6" fmla="*/ 1989456 w 1989456"/>
                <a:gd name="connsiteY6" fmla="*/ 455984 h 1031794"/>
                <a:gd name="connsiteX7" fmla="*/ 1989456 w 1989456"/>
                <a:gd name="connsiteY7" fmla="*/ 651405 h 1031794"/>
                <a:gd name="connsiteX8" fmla="*/ 1989456 w 1989456"/>
                <a:gd name="connsiteY8" fmla="*/ 781686 h 1031794"/>
                <a:gd name="connsiteX9" fmla="*/ 1248040 w 1989456"/>
                <a:gd name="connsiteY9" fmla="*/ 781686 h 1031794"/>
                <a:gd name="connsiteX10" fmla="*/ 580265 w 1989456"/>
                <a:gd name="connsiteY10" fmla="*/ 1031794 h 1031794"/>
                <a:gd name="connsiteX11" fmla="*/ 331576 w 1989456"/>
                <a:gd name="connsiteY11" fmla="*/ 781686 h 1031794"/>
                <a:gd name="connsiteX12" fmla="*/ 0 w 1989456"/>
                <a:gd name="connsiteY12" fmla="*/ 781686 h 1031794"/>
                <a:gd name="connsiteX13" fmla="*/ 0 w 1989456"/>
                <a:gd name="connsiteY13" fmla="*/ 651405 h 1031794"/>
                <a:gd name="connsiteX14" fmla="*/ 0 w 1989456"/>
                <a:gd name="connsiteY14" fmla="*/ 455984 h 1031794"/>
                <a:gd name="connsiteX15" fmla="*/ 0 w 1989456"/>
                <a:gd name="connsiteY15" fmla="*/ 455984 h 1031794"/>
                <a:gd name="connsiteX16" fmla="*/ 0 w 1989456"/>
                <a:gd name="connsiteY16" fmla="*/ 0 h 1031794"/>
                <a:gd name="connsiteX0" fmla="*/ 0 w 1989456"/>
                <a:gd name="connsiteY0" fmla="*/ 0 h 1031794"/>
                <a:gd name="connsiteX1" fmla="*/ 331576 w 1989456"/>
                <a:gd name="connsiteY1" fmla="*/ 0 h 1031794"/>
                <a:gd name="connsiteX2" fmla="*/ 331576 w 1989456"/>
                <a:gd name="connsiteY2" fmla="*/ 0 h 1031794"/>
                <a:gd name="connsiteX3" fmla="*/ 828940 w 1989456"/>
                <a:gd name="connsiteY3" fmla="*/ 0 h 1031794"/>
                <a:gd name="connsiteX4" fmla="*/ 1989456 w 1989456"/>
                <a:gd name="connsiteY4" fmla="*/ 0 h 1031794"/>
                <a:gd name="connsiteX5" fmla="*/ 1989456 w 1989456"/>
                <a:gd name="connsiteY5" fmla="*/ 455984 h 1031794"/>
                <a:gd name="connsiteX6" fmla="*/ 1989456 w 1989456"/>
                <a:gd name="connsiteY6" fmla="*/ 455984 h 1031794"/>
                <a:gd name="connsiteX7" fmla="*/ 1989456 w 1989456"/>
                <a:gd name="connsiteY7" fmla="*/ 651405 h 1031794"/>
                <a:gd name="connsiteX8" fmla="*/ 1989456 w 1989456"/>
                <a:gd name="connsiteY8" fmla="*/ 781686 h 1031794"/>
                <a:gd name="connsiteX9" fmla="*/ 1248040 w 1989456"/>
                <a:gd name="connsiteY9" fmla="*/ 781686 h 1031794"/>
                <a:gd name="connsiteX10" fmla="*/ 580265 w 1989456"/>
                <a:gd name="connsiteY10" fmla="*/ 1031794 h 1031794"/>
                <a:gd name="connsiteX11" fmla="*/ 769726 w 1989456"/>
                <a:gd name="connsiteY11" fmla="*/ 781686 h 1031794"/>
                <a:gd name="connsiteX12" fmla="*/ 0 w 1989456"/>
                <a:gd name="connsiteY12" fmla="*/ 781686 h 1031794"/>
                <a:gd name="connsiteX13" fmla="*/ 0 w 1989456"/>
                <a:gd name="connsiteY13" fmla="*/ 651405 h 1031794"/>
                <a:gd name="connsiteX14" fmla="*/ 0 w 1989456"/>
                <a:gd name="connsiteY14" fmla="*/ 455984 h 1031794"/>
                <a:gd name="connsiteX15" fmla="*/ 0 w 1989456"/>
                <a:gd name="connsiteY15" fmla="*/ 455984 h 1031794"/>
                <a:gd name="connsiteX16" fmla="*/ 0 w 1989456"/>
                <a:gd name="connsiteY16" fmla="*/ 0 h 1031794"/>
                <a:gd name="connsiteX0" fmla="*/ 0 w 1989456"/>
                <a:gd name="connsiteY0" fmla="*/ 0 h 1050844"/>
                <a:gd name="connsiteX1" fmla="*/ 331576 w 1989456"/>
                <a:gd name="connsiteY1" fmla="*/ 0 h 1050844"/>
                <a:gd name="connsiteX2" fmla="*/ 331576 w 1989456"/>
                <a:gd name="connsiteY2" fmla="*/ 0 h 1050844"/>
                <a:gd name="connsiteX3" fmla="*/ 828940 w 1989456"/>
                <a:gd name="connsiteY3" fmla="*/ 0 h 1050844"/>
                <a:gd name="connsiteX4" fmla="*/ 1989456 w 1989456"/>
                <a:gd name="connsiteY4" fmla="*/ 0 h 1050844"/>
                <a:gd name="connsiteX5" fmla="*/ 1989456 w 1989456"/>
                <a:gd name="connsiteY5" fmla="*/ 455984 h 1050844"/>
                <a:gd name="connsiteX6" fmla="*/ 1989456 w 1989456"/>
                <a:gd name="connsiteY6" fmla="*/ 455984 h 1050844"/>
                <a:gd name="connsiteX7" fmla="*/ 1989456 w 1989456"/>
                <a:gd name="connsiteY7" fmla="*/ 651405 h 1050844"/>
                <a:gd name="connsiteX8" fmla="*/ 1989456 w 1989456"/>
                <a:gd name="connsiteY8" fmla="*/ 781686 h 1050844"/>
                <a:gd name="connsiteX9" fmla="*/ 1248040 w 1989456"/>
                <a:gd name="connsiteY9" fmla="*/ 781686 h 1050844"/>
                <a:gd name="connsiteX10" fmla="*/ 961265 w 1989456"/>
                <a:gd name="connsiteY10" fmla="*/ 1050844 h 1050844"/>
                <a:gd name="connsiteX11" fmla="*/ 769726 w 1989456"/>
                <a:gd name="connsiteY11" fmla="*/ 781686 h 1050844"/>
                <a:gd name="connsiteX12" fmla="*/ 0 w 1989456"/>
                <a:gd name="connsiteY12" fmla="*/ 781686 h 1050844"/>
                <a:gd name="connsiteX13" fmla="*/ 0 w 1989456"/>
                <a:gd name="connsiteY13" fmla="*/ 651405 h 1050844"/>
                <a:gd name="connsiteX14" fmla="*/ 0 w 1989456"/>
                <a:gd name="connsiteY14" fmla="*/ 455984 h 1050844"/>
                <a:gd name="connsiteX15" fmla="*/ 0 w 1989456"/>
                <a:gd name="connsiteY15" fmla="*/ 455984 h 1050844"/>
                <a:gd name="connsiteX16" fmla="*/ 0 w 1989456"/>
                <a:gd name="connsiteY16" fmla="*/ 0 h 1050844"/>
                <a:gd name="connsiteX0" fmla="*/ 0 w 1989456"/>
                <a:gd name="connsiteY0" fmla="*/ 0 h 1041319"/>
                <a:gd name="connsiteX1" fmla="*/ 331576 w 1989456"/>
                <a:gd name="connsiteY1" fmla="*/ 0 h 1041319"/>
                <a:gd name="connsiteX2" fmla="*/ 331576 w 1989456"/>
                <a:gd name="connsiteY2" fmla="*/ 0 h 1041319"/>
                <a:gd name="connsiteX3" fmla="*/ 828940 w 1989456"/>
                <a:gd name="connsiteY3" fmla="*/ 0 h 1041319"/>
                <a:gd name="connsiteX4" fmla="*/ 1989456 w 1989456"/>
                <a:gd name="connsiteY4" fmla="*/ 0 h 1041319"/>
                <a:gd name="connsiteX5" fmla="*/ 1989456 w 1989456"/>
                <a:gd name="connsiteY5" fmla="*/ 455984 h 1041319"/>
                <a:gd name="connsiteX6" fmla="*/ 1989456 w 1989456"/>
                <a:gd name="connsiteY6" fmla="*/ 455984 h 1041319"/>
                <a:gd name="connsiteX7" fmla="*/ 1989456 w 1989456"/>
                <a:gd name="connsiteY7" fmla="*/ 651405 h 1041319"/>
                <a:gd name="connsiteX8" fmla="*/ 1989456 w 1989456"/>
                <a:gd name="connsiteY8" fmla="*/ 781686 h 1041319"/>
                <a:gd name="connsiteX9" fmla="*/ 1248040 w 1989456"/>
                <a:gd name="connsiteY9" fmla="*/ 781686 h 1041319"/>
                <a:gd name="connsiteX10" fmla="*/ 1046990 w 1989456"/>
                <a:gd name="connsiteY10" fmla="*/ 1041319 h 1041319"/>
                <a:gd name="connsiteX11" fmla="*/ 769726 w 1989456"/>
                <a:gd name="connsiteY11" fmla="*/ 781686 h 1041319"/>
                <a:gd name="connsiteX12" fmla="*/ 0 w 1989456"/>
                <a:gd name="connsiteY12" fmla="*/ 781686 h 1041319"/>
                <a:gd name="connsiteX13" fmla="*/ 0 w 1989456"/>
                <a:gd name="connsiteY13" fmla="*/ 651405 h 1041319"/>
                <a:gd name="connsiteX14" fmla="*/ 0 w 1989456"/>
                <a:gd name="connsiteY14" fmla="*/ 455984 h 1041319"/>
                <a:gd name="connsiteX15" fmla="*/ 0 w 1989456"/>
                <a:gd name="connsiteY15" fmla="*/ 455984 h 1041319"/>
                <a:gd name="connsiteX16" fmla="*/ 0 w 1989456"/>
                <a:gd name="connsiteY16" fmla="*/ 0 h 1041319"/>
                <a:gd name="connsiteX0" fmla="*/ 0 w 1989456"/>
                <a:gd name="connsiteY0" fmla="*/ 0 h 1079419"/>
                <a:gd name="connsiteX1" fmla="*/ 331576 w 1989456"/>
                <a:gd name="connsiteY1" fmla="*/ 0 h 1079419"/>
                <a:gd name="connsiteX2" fmla="*/ 331576 w 1989456"/>
                <a:gd name="connsiteY2" fmla="*/ 0 h 1079419"/>
                <a:gd name="connsiteX3" fmla="*/ 828940 w 1989456"/>
                <a:gd name="connsiteY3" fmla="*/ 0 h 1079419"/>
                <a:gd name="connsiteX4" fmla="*/ 1989456 w 1989456"/>
                <a:gd name="connsiteY4" fmla="*/ 0 h 1079419"/>
                <a:gd name="connsiteX5" fmla="*/ 1989456 w 1989456"/>
                <a:gd name="connsiteY5" fmla="*/ 455984 h 1079419"/>
                <a:gd name="connsiteX6" fmla="*/ 1989456 w 1989456"/>
                <a:gd name="connsiteY6" fmla="*/ 455984 h 1079419"/>
                <a:gd name="connsiteX7" fmla="*/ 1989456 w 1989456"/>
                <a:gd name="connsiteY7" fmla="*/ 651405 h 1079419"/>
                <a:gd name="connsiteX8" fmla="*/ 1989456 w 1989456"/>
                <a:gd name="connsiteY8" fmla="*/ 781686 h 1079419"/>
                <a:gd name="connsiteX9" fmla="*/ 1248040 w 1989456"/>
                <a:gd name="connsiteY9" fmla="*/ 781686 h 1079419"/>
                <a:gd name="connsiteX10" fmla="*/ 1046990 w 1989456"/>
                <a:gd name="connsiteY10" fmla="*/ 1079419 h 1079419"/>
                <a:gd name="connsiteX11" fmla="*/ 769726 w 1989456"/>
                <a:gd name="connsiteY11" fmla="*/ 781686 h 1079419"/>
                <a:gd name="connsiteX12" fmla="*/ 0 w 1989456"/>
                <a:gd name="connsiteY12" fmla="*/ 781686 h 1079419"/>
                <a:gd name="connsiteX13" fmla="*/ 0 w 1989456"/>
                <a:gd name="connsiteY13" fmla="*/ 651405 h 1079419"/>
                <a:gd name="connsiteX14" fmla="*/ 0 w 1989456"/>
                <a:gd name="connsiteY14" fmla="*/ 455984 h 1079419"/>
                <a:gd name="connsiteX15" fmla="*/ 0 w 1989456"/>
                <a:gd name="connsiteY15" fmla="*/ 455984 h 1079419"/>
                <a:gd name="connsiteX16" fmla="*/ 0 w 1989456"/>
                <a:gd name="connsiteY16" fmla="*/ 0 h 1079419"/>
                <a:gd name="connsiteX0" fmla="*/ 0 w 1989456"/>
                <a:gd name="connsiteY0" fmla="*/ 0 h 873364"/>
                <a:gd name="connsiteX1" fmla="*/ 331576 w 1989456"/>
                <a:gd name="connsiteY1" fmla="*/ 0 h 873364"/>
                <a:gd name="connsiteX2" fmla="*/ 331576 w 1989456"/>
                <a:gd name="connsiteY2" fmla="*/ 0 h 873364"/>
                <a:gd name="connsiteX3" fmla="*/ 828940 w 1989456"/>
                <a:gd name="connsiteY3" fmla="*/ 0 h 873364"/>
                <a:gd name="connsiteX4" fmla="*/ 1989456 w 1989456"/>
                <a:gd name="connsiteY4" fmla="*/ 0 h 873364"/>
                <a:gd name="connsiteX5" fmla="*/ 1989456 w 1989456"/>
                <a:gd name="connsiteY5" fmla="*/ 455984 h 873364"/>
                <a:gd name="connsiteX6" fmla="*/ 1989456 w 1989456"/>
                <a:gd name="connsiteY6" fmla="*/ 455984 h 873364"/>
                <a:gd name="connsiteX7" fmla="*/ 1989456 w 1989456"/>
                <a:gd name="connsiteY7" fmla="*/ 651405 h 873364"/>
                <a:gd name="connsiteX8" fmla="*/ 1989456 w 1989456"/>
                <a:gd name="connsiteY8" fmla="*/ 781686 h 873364"/>
                <a:gd name="connsiteX9" fmla="*/ 1248040 w 1989456"/>
                <a:gd name="connsiteY9" fmla="*/ 781686 h 873364"/>
                <a:gd name="connsiteX10" fmla="*/ 1015299 w 1989456"/>
                <a:gd name="connsiteY10" fmla="*/ 873364 h 873364"/>
                <a:gd name="connsiteX11" fmla="*/ 769726 w 1989456"/>
                <a:gd name="connsiteY11" fmla="*/ 781686 h 873364"/>
                <a:gd name="connsiteX12" fmla="*/ 0 w 1989456"/>
                <a:gd name="connsiteY12" fmla="*/ 781686 h 873364"/>
                <a:gd name="connsiteX13" fmla="*/ 0 w 1989456"/>
                <a:gd name="connsiteY13" fmla="*/ 651405 h 873364"/>
                <a:gd name="connsiteX14" fmla="*/ 0 w 1989456"/>
                <a:gd name="connsiteY14" fmla="*/ 455984 h 873364"/>
                <a:gd name="connsiteX15" fmla="*/ 0 w 1989456"/>
                <a:gd name="connsiteY15" fmla="*/ 455984 h 873364"/>
                <a:gd name="connsiteX16" fmla="*/ 0 w 1989456"/>
                <a:gd name="connsiteY16" fmla="*/ 0 h 873364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48040 w 1989456"/>
                <a:gd name="connsiteY9" fmla="*/ 781686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098638 w 1989456"/>
                <a:gd name="connsiteY9" fmla="*/ 741620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869328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997189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38987 w 1989456"/>
                <a:gd name="connsiteY9" fmla="*/ 787410 h 1016458"/>
                <a:gd name="connsiteX10" fmla="*/ 997189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89456" h="1016458">
                  <a:moveTo>
                    <a:pt x="0" y="0"/>
                  </a:moveTo>
                  <a:lnTo>
                    <a:pt x="331576" y="0"/>
                  </a:lnTo>
                  <a:lnTo>
                    <a:pt x="331576" y="0"/>
                  </a:lnTo>
                  <a:lnTo>
                    <a:pt x="828940" y="0"/>
                  </a:lnTo>
                  <a:lnTo>
                    <a:pt x="1989456" y="0"/>
                  </a:lnTo>
                  <a:lnTo>
                    <a:pt x="1989456" y="455984"/>
                  </a:lnTo>
                  <a:lnTo>
                    <a:pt x="1989456" y="455984"/>
                  </a:lnTo>
                  <a:lnTo>
                    <a:pt x="1989456" y="651405"/>
                  </a:lnTo>
                  <a:lnTo>
                    <a:pt x="1989456" y="781686"/>
                  </a:lnTo>
                  <a:lnTo>
                    <a:pt x="1238987" y="787410"/>
                  </a:lnTo>
                  <a:lnTo>
                    <a:pt x="997189" y="1016458"/>
                  </a:lnTo>
                  <a:lnTo>
                    <a:pt x="769726" y="775963"/>
                  </a:lnTo>
                  <a:lnTo>
                    <a:pt x="0" y="781686"/>
                  </a:lnTo>
                  <a:lnTo>
                    <a:pt x="0" y="651405"/>
                  </a:lnTo>
                  <a:lnTo>
                    <a:pt x="0" y="455984"/>
                  </a:lnTo>
                  <a:lnTo>
                    <a:pt x="0" y="45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93D"/>
            </a:solidFill>
            <a:ln>
              <a:solidFill>
                <a:srgbClr val="31393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7819AAD-8EF0-5EFC-B41B-16340AF6BD65}"/>
                </a:ext>
              </a:extLst>
            </p:cNvPr>
            <p:cNvSpPr/>
            <p:nvPr/>
          </p:nvSpPr>
          <p:spPr>
            <a:xfrm>
              <a:off x="7713674" y="0"/>
              <a:ext cx="2423808" cy="44390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306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Speech Bubble: Rectangle 2">
              <a:extLst>
                <a:ext uri="{FF2B5EF4-FFF2-40B4-BE49-F238E27FC236}">
                  <a16:creationId xmlns:a16="http://schemas.microsoft.com/office/drawing/2014/main" id="{06AF00FA-666D-8A3C-0BC4-560BD707BDC8}"/>
                </a:ext>
              </a:extLst>
            </p:cNvPr>
            <p:cNvSpPr/>
            <p:nvPr/>
          </p:nvSpPr>
          <p:spPr>
            <a:xfrm>
              <a:off x="7713674" y="1"/>
              <a:ext cx="2434890" cy="960415"/>
            </a:xfrm>
            <a:custGeom>
              <a:avLst/>
              <a:gdLst>
                <a:gd name="connsiteX0" fmla="*/ 0 w 1989456"/>
                <a:gd name="connsiteY0" fmla="*/ 0 h 781686"/>
                <a:gd name="connsiteX1" fmla="*/ 331576 w 1989456"/>
                <a:gd name="connsiteY1" fmla="*/ 0 h 781686"/>
                <a:gd name="connsiteX2" fmla="*/ 331576 w 1989456"/>
                <a:gd name="connsiteY2" fmla="*/ 0 h 781686"/>
                <a:gd name="connsiteX3" fmla="*/ 828940 w 1989456"/>
                <a:gd name="connsiteY3" fmla="*/ 0 h 781686"/>
                <a:gd name="connsiteX4" fmla="*/ 1989456 w 1989456"/>
                <a:gd name="connsiteY4" fmla="*/ 0 h 781686"/>
                <a:gd name="connsiteX5" fmla="*/ 1989456 w 1989456"/>
                <a:gd name="connsiteY5" fmla="*/ 455984 h 781686"/>
                <a:gd name="connsiteX6" fmla="*/ 1989456 w 1989456"/>
                <a:gd name="connsiteY6" fmla="*/ 455984 h 781686"/>
                <a:gd name="connsiteX7" fmla="*/ 1989456 w 1989456"/>
                <a:gd name="connsiteY7" fmla="*/ 651405 h 781686"/>
                <a:gd name="connsiteX8" fmla="*/ 1989456 w 1989456"/>
                <a:gd name="connsiteY8" fmla="*/ 781686 h 781686"/>
                <a:gd name="connsiteX9" fmla="*/ 828940 w 1989456"/>
                <a:gd name="connsiteY9" fmla="*/ 781686 h 781686"/>
                <a:gd name="connsiteX10" fmla="*/ 580265 w 1989456"/>
                <a:gd name="connsiteY10" fmla="*/ 1031794 h 781686"/>
                <a:gd name="connsiteX11" fmla="*/ 331576 w 1989456"/>
                <a:gd name="connsiteY11" fmla="*/ 781686 h 781686"/>
                <a:gd name="connsiteX12" fmla="*/ 0 w 1989456"/>
                <a:gd name="connsiteY12" fmla="*/ 781686 h 781686"/>
                <a:gd name="connsiteX13" fmla="*/ 0 w 1989456"/>
                <a:gd name="connsiteY13" fmla="*/ 651405 h 781686"/>
                <a:gd name="connsiteX14" fmla="*/ 0 w 1989456"/>
                <a:gd name="connsiteY14" fmla="*/ 455984 h 781686"/>
                <a:gd name="connsiteX15" fmla="*/ 0 w 1989456"/>
                <a:gd name="connsiteY15" fmla="*/ 455984 h 781686"/>
                <a:gd name="connsiteX16" fmla="*/ 0 w 1989456"/>
                <a:gd name="connsiteY16" fmla="*/ 0 h 781686"/>
                <a:gd name="connsiteX0" fmla="*/ 0 w 1989456"/>
                <a:gd name="connsiteY0" fmla="*/ 0 h 1031794"/>
                <a:gd name="connsiteX1" fmla="*/ 331576 w 1989456"/>
                <a:gd name="connsiteY1" fmla="*/ 0 h 1031794"/>
                <a:gd name="connsiteX2" fmla="*/ 331576 w 1989456"/>
                <a:gd name="connsiteY2" fmla="*/ 0 h 1031794"/>
                <a:gd name="connsiteX3" fmla="*/ 828940 w 1989456"/>
                <a:gd name="connsiteY3" fmla="*/ 0 h 1031794"/>
                <a:gd name="connsiteX4" fmla="*/ 1989456 w 1989456"/>
                <a:gd name="connsiteY4" fmla="*/ 0 h 1031794"/>
                <a:gd name="connsiteX5" fmla="*/ 1989456 w 1989456"/>
                <a:gd name="connsiteY5" fmla="*/ 455984 h 1031794"/>
                <a:gd name="connsiteX6" fmla="*/ 1989456 w 1989456"/>
                <a:gd name="connsiteY6" fmla="*/ 455984 h 1031794"/>
                <a:gd name="connsiteX7" fmla="*/ 1989456 w 1989456"/>
                <a:gd name="connsiteY7" fmla="*/ 651405 h 1031794"/>
                <a:gd name="connsiteX8" fmla="*/ 1989456 w 1989456"/>
                <a:gd name="connsiteY8" fmla="*/ 781686 h 1031794"/>
                <a:gd name="connsiteX9" fmla="*/ 1248040 w 1989456"/>
                <a:gd name="connsiteY9" fmla="*/ 781686 h 1031794"/>
                <a:gd name="connsiteX10" fmla="*/ 580265 w 1989456"/>
                <a:gd name="connsiteY10" fmla="*/ 1031794 h 1031794"/>
                <a:gd name="connsiteX11" fmla="*/ 331576 w 1989456"/>
                <a:gd name="connsiteY11" fmla="*/ 781686 h 1031794"/>
                <a:gd name="connsiteX12" fmla="*/ 0 w 1989456"/>
                <a:gd name="connsiteY12" fmla="*/ 781686 h 1031794"/>
                <a:gd name="connsiteX13" fmla="*/ 0 w 1989456"/>
                <a:gd name="connsiteY13" fmla="*/ 651405 h 1031794"/>
                <a:gd name="connsiteX14" fmla="*/ 0 w 1989456"/>
                <a:gd name="connsiteY14" fmla="*/ 455984 h 1031794"/>
                <a:gd name="connsiteX15" fmla="*/ 0 w 1989456"/>
                <a:gd name="connsiteY15" fmla="*/ 455984 h 1031794"/>
                <a:gd name="connsiteX16" fmla="*/ 0 w 1989456"/>
                <a:gd name="connsiteY16" fmla="*/ 0 h 1031794"/>
                <a:gd name="connsiteX0" fmla="*/ 0 w 1989456"/>
                <a:gd name="connsiteY0" fmla="*/ 0 h 1031794"/>
                <a:gd name="connsiteX1" fmla="*/ 331576 w 1989456"/>
                <a:gd name="connsiteY1" fmla="*/ 0 h 1031794"/>
                <a:gd name="connsiteX2" fmla="*/ 331576 w 1989456"/>
                <a:gd name="connsiteY2" fmla="*/ 0 h 1031794"/>
                <a:gd name="connsiteX3" fmla="*/ 828940 w 1989456"/>
                <a:gd name="connsiteY3" fmla="*/ 0 h 1031794"/>
                <a:gd name="connsiteX4" fmla="*/ 1989456 w 1989456"/>
                <a:gd name="connsiteY4" fmla="*/ 0 h 1031794"/>
                <a:gd name="connsiteX5" fmla="*/ 1989456 w 1989456"/>
                <a:gd name="connsiteY5" fmla="*/ 455984 h 1031794"/>
                <a:gd name="connsiteX6" fmla="*/ 1989456 w 1989456"/>
                <a:gd name="connsiteY6" fmla="*/ 455984 h 1031794"/>
                <a:gd name="connsiteX7" fmla="*/ 1989456 w 1989456"/>
                <a:gd name="connsiteY7" fmla="*/ 651405 h 1031794"/>
                <a:gd name="connsiteX8" fmla="*/ 1989456 w 1989456"/>
                <a:gd name="connsiteY8" fmla="*/ 781686 h 1031794"/>
                <a:gd name="connsiteX9" fmla="*/ 1248040 w 1989456"/>
                <a:gd name="connsiteY9" fmla="*/ 781686 h 1031794"/>
                <a:gd name="connsiteX10" fmla="*/ 580265 w 1989456"/>
                <a:gd name="connsiteY10" fmla="*/ 1031794 h 1031794"/>
                <a:gd name="connsiteX11" fmla="*/ 769726 w 1989456"/>
                <a:gd name="connsiteY11" fmla="*/ 781686 h 1031794"/>
                <a:gd name="connsiteX12" fmla="*/ 0 w 1989456"/>
                <a:gd name="connsiteY12" fmla="*/ 781686 h 1031794"/>
                <a:gd name="connsiteX13" fmla="*/ 0 w 1989456"/>
                <a:gd name="connsiteY13" fmla="*/ 651405 h 1031794"/>
                <a:gd name="connsiteX14" fmla="*/ 0 w 1989456"/>
                <a:gd name="connsiteY14" fmla="*/ 455984 h 1031794"/>
                <a:gd name="connsiteX15" fmla="*/ 0 w 1989456"/>
                <a:gd name="connsiteY15" fmla="*/ 455984 h 1031794"/>
                <a:gd name="connsiteX16" fmla="*/ 0 w 1989456"/>
                <a:gd name="connsiteY16" fmla="*/ 0 h 1031794"/>
                <a:gd name="connsiteX0" fmla="*/ 0 w 1989456"/>
                <a:gd name="connsiteY0" fmla="*/ 0 h 1050844"/>
                <a:gd name="connsiteX1" fmla="*/ 331576 w 1989456"/>
                <a:gd name="connsiteY1" fmla="*/ 0 h 1050844"/>
                <a:gd name="connsiteX2" fmla="*/ 331576 w 1989456"/>
                <a:gd name="connsiteY2" fmla="*/ 0 h 1050844"/>
                <a:gd name="connsiteX3" fmla="*/ 828940 w 1989456"/>
                <a:gd name="connsiteY3" fmla="*/ 0 h 1050844"/>
                <a:gd name="connsiteX4" fmla="*/ 1989456 w 1989456"/>
                <a:gd name="connsiteY4" fmla="*/ 0 h 1050844"/>
                <a:gd name="connsiteX5" fmla="*/ 1989456 w 1989456"/>
                <a:gd name="connsiteY5" fmla="*/ 455984 h 1050844"/>
                <a:gd name="connsiteX6" fmla="*/ 1989456 w 1989456"/>
                <a:gd name="connsiteY6" fmla="*/ 455984 h 1050844"/>
                <a:gd name="connsiteX7" fmla="*/ 1989456 w 1989456"/>
                <a:gd name="connsiteY7" fmla="*/ 651405 h 1050844"/>
                <a:gd name="connsiteX8" fmla="*/ 1989456 w 1989456"/>
                <a:gd name="connsiteY8" fmla="*/ 781686 h 1050844"/>
                <a:gd name="connsiteX9" fmla="*/ 1248040 w 1989456"/>
                <a:gd name="connsiteY9" fmla="*/ 781686 h 1050844"/>
                <a:gd name="connsiteX10" fmla="*/ 961265 w 1989456"/>
                <a:gd name="connsiteY10" fmla="*/ 1050844 h 1050844"/>
                <a:gd name="connsiteX11" fmla="*/ 769726 w 1989456"/>
                <a:gd name="connsiteY11" fmla="*/ 781686 h 1050844"/>
                <a:gd name="connsiteX12" fmla="*/ 0 w 1989456"/>
                <a:gd name="connsiteY12" fmla="*/ 781686 h 1050844"/>
                <a:gd name="connsiteX13" fmla="*/ 0 w 1989456"/>
                <a:gd name="connsiteY13" fmla="*/ 651405 h 1050844"/>
                <a:gd name="connsiteX14" fmla="*/ 0 w 1989456"/>
                <a:gd name="connsiteY14" fmla="*/ 455984 h 1050844"/>
                <a:gd name="connsiteX15" fmla="*/ 0 w 1989456"/>
                <a:gd name="connsiteY15" fmla="*/ 455984 h 1050844"/>
                <a:gd name="connsiteX16" fmla="*/ 0 w 1989456"/>
                <a:gd name="connsiteY16" fmla="*/ 0 h 1050844"/>
                <a:gd name="connsiteX0" fmla="*/ 0 w 1989456"/>
                <a:gd name="connsiteY0" fmla="*/ 0 h 1041319"/>
                <a:gd name="connsiteX1" fmla="*/ 331576 w 1989456"/>
                <a:gd name="connsiteY1" fmla="*/ 0 h 1041319"/>
                <a:gd name="connsiteX2" fmla="*/ 331576 w 1989456"/>
                <a:gd name="connsiteY2" fmla="*/ 0 h 1041319"/>
                <a:gd name="connsiteX3" fmla="*/ 828940 w 1989456"/>
                <a:gd name="connsiteY3" fmla="*/ 0 h 1041319"/>
                <a:gd name="connsiteX4" fmla="*/ 1989456 w 1989456"/>
                <a:gd name="connsiteY4" fmla="*/ 0 h 1041319"/>
                <a:gd name="connsiteX5" fmla="*/ 1989456 w 1989456"/>
                <a:gd name="connsiteY5" fmla="*/ 455984 h 1041319"/>
                <a:gd name="connsiteX6" fmla="*/ 1989456 w 1989456"/>
                <a:gd name="connsiteY6" fmla="*/ 455984 h 1041319"/>
                <a:gd name="connsiteX7" fmla="*/ 1989456 w 1989456"/>
                <a:gd name="connsiteY7" fmla="*/ 651405 h 1041319"/>
                <a:gd name="connsiteX8" fmla="*/ 1989456 w 1989456"/>
                <a:gd name="connsiteY8" fmla="*/ 781686 h 1041319"/>
                <a:gd name="connsiteX9" fmla="*/ 1248040 w 1989456"/>
                <a:gd name="connsiteY9" fmla="*/ 781686 h 1041319"/>
                <a:gd name="connsiteX10" fmla="*/ 1046990 w 1989456"/>
                <a:gd name="connsiteY10" fmla="*/ 1041319 h 1041319"/>
                <a:gd name="connsiteX11" fmla="*/ 769726 w 1989456"/>
                <a:gd name="connsiteY11" fmla="*/ 781686 h 1041319"/>
                <a:gd name="connsiteX12" fmla="*/ 0 w 1989456"/>
                <a:gd name="connsiteY12" fmla="*/ 781686 h 1041319"/>
                <a:gd name="connsiteX13" fmla="*/ 0 w 1989456"/>
                <a:gd name="connsiteY13" fmla="*/ 651405 h 1041319"/>
                <a:gd name="connsiteX14" fmla="*/ 0 w 1989456"/>
                <a:gd name="connsiteY14" fmla="*/ 455984 h 1041319"/>
                <a:gd name="connsiteX15" fmla="*/ 0 w 1989456"/>
                <a:gd name="connsiteY15" fmla="*/ 455984 h 1041319"/>
                <a:gd name="connsiteX16" fmla="*/ 0 w 1989456"/>
                <a:gd name="connsiteY16" fmla="*/ 0 h 1041319"/>
                <a:gd name="connsiteX0" fmla="*/ 0 w 1989456"/>
                <a:gd name="connsiteY0" fmla="*/ 0 h 1079419"/>
                <a:gd name="connsiteX1" fmla="*/ 331576 w 1989456"/>
                <a:gd name="connsiteY1" fmla="*/ 0 h 1079419"/>
                <a:gd name="connsiteX2" fmla="*/ 331576 w 1989456"/>
                <a:gd name="connsiteY2" fmla="*/ 0 h 1079419"/>
                <a:gd name="connsiteX3" fmla="*/ 828940 w 1989456"/>
                <a:gd name="connsiteY3" fmla="*/ 0 h 1079419"/>
                <a:gd name="connsiteX4" fmla="*/ 1989456 w 1989456"/>
                <a:gd name="connsiteY4" fmla="*/ 0 h 1079419"/>
                <a:gd name="connsiteX5" fmla="*/ 1989456 w 1989456"/>
                <a:gd name="connsiteY5" fmla="*/ 455984 h 1079419"/>
                <a:gd name="connsiteX6" fmla="*/ 1989456 w 1989456"/>
                <a:gd name="connsiteY6" fmla="*/ 455984 h 1079419"/>
                <a:gd name="connsiteX7" fmla="*/ 1989456 w 1989456"/>
                <a:gd name="connsiteY7" fmla="*/ 651405 h 1079419"/>
                <a:gd name="connsiteX8" fmla="*/ 1989456 w 1989456"/>
                <a:gd name="connsiteY8" fmla="*/ 781686 h 1079419"/>
                <a:gd name="connsiteX9" fmla="*/ 1248040 w 1989456"/>
                <a:gd name="connsiteY9" fmla="*/ 781686 h 1079419"/>
                <a:gd name="connsiteX10" fmla="*/ 1046990 w 1989456"/>
                <a:gd name="connsiteY10" fmla="*/ 1079419 h 1079419"/>
                <a:gd name="connsiteX11" fmla="*/ 769726 w 1989456"/>
                <a:gd name="connsiteY11" fmla="*/ 781686 h 1079419"/>
                <a:gd name="connsiteX12" fmla="*/ 0 w 1989456"/>
                <a:gd name="connsiteY12" fmla="*/ 781686 h 1079419"/>
                <a:gd name="connsiteX13" fmla="*/ 0 w 1989456"/>
                <a:gd name="connsiteY13" fmla="*/ 651405 h 1079419"/>
                <a:gd name="connsiteX14" fmla="*/ 0 w 1989456"/>
                <a:gd name="connsiteY14" fmla="*/ 455984 h 1079419"/>
                <a:gd name="connsiteX15" fmla="*/ 0 w 1989456"/>
                <a:gd name="connsiteY15" fmla="*/ 455984 h 1079419"/>
                <a:gd name="connsiteX16" fmla="*/ 0 w 1989456"/>
                <a:gd name="connsiteY16" fmla="*/ 0 h 1079419"/>
                <a:gd name="connsiteX0" fmla="*/ 0 w 1989456"/>
                <a:gd name="connsiteY0" fmla="*/ 0 h 873364"/>
                <a:gd name="connsiteX1" fmla="*/ 331576 w 1989456"/>
                <a:gd name="connsiteY1" fmla="*/ 0 h 873364"/>
                <a:gd name="connsiteX2" fmla="*/ 331576 w 1989456"/>
                <a:gd name="connsiteY2" fmla="*/ 0 h 873364"/>
                <a:gd name="connsiteX3" fmla="*/ 828940 w 1989456"/>
                <a:gd name="connsiteY3" fmla="*/ 0 h 873364"/>
                <a:gd name="connsiteX4" fmla="*/ 1989456 w 1989456"/>
                <a:gd name="connsiteY4" fmla="*/ 0 h 873364"/>
                <a:gd name="connsiteX5" fmla="*/ 1989456 w 1989456"/>
                <a:gd name="connsiteY5" fmla="*/ 455984 h 873364"/>
                <a:gd name="connsiteX6" fmla="*/ 1989456 w 1989456"/>
                <a:gd name="connsiteY6" fmla="*/ 455984 h 873364"/>
                <a:gd name="connsiteX7" fmla="*/ 1989456 w 1989456"/>
                <a:gd name="connsiteY7" fmla="*/ 651405 h 873364"/>
                <a:gd name="connsiteX8" fmla="*/ 1989456 w 1989456"/>
                <a:gd name="connsiteY8" fmla="*/ 781686 h 873364"/>
                <a:gd name="connsiteX9" fmla="*/ 1248040 w 1989456"/>
                <a:gd name="connsiteY9" fmla="*/ 781686 h 873364"/>
                <a:gd name="connsiteX10" fmla="*/ 1015299 w 1989456"/>
                <a:gd name="connsiteY10" fmla="*/ 873364 h 873364"/>
                <a:gd name="connsiteX11" fmla="*/ 769726 w 1989456"/>
                <a:gd name="connsiteY11" fmla="*/ 781686 h 873364"/>
                <a:gd name="connsiteX12" fmla="*/ 0 w 1989456"/>
                <a:gd name="connsiteY12" fmla="*/ 781686 h 873364"/>
                <a:gd name="connsiteX13" fmla="*/ 0 w 1989456"/>
                <a:gd name="connsiteY13" fmla="*/ 651405 h 873364"/>
                <a:gd name="connsiteX14" fmla="*/ 0 w 1989456"/>
                <a:gd name="connsiteY14" fmla="*/ 455984 h 873364"/>
                <a:gd name="connsiteX15" fmla="*/ 0 w 1989456"/>
                <a:gd name="connsiteY15" fmla="*/ 455984 h 873364"/>
                <a:gd name="connsiteX16" fmla="*/ 0 w 1989456"/>
                <a:gd name="connsiteY16" fmla="*/ 0 h 873364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48040 w 1989456"/>
                <a:gd name="connsiteY9" fmla="*/ 781686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098638 w 1989456"/>
                <a:gd name="connsiteY9" fmla="*/ 741620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769726 w 1989456"/>
                <a:gd name="connsiteY11" fmla="*/ 781686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869328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1010771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25404 w 1989456"/>
                <a:gd name="connsiteY9" fmla="*/ 798858 h 1016458"/>
                <a:gd name="connsiteX10" fmla="*/ 997189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  <a:gd name="connsiteX0" fmla="*/ 0 w 1989456"/>
                <a:gd name="connsiteY0" fmla="*/ 0 h 1016458"/>
                <a:gd name="connsiteX1" fmla="*/ 331576 w 1989456"/>
                <a:gd name="connsiteY1" fmla="*/ 0 h 1016458"/>
                <a:gd name="connsiteX2" fmla="*/ 331576 w 1989456"/>
                <a:gd name="connsiteY2" fmla="*/ 0 h 1016458"/>
                <a:gd name="connsiteX3" fmla="*/ 828940 w 1989456"/>
                <a:gd name="connsiteY3" fmla="*/ 0 h 1016458"/>
                <a:gd name="connsiteX4" fmla="*/ 1989456 w 1989456"/>
                <a:gd name="connsiteY4" fmla="*/ 0 h 1016458"/>
                <a:gd name="connsiteX5" fmla="*/ 1989456 w 1989456"/>
                <a:gd name="connsiteY5" fmla="*/ 455984 h 1016458"/>
                <a:gd name="connsiteX6" fmla="*/ 1989456 w 1989456"/>
                <a:gd name="connsiteY6" fmla="*/ 455984 h 1016458"/>
                <a:gd name="connsiteX7" fmla="*/ 1989456 w 1989456"/>
                <a:gd name="connsiteY7" fmla="*/ 651405 h 1016458"/>
                <a:gd name="connsiteX8" fmla="*/ 1989456 w 1989456"/>
                <a:gd name="connsiteY8" fmla="*/ 781686 h 1016458"/>
                <a:gd name="connsiteX9" fmla="*/ 1238987 w 1989456"/>
                <a:gd name="connsiteY9" fmla="*/ 787410 h 1016458"/>
                <a:gd name="connsiteX10" fmla="*/ 997189 w 1989456"/>
                <a:gd name="connsiteY10" fmla="*/ 1016458 h 1016458"/>
                <a:gd name="connsiteX11" fmla="*/ 769726 w 1989456"/>
                <a:gd name="connsiteY11" fmla="*/ 775963 h 1016458"/>
                <a:gd name="connsiteX12" fmla="*/ 0 w 1989456"/>
                <a:gd name="connsiteY12" fmla="*/ 781686 h 1016458"/>
                <a:gd name="connsiteX13" fmla="*/ 0 w 1989456"/>
                <a:gd name="connsiteY13" fmla="*/ 651405 h 1016458"/>
                <a:gd name="connsiteX14" fmla="*/ 0 w 1989456"/>
                <a:gd name="connsiteY14" fmla="*/ 455984 h 1016458"/>
                <a:gd name="connsiteX15" fmla="*/ 0 w 1989456"/>
                <a:gd name="connsiteY15" fmla="*/ 455984 h 1016458"/>
                <a:gd name="connsiteX16" fmla="*/ 0 w 1989456"/>
                <a:gd name="connsiteY16" fmla="*/ 0 h 1016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89456" h="1016458">
                  <a:moveTo>
                    <a:pt x="0" y="0"/>
                  </a:moveTo>
                  <a:lnTo>
                    <a:pt x="331576" y="0"/>
                  </a:lnTo>
                  <a:lnTo>
                    <a:pt x="331576" y="0"/>
                  </a:lnTo>
                  <a:lnTo>
                    <a:pt x="828940" y="0"/>
                  </a:lnTo>
                  <a:lnTo>
                    <a:pt x="1989456" y="0"/>
                  </a:lnTo>
                  <a:lnTo>
                    <a:pt x="1989456" y="455984"/>
                  </a:lnTo>
                  <a:lnTo>
                    <a:pt x="1989456" y="455984"/>
                  </a:lnTo>
                  <a:lnTo>
                    <a:pt x="1989456" y="651405"/>
                  </a:lnTo>
                  <a:lnTo>
                    <a:pt x="1989456" y="781686"/>
                  </a:lnTo>
                  <a:lnTo>
                    <a:pt x="1238987" y="787410"/>
                  </a:lnTo>
                  <a:lnTo>
                    <a:pt x="997189" y="1016458"/>
                  </a:lnTo>
                  <a:lnTo>
                    <a:pt x="769726" y="775963"/>
                  </a:lnTo>
                  <a:lnTo>
                    <a:pt x="0" y="781686"/>
                  </a:lnTo>
                  <a:lnTo>
                    <a:pt x="0" y="651405"/>
                  </a:lnTo>
                  <a:lnTo>
                    <a:pt x="0" y="455984"/>
                  </a:lnTo>
                  <a:lnTo>
                    <a:pt x="0" y="45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56"/>
            </a:solidFill>
            <a:ln>
              <a:solidFill>
                <a:srgbClr val="E306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0A017-CB9A-8D88-770F-9B5FCE4CADB8}"/>
                </a:ext>
              </a:extLst>
            </p:cNvPr>
            <p:cNvSpPr/>
            <p:nvPr/>
          </p:nvSpPr>
          <p:spPr>
            <a:xfrm>
              <a:off x="0" y="197860"/>
              <a:ext cx="2221936" cy="74998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800"/>
                </a:spcAft>
              </a:pPr>
              <a:r>
                <a:rPr lang="en-US" sz="1000" b="1" kern="1200" dirty="0">
                  <a:solidFill>
                    <a:srgbClr val="FFFFFF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BY Equipment Type</a:t>
              </a:r>
              <a:endParaRPr lang="en-IN" sz="10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endParaRPr>
            </a:p>
          </p:txBody>
        </p:sp>
        <p:sp>
          <p:nvSpPr>
            <p:cNvPr id="22" name="TextBox 3">
              <a:extLst>
                <a:ext uri="{FF2B5EF4-FFF2-40B4-BE49-F238E27FC236}">
                  <a16:creationId xmlns:a16="http://schemas.microsoft.com/office/drawing/2014/main" id="{73068046-E07E-8335-7E0F-865149B3E7A9}"/>
                </a:ext>
              </a:extLst>
            </p:cNvPr>
            <p:cNvSpPr txBox="1"/>
            <p:nvPr/>
          </p:nvSpPr>
          <p:spPr>
            <a:xfrm>
              <a:off x="115795" y="1159380"/>
              <a:ext cx="2517894" cy="31408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Spider Lifts</a:t>
              </a:r>
            </a:p>
            <a:p>
              <a:pPr lvl="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Truck-Mounted Elevated Platforms</a:t>
              </a:r>
            </a:p>
            <a:p>
              <a:pPr lvl="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Trailer-Mounted Platforms</a:t>
              </a:r>
            </a:p>
            <a:p>
              <a:pPr lvl="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Self-Propelled Aerial Work Platforms</a:t>
              </a:r>
            </a:p>
            <a:p>
              <a:pPr lvl="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Vertical Mast Lifts</a:t>
              </a:r>
            </a:p>
            <a:p>
              <a:pPr lvl="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Others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9BA1717-CBA6-24CD-73F0-50130F65EF37}"/>
                </a:ext>
              </a:extLst>
            </p:cNvPr>
            <p:cNvSpPr/>
            <p:nvPr/>
          </p:nvSpPr>
          <p:spPr>
            <a:xfrm>
              <a:off x="2744569" y="197860"/>
              <a:ext cx="1911474" cy="74998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800"/>
                </a:spcAft>
              </a:pPr>
              <a:r>
                <a:rPr lang="en-US" sz="1000" b="1" kern="1200" dirty="0">
                  <a:solidFill>
                    <a:srgbClr val="FFFFFF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BY Power Source</a:t>
              </a:r>
              <a:endParaRPr lang="en-IN" sz="10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endParaRPr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6425C25E-E26C-D850-7D8C-5782A53EB13E}"/>
                </a:ext>
              </a:extLst>
            </p:cNvPr>
            <p:cNvSpPr txBox="1"/>
            <p:nvPr/>
          </p:nvSpPr>
          <p:spPr>
            <a:xfrm>
              <a:off x="2283761" y="900620"/>
              <a:ext cx="2855655" cy="352940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Diesel-Powered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Hybrid / Electric-Powered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Emerging Battery-Swap Models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Others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14BC94-1E70-F17D-3737-EF45D38B69D9}"/>
                </a:ext>
              </a:extLst>
            </p:cNvPr>
            <p:cNvSpPr/>
            <p:nvPr/>
          </p:nvSpPr>
          <p:spPr>
            <a:xfrm>
              <a:off x="5350649" y="-2"/>
              <a:ext cx="2058791" cy="74998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800"/>
                </a:spcAft>
              </a:pPr>
              <a:r>
                <a:rPr lang="en-US" sz="1000" b="1" kern="1200" dirty="0">
                  <a:solidFill>
                    <a:srgbClr val="FFFFFF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BY </a:t>
              </a:r>
              <a:r>
                <a:rPr lang="en-US" sz="1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Application</a:t>
              </a:r>
              <a:endParaRPr lang="en-IN" sz="10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endParaRPr>
            </a:p>
          </p:txBody>
        </p:sp>
        <p:sp>
          <p:nvSpPr>
            <p:cNvPr id="26" name="TextBox 8">
              <a:extLst>
                <a:ext uri="{FF2B5EF4-FFF2-40B4-BE49-F238E27FC236}">
                  <a16:creationId xmlns:a16="http://schemas.microsoft.com/office/drawing/2014/main" id="{0B0CDCC9-9034-C0E0-AF6B-7F98A3281E37}"/>
                </a:ext>
              </a:extLst>
            </p:cNvPr>
            <p:cNvSpPr txBox="1"/>
            <p:nvPr/>
          </p:nvSpPr>
          <p:spPr>
            <a:xfrm>
              <a:off x="4789830" y="1056763"/>
              <a:ext cx="2737382" cy="32434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Construction &amp; Building Maintenance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Utility &amp; Infrastructure 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Tree Care &amp; Landscaping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Mining &amp; Industrial Maintenance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Facility Management &amp; Warehousing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Others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D10C981-9CB1-ED41-093E-471F63AD800C}"/>
                </a:ext>
              </a:extLst>
            </p:cNvPr>
            <p:cNvSpPr/>
            <p:nvPr/>
          </p:nvSpPr>
          <p:spPr>
            <a:xfrm>
              <a:off x="7507972" y="197851"/>
              <a:ext cx="2921632" cy="74998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ctr">
                <a:lnSpc>
                  <a:spcPct val="130000"/>
                </a:lnSpc>
                <a:spcAft>
                  <a:spcPts val="800"/>
                </a:spcAft>
              </a:pPr>
              <a:r>
                <a:rPr lang="en-US" sz="1000" b="1" kern="1200" dirty="0">
                  <a:solidFill>
                    <a:srgbClr val="FFFFFF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BY </a:t>
              </a:r>
              <a:r>
                <a:rPr lang="en-US" sz="1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Customer Profile</a:t>
              </a:r>
              <a:endParaRPr lang="en-IN" sz="10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endParaRPr>
            </a:p>
          </p:txBody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3EE917C7-B1AB-EE7E-1C57-8E183BFEECC8}"/>
                </a:ext>
              </a:extLst>
            </p:cNvPr>
            <p:cNvSpPr txBox="1"/>
            <p:nvPr/>
          </p:nvSpPr>
          <p:spPr>
            <a:xfrm>
              <a:off x="7579230" y="1159375"/>
              <a:ext cx="3677042" cy="201617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Rental Companies 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Contractors 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Municipalities &amp; Public Sector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Facility Owners &amp; Property Managers</a:t>
              </a:r>
            </a:p>
            <a:p>
              <a:pPr marL="457200" indent="-228600" algn="l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800" kern="1200" dirty="0">
                  <a:solidFill>
                    <a:srgbClr val="000000"/>
                  </a:solidFill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Mangal" panose="02040503050203030202" pitchFamily="18" charset="0"/>
                </a:rPr>
                <a:t>Others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F76CADA-5F22-A9AA-4E87-135CBF673EA1}"/>
              </a:ext>
            </a:extLst>
          </p:cNvPr>
          <p:cNvSpPr/>
          <p:nvPr/>
        </p:nvSpPr>
        <p:spPr>
          <a:xfrm>
            <a:off x="9277089" y="1903876"/>
            <a:ext cx="1448473" cy="2582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E306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5" name="Speech Bubble: Rectangle 2">
            <a:extLst>
              <a:ext uri="{FF2B5EF4-FFF2-40B4-BE49-F238E27FC236}">
                <a16:creationId xmlns:a16="http://schemas.microsoft.com/office/drawing/2014/main" id="{66FF18F3-5C1E-C3E5-1F7D-E6B27598C487}"/>
              </a:ext>
            </a:extLst>
          </p:cNvPr>
          <p:cNvSpPr/>
          <p:nvPr/>
        </p:nvSpPr>
        <p:spPr>
          <a:xfrm>
            <a:off x="9279604" y="1904212"/>
            <a:ext cx="1455096" cy="558749"/>
          </a:xfrm>
          <a:custGeom>
            <a:avLst/>
            <a:gdLst>
              <a:gd name="connsiteX0" fmla="*/ 0 w 1989456"/>
              <a:gd name="connsiteY0" fmla="*/ 0 h 781686"/>
              <a:gd name="connsiteX1" fmla="*/ 331576 w 1989456"/>
              <a:gd name="connsiteY1" fmla="*/ 0 h 781686"/>
              <a:gd name="connsiteX2" fmla="*/ 331576 w 1989456"/>
              <a:gd name="connsiteY2" fmla="*/ 0 h 781686"/>
              <a:gd name="connsiteX3" fmla="*/ 828940 w 1989456"/>
              <a:gd name="connsiteY3" fmla="*/ 0 h 781686"/>
              <a:gd name="connsiteX4" fmla="*/ 1989456 w 1989456"/>
              <a:gd name="connsiteY4" fmla="*/ 0 h 781686"/>
              <a:gd name="connsiteX5" fmla="*/ 1989456 w 1989456"/>
              <a:gd name="connsiteY5" fmla="*/ 455984 h 781686"/>
              <a:gd name="connsiteX6" fmla="*/ 1989456 w 1989456"/>
              <a:gd name="connsiteY6" fmla="*/ 455984 h 781686"/>
              <a:gd name="connsiteX7" fmla="*/ 1989456 w 1989456"/>
              <a:gd name="connsiteY7" fmla="*/ 651405 h 781686"/>
              <a:gd name="connsiteX8" fmla="*/ 1989456 w 1989456"/>
              <a:gd name="connsiteY8" fmla="*/ 781686 h 781686"/>
              <a:gd name="connsiteX9" fmla="*/ 828940 w 1989456"/>
              <a:gd name="connsiteY9" fmla="*/ 781686 h 781686"/>
              <a:gd name="connsiteX10" fmla="*/ 580265 w 1989456"/>
              <a:gd name="connsiteY10" fmla="*/ 1031794 h 781686"/>
              <a:gd name="connsiteX11" fmla="*/ 331576 w 1989456"/>
              <a:gd name="connsiteY11" fmla="*/ 781686 h 781686"/>
              <a:gd name="connsiteX12" fmla="*/ 0 w 1989456"/>
              <a:gd name="connsiteY12" fmla="*/ 781686 h 781686"/>
              <a:gd name="connsiteX13" fmla="*/ 0 w 1989456"/>
              <a:gd name="connsiteY13" fmla="*/ 651405 h 781686"/>
              <a:gd name="connsiteX14" fmla="*/ 0 w 1989456"/>
              <a:gd name="connsiteY14" fmla="*/ 455984 h 781686"/>
              <a:gd name="connsiteX15" fmla="*/ 0 w 1989456"/>
              <a:gd name="connsiteY15" fmla="*/ 455984 h 781686"/>
              <a:gd name="connsiteX16" fmla="*/ 0 w 1989456"/>
              <a:gd name="connsiteY16" fmla="*/ 0 h 781686"/>
              <a:gd name="connsiteX0" fmla="*/ 0 w 1989456"/>
              <a:gd name="connsiteY0" fmla="*/ 0 h 1031794"/>
              <a:gd name="connsiteX1" fmla="*/ 331576 w 1989456"/>
              <a:gd name="connsiteY1" fmla="*/ 0 h 1031794"/>
              <a:gd name="connsiteX2" fmla="*/ 331576 w 1989456"/>
              <a:gd name="connsiteY2" fmla="*/ 0 h 1031794"/>
              <a:gd name="connsiteX3" fmla="*/ 828940 w 1989456"/>
              <a:gd name="connsiteY3" fmla="*/ 0 h 1031794"/>
              <a:gd name="connsiteX4" fmla="*/ 1989456 w 1989456"/>
              <a:gd name="connsiteY4" fmla="*/ 0 h 1031794"/>
              <a:gd name="connsiteX5" fmla="*/ 1989456 w 1989456"/>
              <a:gd name="connsiteY5" fmla="*/ 455984 h 1031794"/>
              <a:gd name="connsiteX6" fmla="*/ 1989456 w 1989456"/>
              <a:gd name="connsiteY6" fmla="*/ 455984 h 1031794"/>
              <a:gd name="connsiteX7" fmla="*/ 1989456 w 1989456"/>
              <a:gd name="connsiteY7" fmla="*/ 651405 h 1031794"/>
              <a:gd name="connsiteX8" fmla="*/ 1989456 w 1989456"/>
              <a:gd name="connsiteY8" fmla="*/ 781686 h 1031794"/>
              <a:gd name="connsiteX9" fmla="*/ 1248040 w 1989456"/>
              <a:gd name="connsiteY9" fmla="*/ 781686 h 1031794"/>
              <a:gd name="connsiteX10" fmla="*/ 580265 w 1989456"/>
              <a:gd name="connsiteY10" fmla="*/ 1031794 h 1031794"/>
              <a:gd name="connsiteX11" fmla="*/ 331576 w 1989456"/>
              <a:gd name="connsiteY11" fmla="*/ 781686 h 1031794"/>
              <a:gd name="connsiteX12" fmla="*/ 0 w 1989456"/>
              <a:gd name="connsiteY12" fmla="*/ 781686 h 1031794"/>
              <a:gd name="connsiteX13" fmla="*/ 0 w 1989456"/>
              <a:gd name="connsiteY13" fmla="*/ 651405 h 1031794"/>
              <a:gd name="connsiteX14" fmla="*/ 0 w 1989456"/>
              <a:gd name="connsiteY14" fmla="*/ 455984 h 1031794"/>
              <a:gd name="connsiteX15" fmla="*/ 0 w 1989456"/>
              <a:gd name="connsiteY15" fmla="*/ 455984 h 1031794"/>
              <a:gd name="connsiteX16" fmla="*/ 0 w 1989456"/>
              <a:gd name="connsiteY16" fmla="*/ 0 h 1031794"/>
              <a:gd name="connsiteX0" fmla="*/ 0 w 1989456"/>
              <a:gd name="connsiteY0" fmla="*/ 0 h 1031794"/>
              <a:gd name="connsiteX1" fmla="*/ 331576 w 1989456"/>
              <a:gd name="connsiteY1" fmla="*/ 0 h 1031794"/>
              <a:gd name="connsiteX2" fmla="*/ 331576 w 1989456"/>
              <a:gd name="connsiteY2" fmla="*/ 0 h 1031794"/>
              <a:gd name="connsiteX3" fmla="*/ 828940 w 1989456"/>
              <a:gd name="connsiteY3" fmla="*/ 0 h 1031794"/>
              <a:gd name="connsiteX4" fmla="*/ 1989456 w 1989456"/>
              <a:gd name="connsiteY4" fmla="*/ 0 h 1031794"/>
              <a:gd name="connsiteX5" fmla="*/ 1989456 w 1989456"/>
              <a:gd name="connsiteY5" fmla="*/ 455984 h 1031794"/>
              <a:gd name="connsiteX6" fmla="*/ 1989456 w 1989456"/>
              <a:gd name="connsiteY6" fmla="*/ 455984 h 1031794"/>
              <a:gd name="connsiteX7" fmla="*/ 1989456 w 1989456"/>
              <a:gd name="connsiteY7" fmla="*/ 651405 h 1031794"/>
              <a:gd name="connsiteX8" fmla="*/ 1989456 w 1989456"/>
              <a:gd name="connsiteY8" fmla="*/ 781686 h 1031794"/>
              <a:gd name="connsiteX9" fmla="*/ 1248040 w 1989456"/>
              <a:gd name="connsiteY9" fmla="*/ 781686 h 1031794"/>
              <a:gd name="connsiteX10" fmla="*/ 580265 w 1989456"/>
              <a:gd name="connsiteY10" fmla="*/ 1031794 h 1031794"/>
              <a:gd name="connsiteX11" fmla="*/ 769726 w 1989456"/>
              <a:gd name="connsiteY11" fmla="*/ 781686 h 1031794"/>
              <a:gd name="connsiteX12" fmla="*/ 0 w 1989456"/>
              <a:gd name="connsiteY12" fmla="*/ 781686 h 1031794"/>
              <a:gd name="connsiteX13" fmla="*/ 0 w 1989456"/>
              <a:gd name="connsiteY13" fmla="*/ 651405 h 1031794"/>
              <a:gd name="connsiteX14" fmla="*/ 0 w 1989456"/>
              <a:gd name="connsiteY14" fmla="*/ 455984 h 1031794"/>
              <a:gd name="connsiteX15" fmla="*/ 0 w 1989456"/>
              <a:gd name="connsiteY15" fmla="*/ 455984 h 1031794"/>
              <a:gd name="connsiteX16" fmla="*/ 0 w 1989456"/>
              <a:gd name="connsiteY16" fmla="*/ 0 h 1031794"/>
              <a:gd name="connsiteX0" fmla="*/ 0 w 1989456"/>
              <a:gd name="connsiteY0" fmla="*/ 0 h 1050844"/>
              <a:gd name="connsiteX1" fmla="*/ 331576 w 1989456"/>
              <a:gd name="connsiteY1" fmla="*/ 0 h 1050844"/>
              <a:gd name="connsiteX2" fmla="*/ 331576 w 1989456"/>
              <a:gd name="connsiteY2" fmla="*/ 0 h 1050844"/>
              <a:gd name="connsiteX3" fmla="*/ 828940 w 1989456"/>
              <a:gd name="connsiteY3" fmla="*/ 0 h 1050844"/>
              <a:gd name="connsiteX4" fmla="*/ 1989456 w 1989456"/>
              <a:gd name="connsiteY4" fmla="*/ 0 h 1050844"/>
              <a:gd name="connsiteX5" fmla="*/ 1989456 w 1989456"/>
              <a:gd name="connsiteY5" fmla="*/ 455984 h 1050844"/>
              <a:gd name="connsiteX6" fmla="*/ 1989456 w 1989456"/>
              <a:gd name="connsiteY6" fmla="*/ 455984 h 1050844"/>
              <a:gd name="connsiteX7" fmla="*/ 1989456 w 1989456"/>
              <a:gd name="connsiteY7" fmla="*/ 651405 h 1050844"/>
              <a:gd name="connsiteX8" fmla="*/ 1989456 w 1989456"/>
              <a:gd name="connsiteY8" fmla="*/ 781686 h 1050844"/>
              <a:gd name="connsiteX9" fmla="*/ 1248040 w 1989456"/>
              <a:gd name="connsiteY9" fmla="*/ 781686 h 1050844"/>
              <a:gd name="connsiteX10" fmla="*/ 961265 w 1989456"/>
              <a:gd name="connsiteY10" fmla="*/ 1050844 h 1050844"/>
              <a:gd name="connsiteX11" fmla="*/ 769726 w 1989456"/>
              <a:gd name="connsiteY11" fmla="*/ 781686 h 1050844"/>
              <a:gd name="connsiteX12" fmla="*/ 0 w 1989456"/>
              <a:gd name="connsiteY12" fmla="*/ 781686 h 1050844"/>
              <a:gd name="connsiteX13" fmla="*/ 0 w 1989456"/>
              <a:gd name="connsiteY13" fmla="*/ 651405 h 1050844"/>
              <a:gd name="connsiteX14" fmla="*/ 0 w 1989456"/>
              <a:gd name="connsiteY14" fmla="*/ 455984 h 1050844"/>
              <a:gd name="connsiteX15" fmla="*/ 0 w 1989456"/>
              <a:gd name="connsiteY15" fmla="*/ 455984 h 1050844"/>
              <a:gd name="connsiteX16" fmla="*/ 0 w 1989456"/>
              <a:gd name="connsiteY16" fmla="*/ 0 h 1050844"/>
              <a:gd name="connsiteX0" fmla="*/ 0 w 1989456"/>
              <a:gd name="connsiteY0" fmla="*/ 0 h 1041319"/>
              <a:gd name="connsiteX1" fmla="*/ 331576 w 1989456"/>
              <a:gd name="connsiteY1" fmla="*/ 0 h 1041319"/>
              <a:gd name="connsiteX2" fmla="*/ 331576 w 1989456"/>
              <a:gd name="connsiteY2" fmla="*/ 0 h 1041319"/>
              <a:gd name="connsiteX3" fmla="*/ 828940 w 1989456"/>
              <a:gd name="connsiteY3" fmla="*/ 0 h 1041319"/>
              <a:gd name="connsiteX4" fmla="*/ 1989456 w 1989456"/>
              <a:gd name="connsiteY4" fmla="*/ 0 h 1041319"/>
              <a:gd name="connsiteX5" fmla="*/ 1989456 w 1989456"/>
              <a:gd name="connsiteY5" fmla="*/ 455984 h 1041319"/>
              <a:gd name="connsiteX6" fmla="*/ 1989456 w 1989456"/>
              <a:gd name="connsiteY6" fmla="*/ 455984 h 1041319"/>
              <a:gd name="connsiteX7" fmla="*/ 1989456 w 1989456"/>
              <a:gd name="connsiteY7" fmla="*/ 651405 h 1041319"/>
              <a:gd name="connsiteX8" fmla="*/ 1989456 w 1989456"/>
              <a:gd name="connsiteY8" fmla="*/ 781686 h 1041319"/>
              <a:gd name="connsiteX9" fmla="*/ 1248040 w 1989456"/>
              <a:gd name="connsiteY9" fmla="*/ 781686 h 1041319"/>
              <a:gd name="connsiteX10" fmla="*/ 1046990 w 1989456"/>
              <a:gd name="connsiteY10" fmla="*/ 1041319 h 1041319"/>
              <a:gd name="connsiteX11" fmla="*/ 769726 w 1989456"/>
              <a:gd name="connsiteY11" fmla="*/ 781686 h 1041319"/>
              <a:gd name="connsiteX12" fmla="*/ 0 w 1989456"/>
              <a:gd name="connsiteY12" fmla="*/ 781686 h 1041319"/>
              <a:gd name="connsiteX13" fmla="*/ 0 w 1989456"/>
              <a:gd name="connsiteY13" fmla="*/ 651405 h 1041319"/>
              <a:gd name="connsiteX14" fmla="*/ 0 w 1989456"/>
              <a:gd name="connsiteY14" fmla="*/ 455984 h 1041319"/>
              <a:gd name="connsiteX15" fmla="*/ 0 w 1989456"/>
              <a:gd name="connsiteY15" fmla="*/ 455984 h 1041319"/>
              <a:gd name="connsiteX16" fmla="*/ 0 w 1989456"/>
              <a:gd name="connsiteY16" fmla="*/ 0 h 1041319"/>
              <a:gd name="connsiteX0" fmla="*/ 0 w 1989456"/>
              <a:gd name="connsiteY0" fmla="*/ 0 h 1079419"/>
              <a:gd name="connsiteX1" fmla="*/ 331576 w 1989456"/>
              <a:gd name="connsiteY1" fmla="*/ 0 h 1079419"/>
              <a:gd name="connsiteX2" fmla="*/ 331576 w 1989456"/>
              <a:gd name="connsiteY2" fmla="*/ 0 h 1079419"/>
              <a:gd name="connsiteX3" fmla="*/ 828940 w 1989456"/>
              <a:gd name="connsiteY3" fmla="*/ 0 h 1079419"/>
              <a:gd name="connsiteX4" fmla="*/ 1989456 w 1989456"/>
              <a:gd name="connsiteY4" fmla="*/ 0 h 1079419"/>
              <a:gd name="connsiteX5" fmla="*/ 1989456 w 1989456"/>
              <a:gd name="connsiteY5" fmla="*/ 455984 h 1079419"/>
              <a:gd name="connsiteX6" fmla="*/ 1989456 w 1989456"/>
              <a:gd name="connsiteY6" fmla="*/ 455984 h 1079419"/>
              <a:gd name="connsiteX7" fmla="*/ 1989456 w 1989456"/>
              <a:gd name="connsiteY7" fmla="*/ 651405 h 1079419"/>
              <a:gd name="connsiteX8" fmla="*/ 1989456 w 1989456"/>
              <a:gd name="connsiteY8" fmla="*/ 781686 h 1079419"/>
              <a:gd name="connsiteX9" fmla="*/ 1248040 w 1989456"/>
              <a:gd name="connsiteY9" fmla="*/ 781686 h 1079419"/>
              <a:gd name="connsiteX10" fmla="*/ 1046990 w 1989456"/>
              <a:gd name="connsiteY10" fmla="*/ 1079419 h 1079419"/>
              <a:gd name="connsiteX11" fmla="*/ 769726 w 1989456"/>
              <a:gd name="connsiteY11" fmla="*/ 781686 h 1079419"/>
              <a:gd name="connsiteX12" fmla="*/ 0 w 1989456"/>
              <a:gd name="connsiteY12" fmla="*/ 781686 h 1079419"/>
              <a:gd name="connsiteX13" fmla="*/ 0 w 1989456"/>
              <a:gd name="connsiteY13" fmla="*/ 651405 h 1079419"/>
              <a:gd name="connsiteX14" fmla="*/ 0 w 1989456"/>
              <a:gd name="connsiteY14" fmla="*/ 455984 h 1079419"/>
              <a:gd name="connsiteX15" fmla="*/ 0 w 1989456"/>
              <a:gd name="connsiteY15" fmla="*/ 455984 h 1079419"/>
              <a:gd name="connsiteX16" fmla="*/ 0 w 1989456"/>
              <a:gd name="connsiteY16" fmla="*/ 0 h 1079419"/>
              <a:gd name="connsiteX0" fmla="*/ 0 w 1989456"/>
              <a:gd name="connsiteY0" fmla="*/ 0 h 873364"/>
              <a:gd name="connsiteX1" fmla="*/ 331576 w 1989456"/>
              <a:gd name="connsiteY1" fmla="*/ 0 h 873364"/>
              <a:gd name="connsiteX2" fmla="*/ 331576 w 1989456"/>
              <a:gd name="connsiteY2" fmla="*/ 0 h 873364"/>
              <a:gd name="connsiteX3" fmla="*/ 828940 w 1989456"/>
              <a:gd name="connsiteY3" fmla="*/ 0 h 873364"/>
              <a:gd name="connsiteX4" fmla="*/ 1989456 w 1989456"/>
              <a:gd name="connsiteY4" fmla="*/ 0 h 873364"/>
              <a:gd name="connsiteX5" fmla="*/ 1989456 w 1989456"/>
              <a:gd name="connsiteY5" fmla="*/ 455984 h 873364"/>
              <a:gd name="connsiteX6" fmla="*/ 1989456 w 1989456"/>
              <a:gd name="connsiteY6" fmla="*/ 455984 h 873364"/>
              <a:gd name="connsiteX7" fmla="*/ 1989456 w 1989456"/>
              <a:gd name="connsiteY7" fmla="*/ 651405 h 873364"/>
              <a:gd name="connsiteX8" fmla="*/ 1989456 w 1989456"/>
              <a:gd name="connsiteY8" fmla="*/ 781686 h 873364"/>
              <a:gd name="connsiteX9" fmla="*/ 1248040 w 1989456"/>
              <a:gd name="connsiteY9" fmla="*/ 781686 h 873364"/>
              <a:gd name="connsiteX10" fmla="*/ 1015299 w 1989456"/>
              <a:gd name="connsiteY10" fmla="*/ 873364 h 873364"/>
              <a:gd name="connsiteX11" fmla="*/ 769726 w 1989456"/>
              <a:gd name="connsiteY11" fmla="*/ 781686 h 873364"/>
              <a:gd name="connsiteX12" fmla="*/ 0 w 1989456"/>
              <a:gd name="connsiteY12" fmla="*/ 781686 h 873364"/>
              <a:gd name="connsiteX13" fmla="*/ 0 w 1989456"/>
              <a:gd name="connsiteY13" fmla="*/ 651405 h 873364"/>
              <a:gd name="connsiteX14" fmla="*/ 0 w 1989456"/>
              <a:gd name="connsiteY14" fmla="*/ 455984 h 873364"/>
              <a:gd name="connsiteX15" fmla="*/ 0 w 1989456"/>
              <a:gd name="connsiteY15" fmla="*/ 455984 h 873364"/>
              <a:gd name="connsiteX16" fmla="*/ 0 w 1989456"/>
              <a:gd name="connsiteY16" fmla="*/ 0 h 873364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48040 w 1989456"/>
              <a:gd name="connsiteY9" fmla="*/ 781686 h 1016458"/>
              <a:gd name="connsiteX10" fmla="*/ 1010771 w 1989456"/>
              <a:gd name="connsiteY10" fmla="*/ 1016458 h 1016458"/>
              <a:gd name="connsiteX11" fmla="*/ 769726 w 1989456"/>
              <a:gd name="connsiteY11" fmla="*/ 781686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098638 w 1989456"/>
              <a:gd name="connsiteY9" fmla="*/ 741620 h 1016458"/>
              <a:gd name="connsiteX10" fmla="*/ 1010771 w 1989456"/>
              <a:gd name="connsiteY10" fmla="*/ 1016458 h 1016458"/>
              <a:gd name="connsiteX11" fmla="*/ 769726 w 1989456"/>
              <a:gd name="connsiteY11" fmla="*/ 781686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25404 w 1989456"/>
              <a:gd name="connsiteY9" fmla="*/ 798858 h 1016458"/>
              <a:gd name="connsiteX10" fmla="*/ 1010771 w 1989456"/>
              <a:gd name="connsiteY10" fmla="*/ 1016458 h 1016458"/>
              <a:gd name="connsiteX11" fmla="*/ 769726 w 1989456"/>
              <a:gd name="connsiteY11" fmla="*/ 781686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25404 w 1989456"/>
              <a:gd name="connsiteY9" fmla="*/ 798858 h 1016458"/>
              <a:gd name="connsiteX10" fmla="*/ 1010771 w 1989456"/>
              <a:gd name="connsiteY10" fmla="*/ 1016458 h 1016458"/>
              <a:gd name="connsiteX11" fmla="*/ 869328 w 1989456"/>
              <a:gd name="connsiteY11" fmla="*/ 775963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25404 w 1989456"/>
              <a:gd name="connsiteY9" fmla="*/ 798858 h 1016458"/>
              <a:gd name="connsiteX10" fmla="*/ 1010771 w 1989456"/>
              <a:gd name="connsiteY10" fmla="*/ 1016458 h 1016458"/>
              <a:gd name="connsiteX11" fmla="*/ 769726 w 1989456"/>
              <a:gd name="connsiteY11" fmla="*/ 775963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25404 w 1989456"/>
              <a:gd name="connsiteY9" fmla="*/ 798858 h 1016458"/>
              <a:gd name="connsiteX10" fmla="*/ 997189 w 1989456"/>
              <a:gd name="connsiteY10" fmla="*/ 1016458 h 1016458"/>
              <a:gd name="connsiteX11" fmla="*/ 769726 w 1989456"/>
              <a:gd name="connsiteY11" fmla="*/ 775963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38987 w 1989456"/>
              <a:gd name="connsiteY9" fmla="*/ 787410 h 1016458"/>
              <a:gd name="connsiteX10" fmla="*/ 997189 w 1989456"/>
              <a:gd name="connsiteY10" fmla="*/ 1016458 h 1016458"/>
              <a:gd name="connsiteX11" fmla="*/ 769726 w 1989456"/>
              <a:gd name="connsiteY11" fmla="*/ 775963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89456" h="1016458">
                <a:moveTo>
                  <a:pt x="0" y="0"/>
                </a:moveTo>
                <a:lnTo>
                  <a:pt x="331576" y="0"/>
                </a:lnTo>
                <a:lnTo>
                  <a:pt x="331576" y="0"/>
                </a:lnTo>
                <a:lnTo>
                  <a:pt x="828940" y="0"/>
                </a:lnTo>
                <a:lnTo>
                  <a:pt x="1989456" y="0"/>
                </a:lnTo>
                <a:lnTo>
                  <a:pt x="1989456" y="455984"/>
                </a:lnTo>
                <a:lnTo>
                  <a:pt x="1989456" y="455984"/>
                </a:lnTo>
                <a:lnTo>
                  <a:pt x="1989456" y="651405"/>
                </a:lnTo>
                <a:lnTo>
                  <a:pt x="1989456" y="781686"/>
                </a:lnTo>
                <a:lnTo>
                  <a:pt x="1238987" y="787410"/>
                </a:lnTo>
                <a:lnTo>
                  <a:pt x="997189" y="1016458"/>
                </a:lnTo>
                <a:lnTo>
                  <a:pt x="769726" y="775963"/>
                </a:lnTo>
                <a:lnTo>
                  <a:pt x="0" y="781686"/>
                </a:lnTo>
                <a:lnTo>
                  <a:pt x="0" y="651405"/>
                </a:lnTo>
                <a:lnTo>
                  <a:pt x="0" y="455984"/>
                </a:lnTo>
                <a:lnTo>
                  <a:pt x="0" y="455984"/>
                </a:lnTo>
                <a:lnTo>
                  <a:pt x="0" y="0"/>
                </a:lnTo>
                <a:close/>
              </a:path>
            </a:pathLst>
          </a:custGeom>
          <a:solidFill>
            <a:srgbClr val="31393D"/>
          </a:solidFill>
          <a:ln>
            <a:solidFill>
              <a:srgbClr val="3139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215604-65F6-A531-2F5F-676D9BEED8E4}"/>
              </a:ext>
            </a:extLst>
          </p:cNvPr>
          <p:cNvSpPr/>
          <p:nvPr/>
        </p:nvSpPr>
        <p:spPr>
          <a:xfrm>
            <a:off x="9561490" y="2036924"/>
            <a:ext cx="1059107" cy="436323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lang="en-US" sz="10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BY Region</a:t>
            </a:r>
            <a:endParaRPr lang="en-IN" sz="1000" dirty="0">
              <a:solidFill>
                <a:srgbClr val="000000"/>
              </a:solidFill>
              <a:effectLst/>
              <a:latin typeface="Roboto Condensed" panose="02000000000000000000" pitchFamily="2" charset="0"/>
              <a:ea typeface="Roboto Condensed" panose="02000000000000000000" pitchFamily="2" charset="0"/>
              <a:cs typeface="Mangal" panose="02040503050203030202" pitchFamily="18" charset="0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EC7AA80C-0B78-C16D-2D31-F0C7FD3415CD}"/>
              </a:ext>
            </a:extLst>
          </p:cNvPr>
          <p:cNvSpPr txBox="1"/>
          <p:nvPr/>
        </p:nvSpPr>
        <p:spPr>
          <a:xfrm>
            <a:off x="9471774" y="2657370"/>
            <a:ext cx="2137020" cy="11729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22860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800" kern="12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New South Wales</a:t>
            </a:r>
          </a:p>
          <a:p>
            <a:pPr marL="457200" indent="-22860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800" kern="12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Victoria</a:t>
            </a:r>
          </a:p>
          <a:p>
            <a:pPr marL="457200" indent="-22860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800" kern="12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Queensland</a:t>
            </a:r>
          </a:p>
          <a:p>
            <a:pPr marL="457200" indent="-22860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800" kern="12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Western Australia</a:t>
            </a:r>
          </a:p>
          <a:p>
            <a:pPr marL="457200" indent="-22860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800" kern="12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South Australia</a:t>
            </a:r>
            <a:endParaRPr lang="en-IN" sz="1000" dirty="0">
              <a:solidFill>
                <a:srgbClr val="000000"/>
              </a:solidFill>
              <a:effectLst/>
              <a:latin typeface="Roboto Condensed" panose="02000000000000000000" pitchFamily="2" charset="0"/>
              <a:ea typeface="Roboto Condensed" panose="02000000000000000000" pitchFamily="2" charset="0"/>
              <a:cs typeface="Mangal" panose="02040503050203030202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B4714-2605-A0A6-08EF-F8E7786EA7AE}"/>
              </a:ext>
            </a:extLst>
          </p:cNvPr>
          <p:cNvSpPr/>
          <p:nvPr/>
        </p:nvSpPr>
        <p:spPr>
          <a:xfrm>
            <a:off x="8014977" y="1903876"/>
            <a:ext cx="1269986" cy="2582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E306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8" name="Speech Bubble: Rectangle 2">
            <a:extLst>
              <a:ext uri="{FF2B5EF4-FFF2-40B4-BE49-F238E27FC236}">
                <a16:creationId xmlns:a16="http://schemas.microsoft.com/office/drawing/2014/main" id="{09CAB613-9252-5F50-29E9-A6FF49C6A7B8}"/>
              </a:ext>
            </a:extLst>
          </p:cNvPr>
          <p:cNvSpPr/>
          <p:nvPr/>
        </p:nvSpPr>
        <p:spPr>
          <a:xfrm>
            <a:off x="7720406" y="1909127"/>
            <a:ext cx="1564558" cy="436321"/>
          </a:xfrm>
          <a:custGeom>
            <a:avLst/>
            <a:gdLst>
              <a:gd name="connsiteX0" fmla="*/ 0 w 1989456"/>
              <a:gd name="connsiteY0" fmla="*/ 0 h 781686"/>
              <a:gd name="connsiteX1" fmla="*/ 331576 w 1989456"/>
              <a:gd name="connsiteY1" fmla="*/ 0 h 781686"/>
              <a:gd name="connsiteX2" fmla="*/ 331576 w 1989456"/>
              <a:gd name="connsiteY2" fmla="*/ 0 h 781686"/>
              <a:gd name="connsiteX3" fmla="*/ 828940 w 1989456"/>
              <a:gd name="connsiteY3" fmla="*/ 0 h 781686"/>
              <a:gd name="connsiteX4" fmla="*/ 1989456 w 1989456"/>
              <a:gd name="connsiteY4" fmla="*/ 0 h 781686"/>
              <a:gd name="connsiteX5" fmla="*/ 1989456 w 1989456"/>
              <a:gd name="connsiteY5" fmla="*/ 455984 h 781686"/>
              <a:gd name="connsiteX6" fmla="*/ 1989456 w 1989456"/>
              <a:gd name="connsiteY6" fmla="*/ 455984 h 781686"/>
              <a:gd name="connsiteX7" fmla="*/ 1989456 w 1989456"/>
              <a:gd name="connsiteY7" fmla="*/ 651405 h 781686"/>
              <a:gd name="connsiteX8" fmla="*/ 1989456 w 1989456"/>
              <a:gd name="connsiteY8" fmla="*/ 781686 h 781686"/>
              <a:gd name="connsiteX9" fmla="*/ 828940 w 1989456"/>
              <a:gd name="connsiteY9" fmla="*/ 781686 h 781686"/>
              <a:gd name="connsiteX10" fmla="*/ 580265 w 1989456"/>
              <a:gd name="connsiteY10" fmla="*/ 1031794 h 781686"/>
              <a:gd name="connsiteX11" fmla="*/ 331576 w 1989456"/>
              <a:gd name="connsiteY11" fmla="*/ 781686 h 781686"/>
              <a:gd name="connsiteX12" fmla="*/ 0 w 1989456"/>
              <a:gd name="connsiteY12" fmla="*/ 781686 h 781686"/>
              <a:gd name="connsiteX13" fmla="*/ 0 w 1989456"/>
              <a:gd name="connsiteY13" fmla="*/ 651405 h 781686"/>
              <a:gd name="connsiteX14" fmla="*/ 0 w 1989456"/>
              <a:gd name="connsiteY14" fmla="*/ 455984 h 781686"/>
              <a:gd name="connsiteX15" fmla="*/ 0 w 1989456"/>
              <a:gd name="connsiteY15" fmla="*/ 455984 h 781686"/>
              <a:gd name="connsiteX16" fmla="*/ 0 w 1989456"/>
              <a:gd name="connsiteY16" fmla="*/ 0 h 781686"/>
              <a:gd name="connsiteX0" fmla="*/ 0 w 1989456"/>
              <a:gd name="connsiteY0" fmla="*/ 0 h 1031794"/>
              <a:gd name="connsiteX1" fmla="*/ 331576 w 1989456"/>
              <a:gd name="connsiteY1" fmla="*/ 0 h 1031794"/>
              <a:gd name="connsiteX2" fmla="*/ 331576 w 1989456"/>
              <a:gd name="connsiteY2" fmla="*/ 0 h 1031794"/>
              <a:gd name="connsiteX3" fmla="*/ 828940 w 1989456"/>
              <a:gd name="connsiteY3" fmla="*/ 0 h 1031794"/>
              <a:gd name="connsiteX4" fmla="*/ 1989456 w 1989456"/>
              <a:gd name="connsiteY4" fmla="*/ 0 h 1031794"/>
              <a:gd name="connsiteX5" fmla="*/ 1989456 w 1989456"/>
              <a:gd name="connsiteY5" fmla="*/ 455984 h 1031794"/>
              <a:gd name="connsiteX6" fmla="*/ 1989456 w 1989456"/>
              <a:gd name="connsiteY6" fmla="*/ 455984 h 1031794"/>
              <a:gd name="connsiteX7" fmla="*/ 1989456 w 1989456"/>
              <a:gd name="connsiteY7" fmla="*/ 651405 h 1031794"/>
              <a:gd name="connsiteX8" fmla="*/ 1989456 w 1989456"/>
              <a:gd name="connsiteY8" fmla="*/ 781686 h 1031794"/>
              <a:gd name="connsiteX9" fmla="*/ 1248040 w 1989456"/>
              <a:gd name="connsiteY9" fmla="*/ 781686 h 1031794"/>
              <a:gd name="connsiteX10" fmla="*/ 580265 w 1989456"/>
              <a:gd name="connsiteY10" fmla="*/ 1031794 h 1031794"/>
              <a:gd name="connsiteX11" fmla="*/ 331576 w 1989456"/>
              <a:gd name="connsiteY11" fmla="*/ 781686 h 1031794"/>
              <a:gd name="connsiteX12" fmla="*/ 0 w 1989456"/>
              <a:gd name="connsiteY12" fmla="*/ 781686 h 1031794"/>
              <a:gd name="connsiteX13" fmla="*/ 0 w 1989456"/>
              <a:gd name="connsiteY13" fmla="*/ 651405 h 1031794"/>
              <a:gd name="connsiteX14" fmla="*/ 0 w 1989456"/>
              <a:gd name="connsiteY14" fmla="*/ 455984 h 1031794"/>
              <a:gd name="connsiteX15" fmla="*/ 0 w 1989456"/>
              <a:gd name="connsiteY15" fmla="*/ 455984 h 1031794"/>
              <a:gd name="connsiteX16" fmla="*/ 0 w 1989456"/>
              <a:gd name="connsiteY16" fmla="*/ 0 h 1031794"/>
              <a:gd name="connsiteX0" fmla="*/ 0 w 1989456"/>
              <a:gd name="connsiteY0" fmla="*/ 0 h 1031794"/>
              <a:gd name="connsiteX1" fmla="*/ 331576 w 1989456"/>
              <a:gd name="connsiteY1" fmla="*/ 0 h 1031794"/>
              <a:gd name="connsiteX2" fmla="*/ 331576 w 1989456"/>
              <a:gd name="connsiteY2" fmla="*/ 0 h 1031794"/>
              <a:gd name="connsiteX3" fmla="*/ 828940 w 1989456"/>
              <a:gd name="connsiteY3" fmla="*/ 0 h 1031794"/>
              <a:gd name="connsiteX4" fmla="*/ 1989456 w 1989456"/>
              <a:gd name="connsiteY4" fmla="*/ 0 h 1031794"/>
              <a:gd name="connsiteX5" fmla="*/ 1989456 w 1989456"/>
              <a:gd name="connsiteY5" fmla="*/ 455984 h 1031794"/>
              <a:gd name="connsiteX6" fmla="*/ 1989456 w 1989456"/>
              <a:gd name="connsiteY6" fmla="*/ 455984 h 1031794"/>
              <a:gd name="connsiteX7" fmla="*/ 1989456 w 1989456"/>
              <a:gd name="connsiteY7" fmla="*/ 651405 h 1031794"/>
              <a:gd name="connsiteX8" fmla="*/ 1989456 w 1989456"/>
              <a:gd name="connsiteY8" fmla="*/ 781686 h 1031794"/>
              <a:gd name="connsiteX9" fmla="*/ 1248040 w 1989456"/>
              <a:gd name="connsiteY9" fmla="*/ 781686 h 1031794"/>
              <a:gd name="connsiteX10" fmla="*/ 580265 w 1989456"/>
              <a:gd name="connsiteY10" fmla="*/ 1031794 h 1031794"/>
              <a:gd name="connsiteX11" fmla="*/ 769726 w 1989456"/>
              <a:gd name="connsiteY11" fmla="*/ 781686 h 1031794"/>
              <a:gd name="connsiteX12" fmla="*/ 0 w 1989456"/>
              <a:gd name="connsiteY12" fmla="*/ 781686 h 1031794"/>
              <a:gd name="connsiteX13" fmla="*/ 0 w 1989456"/>
              <a:gd name="connsiteY13" fmla="*/ 651405 h 1031794"/>
              <a:gd name="connsiteX14" fmla="*/ 0 w 1989456"/>
              <a:gd name="connsiteY14" fmla="*/ 455984 h 1031794"/>
              <a:gd name="connsiteX15" fmla="*/ 0 w 1989456"/>
              <a:gd name="connsiteY15" fmla="*/ 455984 h 1031794"/>
              <a:gd name="connsiteX16" fmla="*/ 0 w 1989456"/>
              <a:gd name="connsiteY16" fmla="*/ 0 h 1031794"/>
              <a:gd name="connsiteX0" fmla="*/ 0 w 1989456"/>
              <a:gd name="connsiteY0" fmla="*/ 0 h 1050844"/>
              <a:gd name="connsiteX1" fmla="*/ 331576 w 1989456"/>
              <a:gd name="connsiteY1" fmla="*/ 0 h 1050844"/>
              <a:gd name="connsiteX2" fmla="*/ 331576 w 1989456"/>
              <a:gd name="connsiteY2" fmla="*/ 0 h 1050844"/>
              <a:gd name="connsiteX3" fmla="*/ 828940 w 1989456"/>
              <a:gd name="connsiteY3" fmla="*/ 0 h 1050844"/>
              <a:gd name="connsiteX4" fmla="*/ 1989456 w 1989456"/>
              <a:gd name="connsiteY4" fmla="*/ 0 h 1050844"/>
              <a:gd name="connsiteX5" fmla="*/ 1989456 w 1989456"/>
              <a:gd name="connsiteY5" fmla="*/ 455984 h 1050844"/>
              <a:gd name="connsiteX6" fmla="*/ 1989456 w 1989456"/>
              <a:gd name="connsiteY6" fmla="*/ 455984 h 1050844"/>
              <a:gd name="connsiteX7" fmla="*/ 1989456 w 1989456"/>
              <a:gd name="connsiteY7" fmla="*/ 651405 h 1050844"/>
              <a:gd name="connsiteX8" fmla="*/ 1989456 w 1989456"/>
              <a:gd name="connsiteY8" fmla="*/ 781686 h 1050844"/>
              <a:gd name="connsiteX9" fmla="*/ 1248040 w 1989456"/>
              <a:gd name="connsiteY9" fmla="*/ 781686 h 1050844"/>
              <a:gd name="connsiteX10" fmla="*/ 961265 w 1989456"/>
              <a:gd name="connsiteY10" fmla="*/ 1050844 h 1050844"/>
              <a:gd name="connsiteX11" fmla="*/ 769726 w 1989456"/>
              <a:gd name="connsiteY11" fmla="*/ 781686 h 1050844"/>
              <a:gd name="connsiteX12" fmla="*/ 0 w 1989456"/>
              <a:gd name="connsiteY12" fmla="*/ 781686 h 1050844"/>
              <a:gd name="connsiteX13" fmla="*/ 0 w 1989456"/>
              <a:gd name="connsiteY13" fmla="*/ 651405 h 1050844"/>
              <a:gd name="connsiteX14" fmla="*/ 0 w 1989456"/>
              <a:gd name="connsiteY14" fmla="*/ 455984 h 1050844"/>
              <a:gd name="connsiteX15" fmla="*/ 0 w 1989456"/>
              <a:gd name="connsiteY15" fmla="*/ 455984 h 1050844"/>
              <a:gd name="connsiteX16" fmla="*/ 0 w 1989456"/>
              <a:gd name="connsiteY16" fmla="*/ 0 h 1050844"/>
              <a:gd name="connsiteX0" fmla="*/ 0 w 1989456"/>
              <a:gd name="connsiteY0" fmla="*/ 0 h 1041319"/>
              <a:gd name="connsiteX1" fmla="*/ 331576 w 1989456"/>
              <a:gd name="connsiteY1" fmla="*/ 0 h 1041319"/>
              <a:gd name="connsiteX2" fmla="*/ 331576 w 1989456"/>
              <a:gd name="connsiteY2" fmla="*/ 0 h 1041319"/>
              <a:gd name="connsiteX3" fmla="*/ 828940 w 1989456"/>
              <a:gd name="connsiteY3" fmla="*/ 0 h 1041319"/>
              <a:gd name="connsiteX4" fmla="*/ 1989456 w 1989456"/>
              <a:gd name="connsiteY4" fmla="*/ 0 h 1041319"/>
              <a:gd name="connsiteX5" fmla="*/ 1989456 w 1989456"/>
              <a:gd name="connsiteY5" fmla="*/ 455984 h 1041319"/>
              <a:gd name="connsiteX6" fmla="*/ 1989456 w 1989456"/>
              <a:gd name="connsiteY6" fmla="*/ 455984 h 1041319"/>
              <a:gd name="connsiteX7" fmla="*/ 1989456 w 1989456"/>
              <a:gd name="connsiteY7" fmla="*/ 651405 h 1041319"/>
              <a:gd name="connsiteX8" fmla="*/ 1989456 w 1989456"/>
              <a:gd name="connsiteY8" fmla="*/ 781686 h 1041319"/>
              <a:gd name="connsiteX9" fmla="*/ 1248040 w 1989456"/>
              <a:gd name="connsiteY9" fmla="*/ 781686 h 1041319"/>
              <a:gd name="connsiteX10" fmla="*/ 1046990 w 1989456"/>
              <a:gd name="connsiteY10" fmla="*/ 1041319 h 1041319"/>
              <a:gd name="connsiteX11" fmla="*/ 769726 w 1989456"/>
              <a:gd name="connsiteY11" fmla="*/ 781686 h 1041319"/>
              <a:gd name="connsiteX12" fmla="*/ 0 w 1989456"/>
              <a:gd name="connsiteY12" fmla="*/ 781686 h 1041319"/>
              <a:gd name="connsiteX13" fmla="*/ 0 w 1989456"/>
              <a:gd name="connsiteY13" fmla="*/ 651405 h 1041319"/>
              <a:gd name="connsiteX14" fmla="*/ 0 w 1989456"/>
              <a:gd name="connsiteY14" fmla="*/ 455984 h 1041319"/>
              <a:gd name="connsiteX15" fmla="*/ 0 w 1989456"/>
              <a:gd name="connsiteY15" fmla="*/ 455984 h 1041319"/>
              <a:gd name="connsiteX16" fmla="*/ 0 w 1989456"/>
              <a:gd name="connsiteY16" fmla="*/ 0 h 1041319"/>
              <a:gd name="connsiteX0" fmla="*/ 0 w 1989456"/>
              <a:gd name="connsiteY0" fmla="*/ 0 h 1079419"/>
              <a:gd name="connsiteX1" fmla="*/ 331576 w 1989456"/>
              <a:gd name="connsiteY1" fmla="*/ 0 h 1079419"/>
              <a:gd name="connsiteX2" fmla="*/ 331576 w 1989456"/>
              <a:gd name="connsiteY2" fmla="*/ 0 h 1079419"/>
              <a:gd name="connsiteX3" fmla="*/ 828940 w 1989456"/>
              <a:gd name="connsiteY3" fmla="*/ 0 h 1079419"/>
              <a:gd name="connsiteX4" fmla="*/ 1989456 w 1989456"/>
              <a:gd name="connsiteY4" fmla="*/ 0 h 1079419"/>
              <a:gd name="connsiteX5" fmla="*/ 1989456 w 1989456"/>
              <a:gd name="connsiteY5" fmla="*/ 455984 h 1079419"/>
              <a:gd name="connsiteX6" fmla="*/ 1989456 w 1989456"/>
              <a:gd name="connsiteY6" fmla="*/ 455984 h 1079419"/>
              <a:gd name="connsiteX7" fmla="*/ 1989456 w 1989456"/>
              <a:gd name="connsiteY7" fmla="*/ 651405 h 1079419"/>
              <a:gd name="connsiteX8" fmla="*/ 1989456 w 1989456"/>
              <a:gd name="connsiteY8" fmla="*/ 781686 h 1079419"/>
              <a:gd name="connsiteX9" fmla="*/ 1248040 w 1989456"/>
              <a:gd name="connsiteY9" fmla="*/ 781686 h 1079419"/>
              <a:gd name="connsiteX10" fmla="*/ 1046990 w 1989456"/>
              <a:gd name="connsiteY10" fmla="*/ 1079419 h 1079419"/>
              <a:gd name="connsiteX11" fmla="*/ 769726 w 1989456"/>
              <a:gd name="connsiteY11" fmla="*/ 781686 h 1079419"/>
              <a:gd name="connsiteX12" fmla="*/ 0 w 1989456"/>
              <a:gd name="connsiteY12" fmla="*/ 781686 h 1079419"/>
              <a:gd name="connsiteX13" fmla="*/ 0 w 1989456"/>
              <a:gd name="connsiteY13" fmla="*/ 651405 h 1079419"/>
              <a:gd name="connsiteX14" fmla="*/ 0 w 1989456"/>
              <a:gd name="connsiteY14" fmla="*/ 455984 h 1079419"/>
              <a:gd name="connsiteX15" fmla="*/ 0 w 1989456"/>
              <a:gd name="connsiteY15" fmla="*/ 455984 h 1079419"/>
              <a:gd name="connsiteX16" fmla="*/ 0 w 1989456"/>
              <a:gd name="connsiteY16" fmla="*/ 0 h 1079419"/>
              <a:gd name="connsiteX0" fmla="*/ 0 w 1989456"/>
              <a:gd name="connsiteY0" fmla="*/ 0 h 873364"/>
              <a:gd name="connsiteX1" fmla="*/ 331576 w 1989456"/>
              <a:gd name="connsiteY1" fmla="*/ 0 h 873364"/>
              <a:gd name="connsiteX2" fmla="*/ 331576 w 1989456"/>
              <a:gd name="connsiteY2" fmla="*/ 0 h 873364"/>
              <a:gd name="connsiteX3" fmla="*/ 828940 w 1989456"/>
              <a:gd name="connsiteY3" fmla="*/ 0 h 873364"/>
              <a:gd name="connsiteX4" fmla="*/ 1989456 w 1989456"/>
              <a:gd name="connsiteY4" fmla="*/ 0 h 873364"/>
              <a:gd name="connsiteX5" fmla="*/ 1989456 w 1989456"/>
              <a:gd name="connsiteY5" fmla="*/ 455984 h 873364"/>
              <a:gd name="connsiteX6" fmla="*/ 1989456 w 1989456"/>
              <a:gd name="connsiteY6" fmla="*/ 455984 h 873364"/>
              <a:gd name="connsiteX7" fmla="*/ 1989456 w 1989456"/>
              <a:gd name="connsiteY7" fmla="*/ 651405 h 873364"/>
              <a:gd name="connsiteX8" fmla="*/ 1989456 w 1989456"/>
              <a:gd name="connsiteY8" fmla="*/ 781686 h 873364"/>
              <a:gd name="connsiteX9" fmla="*/ 1248040 w 1989456"/>
              <a:gd name="connsiteY9" fmla="*/ 781686 h 873364"/>
              <a:gd name="connsiteX10" fmla="*/ 1015299 w 1989456"/>
              <a:gd name="connsiteY10" fmla="*/ 873364 h 873364"/>
              <a:gd name="connsiteX11" fmla="*/ 769726 w 1989456"/>
              <a:gd name="connsiteY11" fmla="*/ 781686 h 873364"/>
              <a:gd name="connsiteX12" fmla="*/ 0 w 1989456"/>
              <a:gd name="connsiteY12" fmla="*/ 781686 h 873364"/>
              <a:gd name="connsiteX13" fmla="*/ 0 w 1989456"/>
              <a:gd name="connsiteY13" fmla="*/ 651405 h 873364"/>
              <a:gd name="connsiteX14" fmla="*/ 0 w 1989456"/>
              <a:gd name="connsiteY14" fmla="*/ 455984 h 873364"/>
              <a:gd name="connsiteX15" fmla="*/ 0 w 1989456"/>
              <a:gd name="connsiteY15" fmla="*/ 455984 h 873364"/>
              <a:gd name="connsiteX16" fmla="*/ 0 w 1989456"/>
              <a:gd name="connsiteY16" fmla="*/ 0 h 873364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48040 w 1989456"/>
              <a:gd name="connsiteY9" fmla="*/ 781686 h 1016458"/>
              <a:gd name="connsiteX10" fmla="*/ 1010771 w 1989456"/>
              <a:gd name="connsiteY10" fmla="*/ 1016458 h 1016458"/>
              <a:gd name="connsiteX11" fmla="*/ 769726 w 1989456"/>
              <a:gd name="connsiteY11" fmla="*/ 781686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098638 w 1989456"/>
              <a:gd name="connsiteY9" fmla="*/ 741620 h 1016458"/>
              <a:gd name="connsiteX10" fmla="*/ 1010771 w 1989456"/>
              <a:gd name="connsiteY10" fmla="*/ 1016458 h 1016458"/>
              <a:gd name="connsiteX11" fmla="*/ 769726 w 1989456"/>
              <a:gd name="connsiteY11" fmla="*/ 781686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25404 w 1989456"/>
              <a:gd name="connsiteY9" fmla="*/ 798858 h 1016458"/>
              <a:gd name="connsiteX10" fmla="*/ 1010771 w 1989456"/>
              <a:gd name="connsiteY10" fmla="*/ 1016458 h 1016458"/>
              <a:gd name="connsiteX11" fmla="*/ 769726 w 1989456"/>
              <a:gd name="connsiteY11" fmla="*/ 781686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25404 w 1989456"/>
              <a:gd name="connsiteY9" fmla="*/ 798858 h 1016458"/>
              <a:gd name="connsiteX10" fmla="*/ 1010771 w 1989456"/>
              <a:gd name="connsiteY10" fmla="*/ 1016458 h 1016458"/>
              <a:gd name="connsiteX11" fmla="*/ 869328 w 1989456"/>
              <a:gd name="connsiteY11" fmla="*/ 775963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25404 w 1989456"/>
              <a:gd name="connsiteY9" fmla="*/ 798858 h 1016458"/>
              <a:gd name="connsiteX10" fmla="*/ 1010771 w 1989456"/>
              <a:gd name="connsiteY10" fmla="*/ 1016458 h 1016458"/>
              <a:gd name="connsiteX11" fmla="*/ 769726 w 1989456"/>
              <a:gd name="connsiteY11" fmla="*/ 775963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25404 w 1989456"/>
              <a:gd name="connsiteY9" fmla="*/ 798858 h 1016458"/>
              <a:gd name="connsiteX10" fmla="*/ 997189 w 1989456"/>
              <a:gd name="connsiteY10" fmla="*/ 1016458 h 1016458"/>
              <a:gd name="connsiteX11" fmla="*/ 769726 w 1989456"/>
              <a:gd name="connsiteY11" fmla="*/ 775963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  <a:gd name="connsiteX0" fmla="*/ 0 w 1989456"/>
              <a:gd name="connsiteY0" fmla="*/ 0 h 1016458"/>
              <a:gd name="connsiteX1" fmla="*/ 331576 w 1989456"/>
              <a:gd name="connsiteY1" fmla="*/ 0 h 1016458"/>
              <a:gd name="connsiteX2" fmla="*/ 331576 w 1989456"/>
              <a:gd name="connsiteY2" fmla="*/ 0 h 1016458"/>
              <a:gd name="connsiteX3" fmla="*/ 828940 w 1989456"/>
              <a:gd name="connsiteY3" fmla="*/ 0 h 1016458"/>
              <a:gd name="connsiteX4" fmla="*/ 1989456 w 1989456"/>
              <a:gd name="connsiteY4" fmla="*/ 0 h 1016458"/>
              <a:gd name="connsiteX5" fmla="*/ 1989456 w 1989456"/>
              <a:gd name="connsiteY5" fmla="*/ 455984 h 1016458"/>
              <a:gd name="connsiteX6" fmla="*/ 1989456 w 1989456"/>
              <a:gd name="connsiteY6" fmla="*/ 455984 h 1016458"/>
              <a:gd name="connsiteX7" fmla="*/ 1989456 w 1989456"/>
              <a:gd name="connsiteY7" fmla="*/ 651405 h 1016458"/>
              <a:gd name="connsiteX8" fmla="*/ 1989456 w 1989456"/>
              <a:gd name="connsiteY8" fmla="*/ 781686 h 1016458"/>
              <a:gd name="connsiteX9" fmla="*/ 1238987 w 1989456"/>
              <a:gd name="connsiteY9" fmla="*/ 787410 h 1016458"/>
              <a:gd name="connsiteX10" fmla="*/ 997189 w 1989456"/>
              <a:gd name="connsiteY10" fmla="*/ 1016458 h 1016458"/>
              <a:gd name="connsiteX11" fmla="*/ 769726 w 1989456"/>
              <a:gd name="connsiteY11" fmla="*/ 775963 h 1016458"/>
              <a:gd name="connsiteX12" fmla="*/ 0 w 1989456"/>
              <a:gd name="connsiteY12" fmla="*/ 781686 h 1016458"/>
              <a:gd name="connsiteX13" fmla="*/ 0 w 1989456"/>
              <a:gd name="connsiteY13" fmla="*/ 651405 h 1016458"/>
              <a:gd name="connsiteX14" fmla="*/ 0 w 1989456"/>
              <a:gd name="connsiteY14" fmla="*/ 455984 h 1016458"/>
              <a:gd name="connsiteX15" fmla="*/ 0 w 1989456"/>
              <a:gd name="connsiteY15" fmla="*/ 455984 h 1016458"/>
              <a:gd name="connsiteX16" fmla="*/ 0 w 1989456"/>
              <a:gd name="connsiteY16" fmla="*/ 0 h 1016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89456" h="1016458">
                <a:moveTo>
                  <a:pt x="0" y="0"/>
                </a:moveTo>
                <a:lnTo>
                  <a:pt x="331576" y="0"/>
                </a:lnTo>
                <a:lnTo>
                  <a:pt x="331576" y="0"/>
                </a:lnTo>
                <a:lnTo>
                  <a:pt x="828940" y="0"/>
                </a:lnTo>
                <a:lnTo>
                  <a:pt x="1989456" y="0"/>
                </a:lnTo>
                <a:lnTo>
                  <a:pt x="1989456" y="455984"/>
                </a:lnTo>
                <a:lnTo>
                  <a:pt x="1989456" y="455984"/>
                </a:lnTo>
                <a:lnTo>
                  <a:pt x="1989456" y="651405"/>
                </a:lnTo>
                <a:lnTo>
                  <a:pt x="1989456" y="781686"/>
                </a:lnTo>
                <a:lnTo>
                  <a:pt x="1238987" y="787410"/>
                </a:lnTo>
                <a:lnTo>
                  <a:pt x="997189" y="1016458"/>
                </a:lnTo>
                <a:lnTo>
                  <a:pt x="769726" y="775963"/>
                </a:lnTo>
                <a:lnTo>
                  <a:pt x="0" y="781686"/>
                </a:lnTo>
                <a:lnTo>
                  <a:pt x="0" y="651405"/>
                </a:lnTo>
                <a:lnTo>
                  <a:pt x="0" y="455984"/>
                </a:lnTo>
                <a:lnTo>
                  <a:pt x="0" y="455984"/>
                </a:lnTo>
                <a:lnTo>
                  <a:pt x="0" y="0"/>
                </a:lnTo>
                <a:close/>
              </a:path>
            </a:pathLst>
          </a:custGeom>
          <a:solidFill>
            <a:srgbClr val="E30656"/>
          </a:solidFill>
          <a:ln>
            <a:solidFill>
              <a:srgbClr val="E306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4BE08C-BC96-5CE9-E78E-3750A2F8EF7C}"/>
              </a:ext>
            </a:extLst>
          </p:cNvPr>
          <p:cNvSpPr/>
          <p:nvPr/>
        </p:nvSpPr>
        <p:spPr>
          <a:xfrm>
            <a:off x="8060244" y="1835919"/>
            <a:ext cx="1249463" cy="436323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lang="en-US" sz="1000" b="1" kern="1200" dirty="0">
                <a:solidFill>
                  <a:srgbClr val="FFFFFF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BY </a:t>
            </a:r>
            <a:r>
              <a:rPr lang="en-US" sz="10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Distribution &amp; Sales Model</a:t>
            </a:r>
            <a:endParaRPr lang="en-IN" sz="1000" dirty="0">
              <a:solidFill>
                <a:srgbClr val="000000"/>
              </a:solidFill>
              <a:effectLst/>
              <a:latin typeface="Roboto Condensed" panose="02000000000000000000" pitchFamily="2" charset="0"/>
              <a:ea typeface="Roboto Condensed" panose="02000000000000000000" pitchFamily="2" charset="0"/>
              <a:cs typeface="Mangal" panose="02040503050203030202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5E507D-98DE-E96D-419D-038E1D359166}"/>
              </a:ext>
            </a:extLst>
          </p:cNvPr>
          <p:cNvSpPr txBox="1"/>
          <p:nvPr/>
        </p:nvSpPr>
        <p:spPr>
          <a:xfrm>
            <a:off x="7763168" y="2523929"/>
            <a:ext cx="4320802" cy="11729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22860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800" kern="12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Direct Sales</a:t>
            </a:r>
          </a:p>
          <a:p>
            <a:pPr marL="457200" indent="-22860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800" kern="12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Dealer/Distributor Channel</a:t>
            </a:r>
          </a:p>
          <a:p>
            <a:pPr marL="457200" indent="-22860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800" kern="12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Rental &amp; Leasing Companies</a:t>
            </a:r>
          </a:p>
          <a:p>
            <a:pPr marL="457200" indent="-22860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800" kern="12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Export to Regional Markets</a:t>
            </a:r>
          </a:p>
          <a:p>
            <a:pPr marL="457200" indent="-228600" algn="l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800" kern="1200" dirty="0">
                <a:solidFill>
                  <a:srgbClr val="000000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Mangal" panose="02040503050203030202" pitchFamily="18" charset="0"/>
              </a:rPr>
              <a:t>Others</a:t>
            </a:r>
          </a:p>
        </p:txBody>
      </p:sp>
    </p:spTree>
    <p:extLst>
      <p:ext uri="{BB962C8B-B14F-4D97-AF65-F5344CB8AC3E}">
        <p14:creationId xmlns:p14="http://schemas.microsoft.com/office/powerpoint/2010/main" val="82713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246E37C-2F1B-39EB-BB5E-EC0A71703C2C}"/>
              </a:ext>
            </a:extLst>
          </p:cNvPr>
          <p:cNvGrpSpPr/>
          <p:nvPr/>
        </p:nvGrpSpPr>
        <p:grpSpPr>
          <a:xfrm>
            <a:off x="1678495" y="786375"/>
            <a:ext cx="8835009" cy="6168414"/>
            <a:chOff x="3166013" y="1104074"/>
            <a:chExt cx="6411004" cy="5039551"/>
          </a:xfrm>
        </p:grpSpPr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F3462658-D7D4-D168-3E81-9B3AC8C9BD3C}"/>
                </a:ext>
              </a:extLst>
            </p:cNvPr>
            <p:cNvGrpSpPr/>
            <p:nvPr/>
          </p:nvGrpSpPr>
          <p:grpSpPr>
            <a:xfrm>
              <a:off x="3166013" y="1104074"/>
              <a:ext cx="6411004" cy="5039551"/>
              <a:chOff x="984095" y="1227899"/>
              <a:chExt cx="6411004" cy="5039551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CE2286E-8FE4-4257-17D1-F59021EB0DA7}"/>
                  </a:ext>
                </a:extLst>
              </p:cNvPr>
              <p:cNvSpPr/>
              <p:nvPr/>
            </p:nvSpPr>
            <p:spPr>
              <a:xfrm>
                <a:off x="984095" y="1227899"/>
                <a:ext cx="6411004" cy="5039551"/>
              </a:xfrm>
              <a:prstGeom prst="rect">
                <a:avLst/>
              </a:prstGeom>
              <a:solidFill>
                <a:srgbClr val="0D47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561130-3D86-D44A-1762-00FF40AA4AC7}"/>
                  </a:ext>
                </a:extLst>
              </p:cNvPr>
              <p:cNvSpPr txBox="1"/>
              <p:nvPr/>
            </p:nvSpPr>
            <p:spPr>
              <a:xfrm>
                <a:off x="1124755" y="3832461"/>
                <a:ext cx="2285238" cy="1362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US" sz="1050" b="1" dirty="0">
                    <a:solidFill>
                      <a:srgbClr val="EB859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Participants</a:t>
                </a:r>
                <a:br>
                  <a:rPr lang="en-US" sz="1050" b="1" dirty="0">
                    <a:solidFill>
                      <a:srgbClr val="EB859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</a:br>
                <a:r>
                  <a:rPr lang="en-US" sz="1050" b="1" dirty="0">
                    <a:solidFill>
                      <a:srgbClr val="EB859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(Australia Elevating Work Platforms and Spider Lifts Market)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JLG Industries, Inc.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Genie (Terex Corporation)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Haulotte Group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1000" dirty="0" err="1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Teupen</a:t>
                </a: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 </a:t>
                </a:r>
                <a:r>
                  <a:rPr lang="en-US" sz="1000" dirty="0" err="1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Maschinenbau</a:t>
                </a: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 GmbH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Snorkel International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endParaRPr lang="en-US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616812-E977-7258-E831-0E0A2D18BCBE}"/>
                  </a:ext>
                </a:extLst>
              </p:cNvPr>
              <p:cNvSpPr txBox="1"/>
              <p:nvPr/>
            </p:nvSpPr>
            <p:spPr>
              <a:xfrm>
                <a:off x="5863998" y="3571938"/>
                <a:ext cx="1418080" cy="1510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300"/>
                  </a:spcAft>
                </a:pPr>
                <a:endParaRPr lang="en-US" sz="1050" b="1" dirty="0">
                  <a:solidFill>
                    <a:srgbClr val="2AC095"/>
                  </a:solidFill>
                  <a:latin typeface="Roboto Condensed" pitchFamily="2" charset="0"/>
                  <a:ea typeface="Roboto Condensed" pitchFamily="2" charset="0"/>
                  <a:cs typeface="Arial" panose="020B0604020202020204" pitchFamily="34" charset="0"/>
                </a:endParaRPr>
              </a:p>
              <a:p>
                <a:pPr>
                  <a:spcAft>
                    <a:spcPts val="300"/>
                  </a:spcAft>
                </a:pPr>
                <a:r>
                  <a:rPr lang="en-US" sz="1050" b="1" dirty="0">
                    <a:solidFill>
                      <a:srgbClr val="2AC095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End Users</a:t>
                </a:r>
                <a:br>
                  <a:rPr lang="en-US" sz="1050" b="1" dirty="0">
                    <a:solidFill>
                      <a:srgbClr val="2AC095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</a:br>
                <a:r>
                  <a:rPr lang="en-US" sz="1050" b="1" dirty="0">
                    <a:solidFill>
                      <a:srgbClr val="2AC095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(Australia Elevating Work Platforms and Spider Lifts Market)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CPB Contractors (CIMIC Group)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BHP Group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Lendlease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Transurban</a:t>
                </a:r>
              </a:p>
              <a:p>
                <a:pPr marL="115888" indent="-115888">
                  <a:spcAft>
                    <a:spcPts val="200"/>
                  </a:spcAft>
                  <a:buFont typeface="Wingdings" panose="05000000000000000000" pitchFamily="2" charset="2"/>
                  <a:buChar char="§"/>
                </a:pPr>
                <a:r>
                  <a:rPr lang="en-US" sz="1000" dirty="0">
                    <a:solidFill>
                      <a:schemeClr val="bg1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Ausgrid</a:t>
                </a:r>
              </a:p>
            </p:txBody>
          </p:sp>
          <p:grpSp>
            <p:nvGrpSpPr>
              <p:cNvPr id="10" name="Group 5">
                <a:extLst>
                  <a:ext uri="{FF2B5EF4-FFF2-40B4-BE49-F238E27FC236}">
                    <a16:creationId xmlns:a16="http://schemas.microsoft.com/office/drawing/2014/main" id="{6B137D15-82A6-A70F-2587-C7464D2BF8B1}"/>
                  </a:ext>
                </a:extLst>
              </p:cNvPr>
              <p:cNvGrpSpPr/>
              <p:nvPr/>
            </p:nvGrpSpPr>
            <p:grpSpPr>
              <a:xfrm>
                <a:off x="1296462" y="1602639"/>
                <a:ext cx="5805674" cy="2447186"/>
                <a:chOff x="1083427" y="1512841"/>
                <a:chExt cx="6231744" cy="2626781"/>
              </a:xfrm>
            </p:grpSpPr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2EB0C800-235E-7763-2E5F-203F30AF14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5161551" y="2900536"/>
                  <a:ext cx="483685" cy="0"/>
                </a:xfrm>
                <a:prstGeom prst="line">
                  <a:avLst/>
                </a:prstGeom>
                <a:ln w="63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53153CF9-3D2B-664B-CF78-9AE26EA483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655845" y="2900536"/>
                  <a:ext cx="483685" cy="0"/>
                </a:xfrm>
                <a:prstGeom prst="line">
                  <a:avLst/>
                </a:prstGeom>
                <a:ln w="63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6F1ED633-D640-3CDE-A25A-AA80D5C16B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445042" y="2168963"/>
                  <a:ext cx="483685" cy="0"/>
                </a:xfrm>
                <a:prstGeom prst="line">
                  <a:avLst/>
                </a:prstGeom>
                <a:ln w="63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" name="Group 22">
                  <a:extLst>
                    <a:ext uri="{FF2B5EF4-FFF2-40B4-BE49-F238E27FC236}">
                      <a16:creationId xmlns:a16="http://schemas.microsoft.com/office/drawing/2014/main" id="{3D32C75B-F054-BD1A-EACE-5664E89ECD73}"/>
                    </a:ext>
                  </a:extLst>
                </p:cNvPr>
                <p:cNvGrpSpPr/>
                <p:nvPr/>
              </p:nvGrpSpPr>
              <p:grpSpPr>
                <a:xfrm rot="5400000" flipV="1">
                  <a:off x="1171469" y="2408159"/>
                  <a:ext cx="1108298" cy="1082521"/>
                  <a:chOff x="4761597" y="2125631"/>
                  <a:chExt cx="2668809" cy="2606741"/>
                </a:xfrm>
              </p:grpSpPr>
              <p:sp>
                <p:nvSpPr>
                  <p:cNvPr id="85" name="Partial Circle 82">
                    <a:extLst>
                      <a:ext uri="{FF2B5EF4-FFF2-40B4-BE49-F238E27FC236}">
                        <a16:creationId xmlns:a16="http://schemas.microsoft.com/office/drawing/2014/main" id="{5A6225F2-B732-A88E-9EBF-CA071A3DE608}"/>
                      </a:ext>
                    </a:extLst>
                  </p:cNvPr>
                  <p:cNvSpPr/>
                  <p:nvPr/>
                </p:nvSpPr>
                <p:spPr>
                  <a:xfrm>
                    <a:off x="4761597" y="2125631"/>
                    <a:ext cx="2668808" cy="2606741"/>
                  </a:xfrm>
                  <a:prstGeom prst="pie">
                    <a:avLst>
                      <a:gd name="adj1" fmla="val 16200000"/>
                      <a:gd name="adj2" fmla="val 5400000"/>
                    </a:avLst>
                  </a:prstGeom>
                  <a:solidFill>
                    <a:srgbClr val="E76F7D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86" name="Partial Circle 80">
                    <a:extLst>
                      <a:ext uri="{FF2B5EF4-FFF2-40B4-BE49-F238E27FC236}">
                        <a16:creationId xmlns:a16="http://schemas.microsoft.com/office/drawing/2014/main" id="{13695A1B-E86A-4011-3948-84C2967B67CF}"/>
                      </a:ext>
                    </a:extLst>
                  </p:cNvPr>
                  <p:cNvSpPr/>
                  <p:nvPr/>
                </p:nvSpPr>
                <p:spPr>
                  <a:xfrm>
                    <a:off x="4761599" y="2125631"/>
                    <a:ext cx="2668807" cy="2606741"/>
                  </a:xfrm>
                  <a:prstGeom prst="pie">
                    <a:avLst>
                      <a:gd name="adj1" fmla="val 5400000"/>
                      <a:gd name="adj2" fmla="val 1620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5" name="Group 100">
                  <a:extLst>
                    <a:ext uri="{FF2B5EF4-FFF2-40B4-BE49-F238E27FC236}">
                      <a16:creationId xmlns:a16="http://schemas.microsoft.com/office/drawing/2014/main" id="{2E9CEB04-DC37-6386-5E7B-95622A3E0DE5}"/>
                    </a:ext>
                  </a:extLst>
                </p:cNvPr>
                <p:cNvGrpSpPr/>
                <p:nvPr/>
              </p:nvGrpSpPr>
              <p:grpSpPr>
                <a:xfrm rot="5400000" flipV="1">
                  <a:off x="4873413" y="2979652"/>
                  <a:ext cx="1142987" cy="1082521"/>
                  <a:chOff x="4761597" y="2125630"/>
                  <a:chExt cx="2752341" cy="2606742"/>
                </a:xfrm>
              </p:grpSpPr>
              <p:sp>
                <p:nvSpPr>
                  <p:cNvPr id="83" name="Partial Circle 101">
                    <a:extLst>
                      <a:ext uri="{FF2B5EF4-FFF2-40B4-BE49-F238E27FC236}">
                        <a16:creationId xmlns:a16="http://schemas.microsoft.com/office/drawing/2014/main" id="{44E9DDF0-00EA-70FD-4685-CE141ACE053E}"/>
                      </a:ext>
                    </a:extLst>
                  </p:cNvPr>
                  <p:cNvSpPr/>
                  <p:nvPr/>
                </p:nvSpPr>
                <p:spPr>
                  <a:xfrm>
                    <a:off x="4761597" y="2125631"/>
                    <a:ext cx="2668808" cy="2606741"/>
                  </a:xfrm>
                  <a:prstGeom prst="pie">
                    <a:avLst>
                      <a:gd name="adj1" fmla="val 16200000"/>
                      <a:gd name="adj2" fmla="val 540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84" name="Partial Circle 102">
                    <a:extLst>
                      <a:ext uri="{FF2B5EF4-FFF2-40B4-BE49-F238E27FC236}">
                        <a16:creationId xmlns:a16="http://schemas.microsoft.com/office/drawing/2014/main" id="{46E43BF6-6826-E2C9-036D-CE08ADED89F9}"/>
                      </a:ext>
                    </a:extLst>
                  </p:cNvPr>
                  <p:cNvSpPr/>
                  <p:nvPr/>
                </p:nvSpPr>
                <p:spPr>
                  <a:xfrm>
                    <a:off x="4845131" y="2125630"/>
                    <a:ext cx="2668807" cy="2606741"/>
                  </a:xfrm>
                  <a:prstGeom prst="pie">
                    <a:avLst>
                      <a:gd name="adj1" fmla="val 5400000"/>
                      <a:gd name="adj2" fmla="val 16200000"/>
                    </a:avLst>
                  </a:prstGeom>
                  <a:solidFill>
                    <a:srgbClr val="E2AF32"/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8B469E-177A-0AD4-FC92-74EBFDE47C21}"/>
                    </a:ext>
                  </a:extLst>
                </p:cNvPr>
                <p:cNvSpPr/>
                <p:nvPr/>
              </p:nvSpPr>
              <p:spPr>
                <a:xfrm>
                  <a:off x="1213238" y="2990789"/>
                  <a:ext cx="1045696" cy="2046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lvl="1" algn="ctr">
                    <a:lnSpc>
                      <a:spcPts val="1100"/>
                    </a:lnSpc>
                    <a:tabLst>
                      <a:tab pos="0" algn="l"/>
                    </a:tabLst>
                  </a:pPr>
                  <a:r>
                    <a:rPr lang="en-US" sz="950" spc="-15" dirty="0">
                      <a:solidFill>
                        <a:schemeClr val="bg1"/>
                      </a:solidFill>
                      <a:latin typeface="Roboto Condensed" pitchFamily="2" charset="0"/>
                      <a:cs typeface="Times New Roman" panose="02020603050405020304" pitchFamily="18" charset="0"/>
                    </a:rPr>
                    <a:t>Raw material suppliers</a:t>
                  </a:r>
                </a:p>
              </p:txBody>
            </p:sp>
            <p:grpSp>
              <p:nvGrpSpPr>
                <p:cNvPr id="17" name="Group 26">
                  <a:extLst>
                    <a:ext uri="{FF2B5EF4-FFF2-40B4-BE49-F238E27FC236}">
                      <a16:creationId xmlns:a16="http://schemas.microsoft.com/office/drawing/2014/main" id="{B9C6C9DC-CDF6-CEB9-5D16-34BC064D9768}"/>
                    </a:ext>
                  </a:extLst>
                </p:cNvPr>
                <p:cNvGrpSpPr/>
                <p:nvPr/>
              </p:nvGrpSpPr>
              <p:grpSpPr>
                <a:xfrm>
                  <a:off x="2414754" y="2949420"/>
                  <a:ext cx="1082521" cy="1108298"/>
                  <a:chOff x="2610910" y="2752808"/>
                  <a:chExt cx="1227896" cy="1257134"/>
                </a:xfrm>
              </p:grpSpPr>
              <p:grpSp>
                <p:nvGrpSpPr>
                  <p:cNvPr id="79" name="Group 94">
                    <a:extLst>
                      <a:ext uri="{FF2B5EF4-FFF2-40B4-BE49-F238E27FC236}">
                        <a16:creationId xmlns:a16="http://schemas.microsoft.com/office/drawing/2014/main" id="{ADA31037-312F-3BCF-4CA1-B1D74D65F2C6}"/>
                      </a:ext>
                    </a:extLst>
                  </p:cNvPr>
                  <p:cNvGrpSpPr/>
                  <p:nvPr/>
                </p:nvGrpSpPr>
                <p:grpSpPr>
                  <a:xfrm rot="5400000" flipV="1">
                    <a:off x="2596291" y="2767427"/>
                    <a:ext cx="1257134" cy="1227896"/>
                    <a:chOff x="4761597" y="2125631"/>
                    <a:chExt cx="2668809" cy="2606741"/>
                  </a:xfrm>
                </p:grpSpPr>
                <p:sp>
                  <p:nvSpPr>
                    <p:cNvPr id="81" name="Partial Circle 95">
                      <a:extLst>
                        <a:ext uri="{FF2B5EF4-FFF2-40B4-BE49-F238E27FC236}">
                          <a16:creationId xmlns:a16="http://schemas.microsoft.com/office/drawing/2014/main" id="{81654E30-2609-690E-B888-807550BEC3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1597" y="2125631"/>
                      <a:ext cx="2668808" cy="2606741"/>
                    </a:xfrm>
                    <a:prstGeom prst="pie">
                      <a:avLst>
                        <a:gd name="adj1" fmla="val 16200000"/>
                        <a:gd name="adj2" fmla="val 540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lnRef>
                    <a:fillRef idx="1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endParaRPr lang="en-IN"/>
                    </a:p>
                  </p:txBody>
                </p:sp>
                <p:sp>
                  <p:nvSpPr>
                    <p:cNvPr id="82" name="Partial Circle 96">
                      <a:extLst>
                        <a:ext uri="{FF2B5EF4-FFF2-40B4-BE49-F238E27FC236}">
                          <a16:creationId xmlns:a16="http://schemas.microsoft.com/office/drawing/2014/main" id="{61A4A4C3-78E8-E73F-ECB4-2182130E66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1599" y="2125631"/>
                      <a:ext cx="2668807" cy="2606741"/>
                    </a:xfrm>
                    <a:prstGeom prst="pie">
                      <a:avLst>
                        <a:gd name="adj1" fmla="val 5400000"/>
                        <a:gd name="adj2" fmla="val 16200000"/>
                      </a:avLst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lnRef>
                    <a:fillRef idx="1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endParaRPr lang="en-IN" dirty="0"/>
                    </a:p>
                  </p:txBody>
                </p:sp>
              </p:grp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90B9199F-866B-C79B-5888-17C69578062F}"/>
                      </a:ext>
                    </a:extLst>
                  </p:cNvPr>
                  <p:cNvSpPr/>
                  <p:nvPr/>
                </p:nvSpPr>
                <p:spPr>
                  <a:xfrm>
                    <a:off x="2615945" y="2918339"/>
                    <a:ext cx="1186125" cy="28416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0" lvl="1" algn="ctr">
                      <a:lnSpc>
                        <a:spcPts val="1100"/>
                      </a:lnSpc>
                      <a:tabLst>
                        <a:tab pos="0" algn="l"/>
                      </a:tabLst>
                    </a:pPr>
                    <a:endParaRPr lang="en-US" sz="950" spc="-15" dirty="0">
                      <a:solidFill>
                        <a:schemeClr val="bg1"/>
                      </a:solidFill>
                      <a:latin typeface="Roboto Condensed" pitchFamily="2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31E7CD1A-38D4-6215-2395-D177AC93A22A}"/>
                    </a:ext>
                  </a:extLst>
                </p:cNvPr>
                <p:cNvSpPr/>
                <p:nvPr/>
              </p:nvSpPr>
              <p:spPr>
                <a:xfrm>
                  <a:off x="5045142" y="3067106"/>
                  <a:ext cx="842140" cy="45209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lvl="1" algn="ctr">
                    <a:lnSpc>
                      <a:spcPts val="1100"/>
                    </a:lnSpc>
                    <a:tabLst>
                      <a:tab pos="0" algn="l"/>
                    </a:tabLst>
                  </a:pPr>
                  <a:r>
                    <a:rPr lang="en-US" sz="950" spc="-15" dirty="0">
                      <a:solidFill>
                        <a:schemeClr val="bg1"/>
                      </a:solidFill>
                      <a:latin typeface="Roboto Condensed" pitchFamily="2" charset="0"/>
                      <a:cs typeface="Times New Roman" panose="02020603050405020304" pitchFamily="18" charset="0"/>
                    </a:rPr>
                    <a:t>Distributors/Retailers/Wholesalers/E-Commerce</a:t>
                  </a:r>
                </a:p>
              </p:txBody>
            </p:sp>
            <p:grpSp>
              <p:nvGrpSpPr>
                <p:cNvPr id="19" name="Group 120">
                  <a:extLst>
                    <a:ext uri="{FF2B5EF4-FFF2-40B4-BE49-F238E27FC236}">
                      <a16:creationId xmlns:a16="http://schemas.microsoft.com/office/drawing/2014/main" id="{B8D3F14B-F8F3-B5FD-CD94-09CAFA359649}"/>
                    </a:ext>
                  </a:extLst>
                </p:cNvPr>
                <p:cNvGrpSpPr/>
                <p:nvPr/>
              </p:nvGrpSpPr>
              <p:grpSpPr>
                <a:xfrm>
                  <a:off x="1504902" y="2481725"/>
                  <a:ext cx="389513" cy="389513"/>
                  <a:chOff x="4495800" y="3505200"/>
                  <a:chExt cx="3332163" cy="3332163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76" name="Freeform 209">
                    <a:extLst>
                      <a:ext uri="{FF2B5EF4-FFF2-40B4-BE49-F238E27FC236}">
                        <a16:creationId xmlns:a16="http://schemas.microsoft.com/office/drawing/2014/main" id="{DA9BB76C-1814-8D59-19A5-8A963D87257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495800" y="3505200"/>
                    <a:ext cx="3332163" cy="3332163"/>
                  </a:xfrm>
                  <a:custGeom>
                    <a:avLst/>
                    <a:gdLst>
                      <a:gd name="T0" fmla="*/ 8329 w 8397"/>
                      <a:gd name="T1" fmla="*/ 3360 h 8396"/>
                      <a:gd name="T2" fmla="*/ 8397 w 8397"/>
                      <a:gd name="T3" fmla="*/ 2713 h 8396"/>
                      <a:gd name="T4" fmla="*/ 7078 w 8397"/>
                      <a:gd name="T5" fmla="*/ 1491 h 8396"/>
                      <a:gd name="T6" fmla="*/ 5889 w 8397"/>
                      <a:gd name="T7" fmla="*/ 93 h 8396"/>
                      <a:gd name="T8" fmla="*/ 5487 w 8397"/>
                      <a:gd name="T9" fmla="*/ 1142 h 8396"/>
                      <a:gd name="T10" fmla="*/ 4864 w 8397"/>
                      <a:gd name="T11" fmla="*/ 45 h 8396"/>
                      <a:gd name="T12" fmla="*/ 4214 w 8397"/>
                      <a:gd name="T13" fmla="*/ 0 h 8396"/>
                      <a:gd name="T14" fmla="*/ 3559 w 8397"/>
                      <a:gd name="T15" fmla="*/ 80 h 8396"/>
                      <a:gd name="T16" fmla="*/ 3163 w 8397"/>
                      <a:gd name="T17" fmla="*/ 1240 h 8396"/>
                      <a:gd name="T18" fmla="*/ 2531 w 8397"/>
                      <a:gd name="T19" fmla="*/ 56 h 8396"/>
                      <a:gd name="T20" fmla="*/ 1351 w 8397"/>
                      <a:gd name="T21" fmla="*/ 1433 h 8396"/>
                      <a:gd name="T22" fmla="*/ 7 w 8397"/>
                      <a:gd name="T23" fmla="*/ 2667 h 8396"/>
                      <a:gd name="T24" fmla="*/ 108 w 8397"/>
                      <a:gd name="T25" fmla="*/ 3340 h 8396"/>
                      <a:gd name="T26" fmla="*/ 1142 w 8397"/>
                      <a:gd name="T27" fmla="*/ 3641 h 8396"/>
                      <a:gd name="T28" fmla="*/ 35 w 8397"/>
                      <a:gd name="T29" fmla="*/ 4359 h 8396"/>
                      <a:gd name="T30" fmla="*/ 3 w 8397"/>
                      <a:gd name="T31" fmla="*/ 5004 h 8396"/>
                      <a:gd name="T32" fmla="*/ 94 w 8397"/>
                      <a:gd name="T33" fmla="*/ 5668 h 8396"/>
                      <a:gd name="T34" fmla="*/ 1142 w 8397"/>
                      <a:gd name="T35" fmla="*/ 6070 h 8396"/>
                      <a:gd name="T36" fmla="*/ 1639 w 8397"/>
                      <a:gd name="T37" fmla="*/ 7111 h 8396"/>
                      <a:gd name="T38" fmla="*/ 2723 w 8397"/>
                      <a:gd name="T39" fmla="*/ 8377 h 8396"/>
                      <a:gd name="T40" fmla="*/ 3364 w 8397"/>
                      <a:gd name="T41" fmla="*/ 8384 h 8396"/>
                      <a:gd name="T42" fmla="*/ 4048 w 8397"/>
                      <a:gd name="T43" fmla="*/ 8273 h 8396"/>
                      <a:gd name="T44" fmla="*/ 4352 w 8397"/>
                      <a:gd name="T45" fmla="*/ 8242 h 8396"/>
                      <a:gd name="T46" fmla="*/ 5059 w 8397"/>
                      <a:gd name="T47" fmla="*/ 8369 h 8396"/>
                      <a:gd name="T48" fmla="*/ 5701 w 8397"/>
                      <a:gd name="T49" fmla="*/ 8389 h 8396"/>
                      <a:gd name="T50" fmla="*/ 6798 w 8397"/>
                      <a:gd name="T51" fmla="*/ 7099 h 8396"/>
                      <a:gd name="T52" fmla="*/ 8242 w 8397"/>
                      <a:gd name="T53" fmla="*/ 5964 h 8396"/>
                      <a:gd name="T54" fmla="*/ 8273 w 8397"/>
                      <a:gd name="T55" fmla="*/ 5660 h 8396"/>
                      <a:gd name="T56" fmla="*/ 8385 w 8397"/>
                      <a:gd name="T57" fmla="*/ 4976 h 8396"/>
                      <a:gd name="T58" fmla="*/ 8378 w 8397"/>
                      <a:gd name="T59" fmla="*/ 4335 h 8396"/>
                      <a:gd name="T60" fmla="*/ 1654 w 8397"/>
                      <a:gd name="T61" fmla="*/ 2528 h 8396"/>
                      <a:gd name="T62" fmla="*/ 1663 w 8397"/>
                      <a:gd name="T63" fmla="*/ 6680 h 8396"/>
                      <a:gd name="T64" fmla="*/ 4641 w 8397"/>
                      <a:gd name="T65" fmla="*/ 3100 h 8396"/>
                      <a:gd name="T66" fmla="*/ 4198 w 8397"/>
                      <a:gd name="T67" fmla="*/ 3287 h 8396"/>
                      <a:gd name="T68" fmla="*/ 4364 w 8397"/>
                      <a:gd name="T69" fmla="*/ 3695 h 8396"/>
                      <a:gd name="T70" fmla="*/ 1654 w 8397"/>
                      <a:gd name="T71" fmla="*/ 5407 h 8396"/>
                      <a:gd name="T72" fmla="*/ 2229 w 8397"/>
                      <a:gd name="T73" fmla="*/ 4814 h 8396"/>
                      <a:gd name="T74" fmla="*/ 2644 w 8397"/>
                      <a:gd name="T75" fmla="*/ 4959 h 8396"/>
                      <a:gd name="T76" fmla="*/ 2804 w 8397"/>
                      <a:gd name="T77" fmla="*/ 4499 h 8396"/>
                      <a:gd name="T78" fmla="*/ 3524 w 8397"/>
                      <a:gd name="T79" fmla="*/ 1857 h 8396"/>
                      <a:gd name="T80" fmla="*/ 3101 w 8397"/>
                      <a:gd name="T81" fmla="*/ 2070 h 8396"/>
                      <a:gd name="T82" fmla="*/ 3287 w 8397"/>
                      <a:gd name="T83" fmla="*/ 2469 h 8396"/>
                      <a:gd name="T84" fmla="*/ 6672 w 8397"/>
                      <a:gd name="T85" fmla="*/ 1640 h 8396"/>
                      <a:gd name="T86" fmla="*/ 6224 w 8397"/>
                      <a:gd name="T87" fmla="*/ 2533 h 8396"/>
                      <a:gd name="T88" fmla="*/ 5988 w 8397"/>
                      <a:gd name="T89" fmla="*/ 2132 h 8396"/>
                      <a:gd name="T90" fmla="*/ 5598 w 8397"/>
                      <a:gd name="T91" fmla="*/ 2337 h 8396"/>
                      <a:gd name="T92" fmla="*/ 4042 w 8397"/>
                      <a:gd name="T93" fmla="*/ 5546 h 8396"/>
                      <a:gd name="T94" fmla="*/ 3515 w 8397"/>
                      <a:gd name="T95" fmla="*/ 5372 h 8396"/>
                      <a:gd name="T96" fmla="*/ 3452 w 8397"/>
                      <a:gd name="T97" fmla="*/ 5809 h 8396"/>
                      <a:gd name="T98" fmla="*/ 3967 w 8397"/>
                      <a:gd name="T99" fmla="*/ 5846 h 8396"/>
                      <a:gd name="T100" fmla="*/ 4671 w 8397"/>
                      <a:gd name="T101" fmla="*/ 3433 h 8396"/>
                      <a:gd name="T102" fmla="*/ 4338 w 8397"/>
                      <a:gd name="T103" fmla="*/ 3399 h 8396"/>
                      <a:gd name="T104" fmla="*/ 4668 w 8397"/>
                      <a:gd name="T105" fmla="*/ 3350 h 8396"/>
                      <a:gd name="T106" fmla="*/ 2624 w 8397"/>
                      <a:gd name="T107" fmla="*/ 4787 h 8396"/>
                      <a:gd name="T108" fmla="*/ 2377 w 8397"/>
                      <a:gd name="T109" fmla="*/ 4563 h 8396"/>
                      <a:gd name="T110" fmla="*/ 3380 w 8397"/>
                      <a:gd name="T111" fmla="*/ 2332 h 8396"/>
                      <a:gd name="T112" fmla="*/ 3414 w 8397"/>
                      <a:gd name="T113" fmla="*/ 1999 h 8396"/>
                      <a:gd name="T114" fmla="*/ 5751 w 8397"/>
                      <a:gd name="T115" fmla="*/ 2516 h 8396"/>
                      <a:gd name="T116" fmla="*/ 6037 w 8397"/>
                      <a:gd name="T117" fmla="*/ 2343 h 8396"/>
                      <a:gd name="T118" fmla="*/ 3872 w 8397"/>
                      <a:gd name="T119" fmla="*/ 5706 h 8396"/>
                      <a:gd name="T120" fmla="*/ 3559 w 8397"/>
                      <a:gd name="T121" fmla="*/ 5592 h 8396"/>
                      <a:gd name="T122" fmla="*/ 3893 w 8397"/>
                      <a:gd name="T123" fmla="*/ 5626 h 83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8397" h="8396">
                        <a:moveTo>
                          <a:pt x="7254" y="3747"/>
                        </a:moveTo>
                        <a:lnTo>
                          <a:pt x="7254" y="3641"/>
                        </a:lnTo>
                        <a:lnTo>
                          <a:pt x="8242" y="3641"/>
                        </a:lnTo>
                        <a:lnTo>
                          <a:pt x="8242" y="3641"/>
                        </a:lnTo>
                        <a:lnTo>
                          <a:pt x="8258" y="3640"/>
                        </a:lnTo>
                        <a:lnTo>
                          <a:pt x="8273" y="3638"/>
                        </a:lnTo>
                        <a:lnTo>
                          <a:pt x="8288" y="3635"/>
                        </a:lnTo>
                        <a:lnTo>
                          <a:pt x="8303" y="3629"/>
                        </a:lnTo>
                        <a:lnTo>
                          <a:pt x="8316" y="3623"/>
                        </a:lnTo>
                        <a:lnTo>
                          <a:pt x="8329" y="3615"/>
                        </a:lnTo>
                        <a:lnTo>
                          <a:pt x="8340" y="3606"/>
                        </a:lnTo>
                        <a:lnTo>
                          <a:pt x="8351" y="3596"/>
                        </a:lnTo>
                        <a:lnTo>
                          <a:pt x="8362" y="3585"/>
                        </a:lnTo>
                        <a:lnTo>
                          <a:pt x="8371" y="3573"/>
                        </a:lnTo>
                        <a:lnTo>
                          <a:pt x="8378" y="3560"/>
                        </a:lnTo>
                        <a:lnTo>
                          <a:pt x="8385" y="3547"/>
                        </a:lnTo>
                        <a:lnTo>
                          <a:pt x="8389" y="3533"/>
                        </a:lnTo>
                        <a:lnTo>
                          <a:pt x="8394" y="3518"/>
                        </a:lnTo>
                        <a:lnTo>
                          <a:pt x="8396" y="3503"/>
                        </a:lnTo>
                        <a:lnTo>
                          <a:pt x="8397" y="3487"/>
                        </a:lnTo>
                        <a:lnTo>
                          <a:pt x="8397" y="3487"/>
                        </a:lnTo>
                        <a:lnTo>
                          <a:pt x="8396" y="3471"/>
                        </a:lnTo>
                        <a:lnTo>
                          <a:pt x="8394" y="3456"/>
                        </a:lnTo>
                        <a:lnTo>
                          <a:pt x="8389" y="3442"/>
                        </a:lnTo>
                        <a:lnTo>
                          <a:pt x="8385" y="3427"/>
                        </a:lnTo>
                        <a:lnTo>
                          <a:pt x="8378" y="3413"/>
                        </a:lnTo>
                        <a:lnTo>
                          <a:pt x="8371" y="3401"/>
                        </a:lnTo>
                        <a:lnTo>
                          <a:pt x="8362" y="3389"/>
                        </a:lnTo>
                        <a:lnTo>
                          <a:pt x="8351" y="3378"/>
                        </a:lnTo>
                        <a:lnTo>
                          <a:pt x="8340" y="3368"/>
                        </a:lnTo>
                        <a:lnTo>
                          <a:pt x="8329" y="3360"/>
                        </a:lnTo>
                        <a:lnTo>
                          <a:pt x="8316" y="3352"/>
                        </a:lnTo>
                        <a:lnTo>
                          <a:pt x="8303" y="3345"/>
                        </a:lnTo>
                        <a:lnTo>
                          <a:pt x="8288" y="3340"/>
                        </a:lnTo>
                        <a:lnTo>
                          <a:pt x="8273" y="3337"/>
                        </a:lnTo>
                        <a:lnTo>
                          <a:pt x="8258" y="3333"/>
                        </a:lnTo>
                        <a:lnTo>
                          <a:pt x="8242" y="3333"/>
                        </a:lnTo>
                        <a:lnTo>
                          <a:pt x="7254" y="3333"/>
                        </a:lnTo>
                        <a:lnTo>
                          <a:pt x="7254" y="3227"/>
                        </a:lnTo>
                        <a:lnTo>
                          <a:pt x="7136" y="3227"/>
                        </a:lnTo>
                        <a:lnTo>
                          <a:pt x="7136" y="2973"/>
                        </a:lnTo>
                        <a:lnTo>
                          <a:pt x="7254" y="2973"/>
                        </a:lnTo>
                        <a:lnTo>
                          <a:pt x="7254" y="2866"/>
                        </a:lnTo>
                        <a:lnTo>
                          <a:pt x="8242" y="2866"/>
                        </a:lnTo>
                        <a:lnTo>
                          <a:pt x="8242" y="2866"/>
                        </a:lnTo>
                        <a:lnTo>
                          <a:pt x="8258" y="2866"/>
                        </a:lnTo>
                        <a:lnTo>
                          <a:pt x="8273" y="2864"/>
                        </a:lnTo>
                        <a:lnTo>
                          <a:pt x="8288" y="2860"/>
                        </a:lnTo>
                        <a:lnTo>
                          <a:pt x="8303" y="2854"/>
                        </a:lnTo>
                        <a:lnTo>
                          <a:pt x="8316" y="2848"/>
                        </a:lnTo>
                        <a:lnTo>
                          <a:pt x="8329" y="2840"/>
                        </a:lnTo>
                        <a:lnTo>
                          <a:pt x="8340" y="2831"/>
                        </a:lnTo>
                        <a:lnTo>
                          <a:pt x="8351" y="2822"/>
                        </a:lnTo>
                        <a:lnTo>
                          <a:pt x="8362" y="2811"/>
                        </a:lnTo>
                        <a:lnTo>
                          <a:pt x="8371" y="2798"/>
                        </a:lnTo>
                        <a:lnTo>
                          <a:pt x="8378" y="2786"/>
                        </a:lnTo>
                        <a:lnTo>
                          <a:pt x="8385" y="2772"/>
                        </a:lnTo>
                        <a:lnTo>
                          <a:pt x="8389" y="2759"/>
                        </a:lnTo>
                        <a:lnTo>
                          <a:pt x="8394" y="2744"/>
                        </a:lnTo>
                        <a:lnTo>
                          <a:pt x="8396" y="2728"/>
                        </a:lnTo>
                        <a:lnTo>
                          <a:pt x="8397" y="2713"/>
                        </a:lnTo>
                        <a:lnTo>
                          <a:pt x="8397" y="2713"/>
                        </a:lnTo>
                        <a:lnTo>
                          <a:pt x="8396" y="2697"/>
                        </a:lnTo>
                        <a:lnTo>
                          <a:pt x="8394" y="2681"/>
                        </a:lnTo>
                        <a:lnTo>
                          <a:pt x="8389" y="2667"/>
                        </a:lnTo>
                        <a:lnTo>
                          <a:pt x="8385" y="2653"/>
                        </a:lnTo>
                        <a:lnTo>
                          <a:pt x="8378" y="2640"/>
                        </a:lnTo>
                        <a:lnTo>
                          <a:pt x="8371" y="2626"/>
                        </a:lnTo>
                        <a:lnTo>
                          <a:pt x="8362" y="2614"/>
                        </a:lnTo>
                        <a:lnTo>
                          <a:pt x="8351" y="2603"/>
                        </a:lnTo>
                        <a:lnTo>
                          <a:pt x="8340" y="2594"/>
                        </a:lnTo>
                        <a:lnTo>
                          <a:pt x="8329" y="2585"/>
                        </a:lnTo>
                        <a:lnTo>
                          <a:pt x="8316" y="2577"/>
                        </a:lnTo>
                        <a:lnTo>
                          <a:pt x="8303" y="2571"/>
                        </a:lnTo>
                        <a:lnTo>
                          <a:pt x="8288" y="2565"/>
                        </a:lnTo>
                        <a:lnTo>
                          <a:pt x="8273" y="2562"/>
                        </a:lnTo>
                        <a:lnTo>
                          <a:pt x="8258" y="2560"/>
                        </a:lnTo>
                        <a:lnTo>
                          <a:pt x="8242" y="2559"/>
                        </a:lnTo>
                        <a:lnTo>
                          <a:pt x="7254" y="2559"/>
                        </a:lnTo>
                        <a:lnTo>
                          <a:pt x="7254" y="2452"/>
                        </a:lnTo>
                        <a:lnTo>
                          <a:pt x="7136" y="2452"/>
                        </a:lnTo>
                        <a:lnTo>
                          <a:pt x="7136" y="1720"/>
                        </a:lnTo>
                        <a:lnTo>
                          <a:pt x="7136" y="1720"/>
                        </a:lnTo>
                        <a:lnTo>
                          <a:pt x="7136" y="1695"/>
                        </a:lnTo>
                        <a:lnTo>
                          <a:pt x="7133" y="1671"/>
                        </a:lnTo>
                        <a:lnTo>
                          <a:pt x="7130" y="1647"/>
                        </a:lnTo>
                        <a:lnTo>
                          <a:pt x="7126" y="1624"/>
                        </a:lnTo>
                        <a:lnTo>
                          <a:pt x="7121" y="1601"/>
                        </a:lnTo>
                        <a:lnTo>
                          <a:pt x="7115" y="1578"/>
                        </a:lnTo>
                        <a:lnTo>
                          <a:pt x="7107" y="1555"/>
                        </a:lnTo>
                        <a:lnTo>
                          <a:pt x="7098" y="1533"/>
                        </a:lnTo>
                        <a:lnTo>
                          <a:pt x="7089" y="1512"/>
                        </a:lnTo>
                        <a:lnTo>
                          <a:pt x="7078" y="1491"/>
                        </a:lnTo>
                        <a:lnTo>
                          <a:pt x="7067" y="1472"/>
                        </a:lnTo>
                        <a:lnTo>
                          <a:pt x="7053" y="1452"/>
                        </a:lnTo>
                        <a:lnTo>
                          <a:pt x="7040" y="1433"/>
                        </a:lnTo>
                        <a:lnTo>
                          <a:pt x="7026" y="1415"/>
                        </a:lnTo>
                        <a:lnTo>
                          <a:pt x="7011" y="1397"/>
                        </a:lnTo>
                        <a:lnTo>
                          <a:pt x="6995" y="1381"/>
                        </a:lnTo>
                        <a:lnTo>
                          <a:pt x="6979" y="1365"/>
                        </a:lnTo>
                        <a:lnTo>
                          <a:pt x="6961" y="1350"/>
                        </a:lnTo>
                        <a:lnTo>
                          <a:pt x="6943" y="1336"/>
                        </a:lnTo>
                        <a:lnTo>
                          <a:pt x="6924" y="1323"/>
                        </a:lnTo>
                        <a:lnTo>
                          <a:pt x="6904" y="1309"/>
                        </a:lnTo>
                        <a:lnTo>
                          <a:pt x="6885" y="1298"/>
                        </a:lnTo>
                        <a:lnTo>
                          <a:pt x="6864" y="1287"/>
                        </a:lnTo>
                        <a:lnTo>
                          <a:pt x="6842" y="1278"/>
                        </a:lnTo>
                        <a:lnTo>
                          <a:pt x="6821" y="1269"/>
                        </a:lnTo>
                        <a:lnTo>
                          <a:pt x="6798" y="1261"/>
                        </a:lnTo>
                        <a:lnTo>
                          <a:pt x="6775" y="1255"/>
                        </a:lnTo>
                        <a:lnTo>
                          <a:pt x="6752" y="1249"/>
                        </a:lnTo>
                        <a:lnTo>
                          <a:pt x="6729" y="1246"/>
                        </a:lnTo>
                        <a:lnTo>
                          <a:pt x="6705" y="1243"/>
                        </a:lnTo>
                        <a:lnTo>
                          <a:pt x="6681" y="1240"/>
                        </a:lnTo>
                        <a:lnTo>
                          <a:pt x="6656" y="1240"/>
                        </a:lnTo>
                        <a:lnTo>
                          <a:pt x="6007" y="1240"/>
                        </a:lnTo>
                        <a:lnTo>
                          <a:pt x="6007" y="1142"/>
                        </a:lnTo>
                        <a:lnTo>
                          <a:pt x="5901" y="1142"/>
                        </a:lnTo>
                        <a:lnTo>
                          <a:pt x="5901" y="153"/>
                        </a:lnTo>
                        <a:lnTo>
                          <a:pt x="5901" y="153"/>
                        </a:lnTo>
                        <a:lnTo>
                          <a:pt x="5900" y="138"/>
                        </a:lnTo>
                        <a:lnTo>
                          <a:pt x="5897" y="123"/>
                        </a:lnTo>
                        <a:lnTo>
                          <a:pt x="5894" y="107"/>
                        </a:lnTo>
                        <a:lnTo>
                          <a:pt x="5889" y="93"/>
                        </a:lnTo>
                        <a:lnTo>
                          <a:pt x="5882" y="80"/>
                        </a:lnTo>
                        <a:lnTo>
                          <a:pt x="5874" y="68"/>
                        </a:lnTo>
                        <a:lnTo>
                          <a:pt x="5866" y="56"/>
                        </a:lnTo>
                        <a:lnTo>
                          <a:pt x="5856" y="45"/>
                        </a:lnTo>
                        <a:lnTo>
                          <a:pt x="5845" y="35"/>
                        </a:lnTo>
                        <a:lnTo>
                          <a:pt x="5833" y="26"/>
                        </a:lnTo>
                        <a:lnTo>
                          <a:pt x="5821" y="19"/>
                        </a:lnTo>
                        <a:lnTo>
                          <a:pt x="5806" y="12"/>
                        </a:lnTo>
                        <a:lnTo>
                          <a:pt x="5792" y="7"/>
                        </a:lnTo>
                        <a:lnTo>
                          <a:pt x="5778" y="2"/>
                        </a:lnTo>
                        <a:lnTo>
                          <a:pt x="5763" y="0"/>
                        </a:lnTo>
                        <a:lnTo>
                          <a:pt x="5747" y="0"/>
                        </a:lnTo>
                        <a:lnTo>
                          <a:pt x="5747" y="0"/>
                        </a:lnTo>
                        <a:lnTo>
                          <a:pt x="5731" y="0"/>
                        </a:lnTo>
                        <a:lnTo>
                          <a:pt x="5716" y="2"/>
                        </a:lnTo>
                        <a:lnTo>
                          <a:pt x="5701" y="7"/>
                        </a:lnTo>
                        <a:lnTo>
                          <a:pt x="5687" y="12"/>
                        </a:lnTo>
                        <a:lnTo>
                          <a:pt x="5674" y="19"/>
                        </a:lnTo>
                        <a:lnTo>
                          <a:pt x="5661" y="26"/>
                        </a:lnTo>
                        <a:lnTo>
                          <a:pt x="5649" y="35"/>
                        </a:lnTo>
                        <a:lnTo>
                          <a:pt x="5638" y="45"/>
                        </a:lnTo>
                        <a:lnTo>
                          <a:pt x="5628" y="56"/>
                        </a:lnTo>
                        <a:lnTo>
                          <a:pt x="5619" y="68"/>
                        </a:lnTo>
                        <a:lnTo>
                          <a:pt x="5611" y="80"/>
                        </a:lnTo>
                        <a:lnTo>
                          <a:pt x="5605" y="93"/>
                        </a:lnTo>
                        <a:lnTo>
                          <a:pt x="5599" y="107"/>
                        </a:lnTo>
                        <a:lnTo>
                          <a:pt x="5596" y="123"/>
                        </a:lnTo>
                        <a:lnTo>
                          <a:pt x="5594" y="138"/>
                        </a:lnTo>
                        <a:lnTo>
                          <a:pt x="5593" y="153"/>
                        </a:lnTo>
                        <a:lnTo>
                          <a:pt x="5593" y="1142"/>
                        </a:lnTo>
                        <a:lnTo>
                          <a:pt x="5487" y="1142"/>
                        </a:lnTo>
                        <a:lnTo>
                          <a:pt x="5487" y="1240"/>
                        </a:lnTo>
                        <a:lnTo>
                          <a:pt x="5233" y="1240"/>
                        </a:lnTo>
                        <a:lnTo>
                          <a:pt x="5233" y="1142"/>
                        </a:lnTo>
                        <a:lnTo>
                          <a:pt x="5127" y="1142"/>
                        </a:lnTo>
                        <a:lnTo>
                          <a:pt x="5127" y="153"/>
                        </a:lnTo>
                        <a:lnTo>
                          <a:pt x="5127" y="153"/>
                        </a:lnTo>
                        <a:lnTo>
                          <a:pt x="5126" y="138"/>
                        </a:lnTo>
                        <a:lnTo>
                          <a:pt x="5124" y="123"/>
                        </a:lnTo>
                        <a:lnTo>
                          <a:pt x="5119" y="107"/>
                        </a:lnTo>
                        <a:lnTo>
                          <a:pt x="5115" y="93"/>
                        </a:lnTo>
                        <a:lnTo>
                          <a:pt x="5108" y="80"/>
                        </a:lnTo>
                        <a:lnTo>
                          <a:pt x="5101" y="68"/>
                        </a:lnTo>
                        <a:lnTo>
                          <a:pt x="5091" y="56"/>
                        </a:lnTo>
                        <a:lnTo>
                          <a:pt x="5081" y="45"/>
                        </a:lnTo>
                        <a:lnTo>
                          <a:pt x="5070" y="35"/>
                        </a:lnTo>
                        <a:lnTo>
                          <a:pt x="5059" y="26"/>
                        </a:lnTo>
                        <a:lnTo>
                          <a:pt x="5046" y="19"/>
                        </a:lnTo>
                        <a:lnTo>
                          <a:pt x="5033" y="12"/>
                        </a:lnTo>
                        <a:lnTo>
                          <a:pt x="5019" y="7"/>
                        </a:lnTo>
                        <a:lnTo>
                          <a:pt x="5003" y="2"/>
                        </a:lnTo>
                        <a:lnTo>
                          <a:pt x="4988" y="0"/>
                        </a:lnTo>
                        <a:lnTo>
                          <a:pt x="4973" y="0"/>
                        </a:lnTo>
                        <a:lnTo>
                          <a:pt x="4973" y="0"/>
                        </a:lnTo>
                        <a:lnTo>
                          <a:pt x="4957" y="0"/>
                        </a:lnTo>
                        <a:lnTo>
                          <a:pt x="4942" y="2"/>
                        </a:lnTo>
                        <a:lnTo>
                          <a:pt x="4927" y="7"/>
                        </a:lnTo>
                        <a:lnTo>
                          <a:pt x="4912" y="12"/>
                        </a:lnTo>
                        <a:lnTo>
                          <a:pt x="4899" y="19"/>
                        </a:lnTo>
                        <a:lnTo>
                          <a:pt x="4886" y="26"/>
                        </a:lnTo>
                        <a:lnTo>
                          <a:pt x="4875" y="35"/>
                        </a:lnTo>
                        <a:lnTo>
                          <a:pt x="4864" y="45"/>
                        </a:lnTo>
                        <a:lnTo>
                          <a:pt x="4853" y="56"/>
                        </a:lnTo>
                        <a:lnTo>
                          <a:pt x="4844" y="68"/>
                        </a:lnTo>
                        <a:lnTo>
                          <a:pt x="4837" y="80"/>
                        </a:lnTo>
                        <a:lnTo>
                          <a:pt x="4830" y="93"/>
                        </a:lnTo>
                        <a:lnTo>
                          <a:pt x="4826" y="107"/>
                        </a:lnTo>
                        <a:lnTo>
                          <a:pt x="4821" y="123"/>
                        </a:lnTo>
                        <a:lnTo>
                          <a:pt x="4819" y="138"/>
                        </a:lnTo>
                        <a:lnTo>
                          <a:pt x="4818" y="153"/>
                        </a:lnTo>
                        <a:lnTo>
                          <a:pt x="4818" y="1142"/>
                        </a:lnTo>
                        <a:lnTo>
                          <a:pt x="4712" y="1142"/>
                        </a:lnTo>
                        <a:lnTo>
                          <a:pt x="4712" y="1240"/>
                        </a:lnTo>
                        <a:lnTo>
                          <a:pt x="4459" y="1240"/>
                        </a:lnTo>
                        <a:lnTo>
                          <a:pt x="4459" y="1142"/>
                        </a:lnTo>
                        <a:lnTo>
                          <a:pt x="4352" y="1142"/>
                        </a:lnTo>
                        <a:lnTo>
                          <a:pt x="4352" y="153"/>
                        </a:lnTo>
                        <a:lnTo>
                          <a:pt x="4352" y="153"/>
                        </a:lnTo>
                        <a:lnTo>
                          <a:pt x="4351" y="138"/>
                        </a:lnTo>
                        <a:lnTo>
                          <a:pt x="4349" y="123"/>
                        </a:lnTo>
                        <a:lnTo>
                          <a:pt x="4346" y="107"/>
                        </a:lnTo>
                        <a:lnTo>
                          <a:pt x="4340" y="93"/>
                        </a:lnTo>
                        <a:lnTo>
                          <a:pt x="4334" y="80"/>
                        </a:lnTo>
                        <a:lnTo>
                          <a:pt x="4326" y="68"/>
                        </a:lnTo>
                        <a:lnTo>
                          <a:pt x="4317" y="56"/>
                        </a:lnTo>
                        <a:lnTo>
                          <a:pt x="4307" y="45"/>
                        </a:lnTo>
                        <a:lnTo>
                          <a:pt x="4297" y="35"/>
                        </a:lnTo>
                        <a:lnTo>
                          <a:pt x="4284" y="26"/>
                        </a:lnTo>
                        <a:lnTo>
                          <a:pt x="4271" y="19"/>
                        </a:lnTo>
                        <a:lnTo>
                          <a:pt x="4258" y="12"/>
                        </a:lnTo>
                        <a:lnTo>
                          <a:pt x="4244" y="7"/>
                        </a:lnTo>
                        <a:lnTo>
                          <a:pt x="4230" y="2"/>
                        </a:lnTo>
                        <a:lnTo>
                          <a:pt x="4214" y="0"/>
                        </a:lnTo>
                        <a:lnTo>
                          <a:pt x="4198" y="0"/>
                        </a:lnTo>
                        <a:lnTo>
                          <a:pt x="4198" y="0"/>
                        </a:lnTo>
                        <a:lnTo>
                          <a:pt x="4183" y="0"/>
                        </a:lnTo>
                        <a:lnTo>
                          <a:pt x="4167" y="2"/>
                        </a:lnTo>
                        <a:lnTo>
                          <a:pt x="4153" y="7"/>
                        </a:lnTo>
                        <a:lnTo>
                          <a:pt x="4139" y="12"/>
                        </a:lnTo>
                        <a:lnTo>
                          <a:pt x="4124" y="19"/>
                        </a:lnTo>
                        <a:lnTo>
                          <a:pt x="4112" y="26"/>
                        </a:lnTo>
                        <a:lnTo>
                          <a:pt x="4100" y="35"/>
                        </a:lnTo>
                        <a:lnTo>
                          <a:pt x="4089" y="45"/>
                        </a:lnTo>
                        <a:lnTo>
                          <a:pt x="4080" y="56"/>
                        </a:lnTo>
                        <a:lnTo>
                          <a:pt x="4071" y="68"/>
                        </a:lnTo>
                        <a:lnTo>
                          <a:pt x="4063" y="80"/>
                        </a:lnTo>
                        <a:lnTo>
                          <a:pt x="4057" y="93"/>
                        </a:lnTo>
                        <a:lnTo>
                          <a:pt x="4051" y="107"/>
                        </a:lnTo>
                        <a:lnTo>
                          <a:pt x="4048" y="123"/>
                        </a:lnTo>
                        <a:lnTo>
                          <a:pt x="4044" y="138"/>
                        </a:lnTo>
                        <a:lnTo>
                          <a:pt x="4044" y="153"/>
                        </a:lnTo>
                        <a:lnTo>
                          <a:pt x="4044" y="1142"/>
                        </a:lnTo>
                        <a:lnTo>
                          <a:pt x="3938" y="1142"/>
                        </a:lnTo>
                        <a:lnTo>
                          <a:pt x="3938" y="1240"/>
                        </a:lnTo>
                        <a:lnTo>
                          <a:pt x="3684" y="1240"/>
                        </a:lnTo>
                        <a:lnTo>
                          <a:pt x="3684" y="1142"/>
                        </a:lnTo>
                        <a:lnTo>
                          <a:pt x="3578" y="1142"/>
                        </a:lnTo>
                        <a:lnTo>
                          <a:pt x="3578" y="153"/>
                        </a:lnTo>
                        <a:lnTo>
                          <a:pt x="3578" y="153"/>
                        </a:lnTo>
                        <a:lnTo>
                          <a:pt x="3578" y="138"/>
                        </a:lnTo>
                        <a:lnTo>
                          <a:pt x="3574" y="123"/>
                        </a:lnTo>
                        <a:lnTo>
                          <a:pt x="3571" y="107"/>
                        </a:lnTo>
                        <a:lnTo>
                          <a:pt x="3566" y="93"/>
                        </a:lnTo>
                        <a:lnTo>
                          <a:pt x="3559" y="80"/>
                        </a:lnTo>
                        <a:lnTo>
                          <a:pt x="3551" y="68"/>
                        </a:lnTo>
                        <a:lnTo>
                          <a:pt x="3543" y="56"/>
                        </a:lnTo>
                        <a:lnTo>
                          <a:pt x="3533" y="45"/>
                        </a:lnTo>
                        <a:lnTo>
                          <a:pt x="3522" y="35"/>
                        </a:lnTo>
                        <a:lnTo>
                          <a:pt x="3510" y="26"/>
                        </a:lnTo>
                        <a:lnTo>
                          <a:pt x="3498" y="19"/>
                        </a:lnTo>
                        <a:lnTo>
                          <a:pt x="3483" y="12"/>
                        </a:lnTo>
                        <a:lnTo>
                          <a:pt x="3470" y="7"/>
                        </a:lnTo>
                        <a:lnTo>
                          <a:pt x="3455" y="2"/>
                        </a:lnTo>
                        <a:lnTo>
                          <a:pt x="3440" y="0"/>
                        </a:lnTo>
                        <a:lnTo>
                          <a:pt x="3424" y="0"/>
                        </a:lnTo>
                        <a:lnTo>
                          <a:pt x="3424" y="0"/>
                        </a:lnTo>
                        <a:lnTo>
                          <a:pt x="3408" y="0"/>
                        </a:lnTo>
                        <a:lnTo>
                          <a:pt x="3392" y="2"/>
                        </a:lnTo>
                        <a:lnTo>
                          <a:pt x="3378" y="7"/>
                        </a:lnTo>
                        <a:lnTo>
                          <a:pt x="3364" y="12"/>
                        </a:lnTo>
                        <a:lnTo>
                          <a:pt x="3351" y="19"/>
                        </a:lnTo>
                        <a:lnTo>
                          <a:pt x="3338" y="26"/>
                        </a:lnTo>
                        <a:lnTo>
                          <a:pt x="3326" y="35"/>
                        </a:lnTo>
                        <a:lnTo>
                          <a:pt x="3315" y="45"/>
                        </a:lnTo>
                        <a:lnTo>
                          <a:pt x="3305" y="56"/>
                        </a:lnTo>
                        <a:lnTo>
                          <a:pt x="3296" y="68"/>
                        </a:lnTo>
                        <a:lnTo>
                          <a:pt x="3288" y="80"/>
                        </a:lnTo>
                        <a:lnTo>
                          <a:pt x="3282" y="93"/>
                        </a:lnTo>
                        <a:lnTo>
                          <a:pt x="3276" y="107"/>
                        </a:lnTo>
                        <a:lnTo>
                          <a:pt x="3273" y="123"/>
                        </a:lnTo>
                        <a:lnTo>
                          <a:pt x="3271" y="138"/>
                        </a:lnTo>
                        <a:lnTo>
                          <a:pt x="3270" y="153"/>
                        </a:lnTo>
                        <a:lnTo>
                          <a:pt x="3270" y="1142"/>
                        </a:lnTo>
                        <a:lnTo>
                          <a:pt x="3163" y="1142"/>
                        </a:lnTo>
                        <a:lnTo>
                          <a:pt x="3163" y="1240"/>
                        </a:lnTo>
                        <a:lnTo>
                          <a:pt x="2910" y="1240"/>
                        </a:lnTo>
                        <a:lnTo>
                          <a:pt x="2910" y="1142"/>
                        </a:lnTo>
                        <a:lnTo>
                          <a:pt x="2804" y="1142"/>
                        </a:lnTo>
                        <a:lnTo>
                          <a:pt x="2804" y="153"/>
                        </a:lnTo>
                        <a:lnTo>
                          <a:pt x="2804" y="153"/>
                        </a:lnTo>
                        <a:lnTo>
                          <a:pt x="2803" y="138"/>
                        </a:lnTo>
                        <a:lnTo>
                          <a:pt x="2801" y="123"/>
                        </a:lnTo>
                        <a:lnTo>
                          <a:pt x="2796" y="107"/>
                        </a:lnTo>
                        <a:lnTo>
                          <a:pt x="2792" y="93"/>
                        </a:lnTo>
                        <a:lnTo>
                          <a:pt x="2785" y="80"/>
                        </a:lnTo>
                        <a:lnTo>
                          <a:pt x="2778" y="68"/>
                        </a:lnTo>
                        <a:lnTo>
                          <a:pt x="2769" y="56"/>
                        </a:lnTo>
                        <a:lnTo>
                          <a:pt x="2759" y="45"/>
                        </a:lnTo>
                        <a:lnTo>
                          <a:pt x="2748" y="35"/>
                        </a:lnTo>
                        <a:lnTo>
                          <a:pt x="2736" y="26"/>
                        </a:lnTo>
                        <a:lnTo>
                          <a:pt x="2723" y="19"/>
                        </a:lnTo>
                        <a:lnTo>
                          <a:pt x="2710" y="12"/>
                        </a:lnTo>
                        <a:lnTo>
                          <a:pt x="2696" y="7"/>
                        </a:lnTo>
                        <a:lnTo>
                          <a:pt x="2680" y="2"/>
                        </a:lnTo>
                        <a:lnTo>
                          <a:pt x="2665" y="0"/>
                        </a:lnTo>
                        <a:lnTo>
                          <a:pt x="2650" y="0"/>
                        </a:lnTo>
                        <a:lnTo>
                          <a:pt x="2650" y="0"/>
                        </a:lnTo>
                        <a:lnTo>
                          <a:pt x="2634" y="0"/>
                        </a:lnTo>
                        <a:lnTo>
                          <a:pt x="2619" y="2"/>
                        </a:lnTo>
                        <a:lnTo>
                          <a:pt x="2604" y="7"/>
                        </a:lnTo>
                        <a:lnTo>
                          <a:pt x="2589" y="12"/>
                        </a:lnTo>
                        <a:lnTo>
                          <a:pt x="2576" y="19"/>
                        </a:lnTo>
                        <a:lnTo>
                          <a:pt x="2563" y="26"/>
                        </a:lnTo>
                        <a:lnTo>
                          <a:pt x="2552" y="35"/>
                        </a:lnTo>
                        <a:lnTo>
                          <a:pt x="2541" y="45"/>
                        </a:lnTo>
                        <a:lnTo>
                          <a:pt x="2531" y="56"/>
                        </a:lnTo>
                        <a:lnTo>
                          <a:pt x="2521" y="68"/>
                        </a:lnTo>
                        <a:lnTo>
                          <a:pt x="2514" y="80"/>
                        </a:lnTo>
                        <a:lnTo>
                          <a:pt x="2508" y="93"/>
                        </a:lnTo>
                        <a:lnTo>
                          <a:pt x="2503" y="107"/>
                        </a:lnTo>
                        <a:lnTo>
                          <a:pt x="2498" y="123"/>
                        </a:lnTo>
                        <a:lnTo>
                          <a:pt x="2496" y="138"/>
                        </a:lnTo>
                        <a:lnTo>
                          <a:pt x="2495" y="153"/>
                        </a:lnTo>
                        <a:lnTo>
                          <a:pt x="2495" y="1142"/>
                        </a:lnTo>
                        <a:lnTo>
                          <a:pt x="2390" y="1142"/>
                        </a:lnTo>
                        <a:lnTo>
                          <a:pt x="2390" y="1240"/>
                        </a:lnTo>
                        <a:lnTo>
                          <a:pt x="1736" y="1240"/>
                        </a:lnTo>
                        <a:lnTo>
                          <a:pt x="1736" y="1240"/>
                        </a:lnTo>
                        <a:lnTo>
                          <a:pt x="1710" y="1240"/>
                        </a:lnTo>
                        <a:lnTo>
                          <a:pt x="1686" y="1243"/>
                        </a:lnTo>
                        <a:lnTo>
                          <a:pt x="1662" y="1246"/>
                        </a:lnTo>
                        <a:lnTo>
                          <a:pt x="1639" y="1249"/>
                        </a:lnTo>
                        <a:lnTo>
                          <a:pt x="1615" y="1255"/>
                        </a:lnTo>
                        <a:lnTo>
                          <a:pt x="1593" y="1261"/>
                        </a:lnTo>
                        <a:lnTo>
                          <a:pt x="1570" y="1269"/>
                        </a:lnTo>
                        <a:lnTo>
                          <a:pt x="1548" y="1278"/>
                        </a:lnTo>
                        <a:lnTo>
                          <a:pt x="1528" y="1287"/>
                        </a:lnTo>
                        <a:lnTo>
                          <a:pt x="1507" y="1298"/>
                        </a:lnTo>
                        <a:lnTo>
                          <a:pt x="1487" y="1309"/>
                        </a:lnTo>
                        <a:lnTo>
                          <a:pt x="1467" y="1323"/>
                        </a:lnTo>
                        <a:lnTo>
                          <a:pt x="1449" y="1336"/>
                        </a:lnTo>
                        <a:lnTo>
                          <a:pt x="1430" y="1350"/>
                        </a:lnTo>
                        <a:lnTo>
                          <a:pt x="1412" y="1365"/>
                        </a:lnTo>
                        <a:lnTo>
                          <a:pt x="1396" y="1381"/>
                        </a:lnTo>
                        <a:lnTo>
                          <a:pt x="1380" y="1397"/>
                        </a:lnTo>
                        <a:lnTo>
                          <a:pt x="1365" y="1415"/>
                        </a:lnTo>
                        <a:lnTo>
                          <a:pt x="1351" y="1433"/>
                        </a:lnTo>
                        <a:lnTo>
                          <a:pt x="1337" y="1452"/>
                        </a:lnTo>
                        <a:lnTo>
                          <a:pt x="1325" y="1472"/>
                        </a:lnTo>
                        <a:lnTo>
                          <a:pt x="1313" y="1491"/>
                        </a:lnTo>
                        <a:lnTo>
                          <a:pt x="1303" y="1512"/>
                        </a:lnTo>
                        <a:lnTo>
                          <a:pt x="1293" y="1533"/>
                        </a:lnTo>
                        <a:lnTo>
                          <a:pt x="1284" y="1555"/>
                        </a:lnTo>
                        <a:lnTo>
                          <a:pt x="1277" y="1578"/>
                        </a:lnTo>
                        <a:lnTo>
                          <a:pt x="1270" y="1601"/>
                        </a:lnTo>
                        <a:lnTo>
                          <a:pt x="1265" y="1624"/>
                        </a:lnTo>
                        <a:lnTo>
                          <a:pt x="1260" y="1647"/>
                        </a:lnTo>
                        <a:lnTo>
                          <a:pt x="1258" y="1671"/>
                        </a:lnTo>
                        <a:lnTo>
                          <a:pt x="1256" y="1695"/>
                        </a:lnTo>
                        <a:lnTo>
                          <a:pt x="1255" y="1720"/>
                        </a:lnTo>
                        <a:lnTo>
                          <a:pt x="1255" y="2452"/>
                        </a:lnTo>
                        <a:lnTo>
                          <a:pt x="1142" y="2452"/>
                        </a:lnTo>
                        <a:lnTo>
                          <a:pt x="1142" y="2559"/>
                        </a:lnTo>
                        <a:lnTo>
                          <a:pt x="155" y="2559"/>
                        </a:lnTo>
                        <a:lnTo>
                          <a:pt x="155" y="2559"/>
                        </a:lnTo>
                        <a:lnTo>
                          <a:pt x="138" y="2560"/>
                        </a:lnTo>
                        <a:lnTo>
                          <a:pt x="123" y="2562"/>
                        </a:lnTo>
                        <a:lnTo>
                          <a:pt x="108" y="2565"/>
                        </a:lnTo>
                        <a:lnTo>
                          <a:pt x="94" y="2571"/>
                        </a:lnTo>
                        <a:lnTo>
                          <a:pt x="81" y="2577"/>
                        </a:lnTo>
                        <a:lnTo>
                          <a:pt x="68" y="2585"/>
                        </a:lnTo>
                        <a:lnTo>
                          <a:pt x="56" y="2594"/>
                        </a:lnTo>
                        <a:lnTo>
                          <a:pt x="45" y="2603"/>
                        </a:lnTo>
                        <a:lnTo>
                          <a:pt x="35" y="2614"/>
                        </a:lnTo>
                        <a:lnTo>
                          <a:pt x="26" y="2626"/>
                        </a:lnTo>
                        <a:lnTo>
                          <a:pt x="19" y="2640"/>
                        </a:lnTo>
                        <a:lnTo>
                          <a:pt x="12" y="2653"/>
                        </a:lnTo>
                        <a:lnTo>
                          <a:pt x="7" y="2667"/>
                        </a:lnTo>
                        <a:lnTo>
                          <a:pt x="3" y="2681"/>
                        </a:lnTo>
                        <a:lnTo>
                          <a:pt x="1" y="2697"/>
                        </a:lnTo>
                        <a:lnTo>
                          <a:pt x="0" y="2713"/>
                        </a:lnTo>
                        <a:lnTo>
                          <a:pt x="0" y="2713"/>
                        </a:lnTo>
                        <a:lnTo>
                          <a:pt x="1" y="2728"/>
                        </a:lnTo>
                        <a:lnTo>
                          <a:pt x="3" y="2744"/>
                        </a:lnTo>
                        <a:lnTo>
                          <a:pt x="7" y="2759"/>
                        </a:lnTo>
                        <a:lnTo>
                          <a:pt x="12" y="2772"/>
                        </a:lnTo>
                        <a:lnTo>
                          <a:pt x="19" y="2786"/>
                        </a:lnTo>
                        <a:lnTo>
                          <a:pt x="26" y="2798"/>
                        </a:lnTo>
                        <a:lnTo>
                          <a:pt x="35" y="2811"/>
                        </a:lnTo>
                        <a:lnTo>
                          <a:pt x="45" y="2822"/>
                        </a:lnTo>
                        <a:lnTo>
                          <a:pt x="56" y="2831"/>
                        </a:lnTo>
                        <a:lnTo>
                          <a:pt x="68" y="2840"/>
                        </a:lnTo>
                        <a:lnTo>
                          <a:pt x="81" y="2848"/>
                        </a:lnTo>
                        <a:lnTo>
                          <a:pt x="94" y="2854"/>
                        </a:lnTo>
                        <a:lnTo>
                          <a:pt x="108" y="2860"/>
                        </a:lnTo>
                        <a:lnTo>
                          <a:pt x="123" y="2864"/>
                        </a:lnTo>
                        <a:lnTo>
                          <a:pt x="138" y="2866"/>
                        </a:lnTo>
                        <a:lnTo>
                          <a:pt x="155" y="2866"/>
                        </a:lnTo>
                        <a:lnTo>
                          <a:pt x="1142" y="2866"/>
                        </a:lnTo>
                        <a:lnTo>
                          <a:pt x="1142" y="2973"/>
                        </a:lnTo>
                        <a:lnTo>
                          <a:pt x="1255" y="2973"/>
                        </a:lnTo>
                        <a:lnTo>
                          <a:pt x="1255" y="3227"/>
                        </a:lnTo>
                        <a:lnTo>
                          <a:pt x="1142" y="3227"/>
                        </a:lnTo>
                        <a:lnTo>
                          <a:pt x="1142" y="3333"/>
                        </a:lnTo>
                        <a:lnTo>
                          <a:pt x="155" y="3333"/>
                        </a:lnTo>
                        <a:lnTo>
                          <a:pt x="155" y="3333"/>
                        </a:lnTo>
                        <a:lnTo>
                          <a:pt x="138" y="3333"/>
                        </a:lnTo>
                        <a:lnTo>
                          <a:pt x="123" y="3337"/>
                        </a:lnTo>
                        <a:lnTo>
                          <a:pt x="108" y="3340"/>
                        </a:lnTo>
                        <a:lnTo>
                          <a:pt x="94" y="3345"/>
                        </a:lnTo>
                        <a:lnTo>
                          <a:pt x="81" y="3352"/>
                        </a:lnTo>
                        <a:lnTo>
                          <a:pt x="68" y="3360"/>
                        </a:lnTo>
                        <a:lnTo>
                          <a:pt x="56" y="3368"/>
                        </a:lnTo>
                        <a:lnTo>
                          <a:pt x="45" y="3378"/>
                        </a:lnTo>
                        <a:lnTo>
                          <a:pt x="35" y="3389"/>
                        </a:lnTo>
                        <a:lnTo>
                          <a:pt x="26" y="3401"/>
                        </a:lnTo>
                        <a:lnTo>
                          <a:pt x="19" y="3413"/>
                        </a:lnTo>
                        <a:lnTo>
                          <a:pt x="12" y="3427"/>
                        </a:lnTo>
                        <a:lnTo>
                          <a:pt x="7" y="3442"/>
                        </a:lnTo>
                        <a:lnTo>
                          <a:pt x="3" y="3456"/>
                        </a:lnTo>
                        <a:lnTo>
                          <a:pt x="1" y="3471"/>
                        </a:lnTo>
                        <a:lnTo>
                          <a:pt x="0" y="3487"/>
                        </a:lnTo>
                        <a:lnTo>
                          <a:pt x="0" y="3487"/>
                        </a:lnTo>
                        <a:lnTo>
                          <a:pt x="1" y="3503"/>
                        </a:lnTo>
                        <a:lnTo>
                          <a:pt x="3" y="3518"/>
                        </a:lnTo>
                        <a:lnTo>
                          <a:pt x="7" y="3533"/>
                        </a:lnTo>
                        <a:lnTo>
                          <a:pt x="12" y="3547"/>
                        </a:lnTo>
                        <a:lnTo>
                          <a:pt x="19" y="3560"/>
                        </a:lnTo>
                        <a:lnTo>
                          <a:pt x="26" y="3573"/>
                        </a:lnTo>
                        <a:lnTo>
                          <a:pt x="35" y="3585"/>
                        </a:lnTo>
                        <a:lnTo>
                          <a:pt x="45" y="3596"/>
                        </a:lnTo>
                        <a:lnTo>
                          <a:pt x="56" y="3606"/>
                        </a:lnTo>
                        <a:lnTo>
                          <a:pt x="68" y="3615"/>
                        </a:lnTo>
                        <a:lnTo>
                          <a:pt x="81" y="3623"/>
                        </a:lnTo>
                        <a:lnTo>
                          <a:pt x="94" y="3629"/>
                        </a:lnTo>
                        <a:lnTo>
                          <a:pt x="108" y="3635"/>
                        </a:lnTo>
                        <a:lnTo>
                          <a:pt x="123" y="3638"/>
                        </a:lnTo>
                        <a:lnTo>
                          <a:pt x="138" y="3640"/>
                        </a:lnTo>
                        <a:lnTo>
                          <a:pt x="155" y="3641"/>
                        </a:lnTo>
                        <a:lnTo>
                          <a:pt x="1142" y="3641"/>
                        </a:lnTo>
                        <a:lnTo>
                          <a:pt x="1142" y="3747"/>
                        </a:lnTo>
                        <a:lnTo>
                          <a:pt x="1255" y="3747"/>
                        </a:lnTo>
                        <a:lnTo>
                          <a:pt x="1255" y="4001"/>
                        </a:lnTo>
                        <a:lnTo>
                          <a:pt x="1142" y="4001"/>
                        </a:lnTo>
                        <a:lnTo>
                          <a:pt x="1142" y="4107"/>
                        </a:lnTo>
                        <a:lnTo>
                          <a:pt x="155" y="4107"/>
                        </a:lnTo>
                        <a:lnTo>
                          <a:pt x="155" y="4107"/>
                        </a:lnTo>
                        <a:lnTo>
                          <a:pt x="138" y="4108"/>
                        </a:lnTo>
                        <a:lnTo>
                          <a:pt x="123" y="4110"/>
                        </a:lnTo>
                        <a:lnTo>
                          <a:pt x="108" y="4114"/>
                        </a:lnTo>
                        <a:lnTo>
                          <a:pt x="94" y="4119"/>
                        </a:lnTo>
                        <a:lnTo>
                          <a:pt x="81" y="4125"/>
                        </a:lnTo>
                        <a:lnTo>
                          <a:pt x="68" y="4133"/>
                        </a:lnTo>
                        <a:lnTo>
                          <a:pt x="56" y="4142"/>
                        </a:lnTo>
                        <a:lnTo>
                          <a:pt x="45" y="4153"/>
                        </a:lnTo>
                        <a:lnTo>
                          <a:pt x="35" y="4164"/>
                        </a:lnTo>
                        <a:lnTo>
                          <a:pt x="26" y="4175"/>
                        </a:lnTo>
                        <a:lnTo>
                          <a:pt x="19" y="4188"/>
                        </a:lnTo>
                        <a:lnTo>
                          <a:pt x="12" y="4201"/>
                        </a:lnTo>
                        <a:lnTo>
                          <a:pt x="7" y="4215"/>
                        </a:lnTo>
                        <a:lnTo>
                          <a:pt x="3" y="4231"/>
                        </a:lnTo>
                        <a:lnTo>
                          <a:pt x="1" y="4246"/>
                        </a:lnTo>
                        <a:lnTo>
                          <a:pt x="0" y="4261"/>
                        </a:lnTo>
                        <a:lnTo>
                          <a:pt x="0" y="4261"/>
                        </a:lnTo>
                        <a:lnTo>
                          <a:pt x="1" y="4277"/>
                        </a:lnTo>
                        <a:lnTo>
                          <a:pt x="3" y="4292"/>
                        </a:lnTo>
                        <a:lnTo>
                          <a:pt x="7" y="4307"/>
                        </a:lnTo>
                        <a:lnTo>
                          <a:pt x="12" y="4322"/>
                        </a:lnTo>
                        <a:lnTo>
                          <a:pt x="19" y="4335"/>
                        </a:lnTo>
                        <a:lnTo>
                          <a:pt x="26" y="4348"/>
                        </a:lnTo>
                        <a:lnTo>
                          <a:pt x="35" y="4359"/>
                        </a:lnTo>
                        <a:lnTo>
                          <a:pt x="45" y="4370"/>
                        </a:lnTo>
                        <a:lnTo>
                          <a:pt x="56" y="4380"/>
                        </a:lnTo>
                        <a:lnTo>
                          <a:pt x="68" y="4390"/>
                        </a:lnTo>
                        <a:lnTo>
                          <a:pt x="81" y="4397"/>
                        </a:lnTo>
                        <a:lnTo>
                          <a:pt x="94" y="4404"/>
                        </a:lnTo>
                        <a:lnTo>
                          <a:pt x="108" y="4408"/>
                        </a:lnTo>
                        <a:lnTo>
                          <a:pt x="123" y="4413"/>
                        </a:lnTo>
                        <a:lnTo>
                          <a:pt x="138" y="4415"/>
                        </a:lnTo>
                        <a:lnTo>
                          <a:pt x="155" y="4416"/>
                        </a:lnTo>
                        <a:lnTo>
                          <a:pt x="1142" y="4416"/>
                        </a:lnTo>
                        <a:lnTo>
                          <a:pt x="1142" y="4522"/>
                        </a:lnTo>
                        <a:lnTo>
                          <a:pt x="1255" y="4522"/>
                        </a:lnTo>
                        <a:lnTo>
                          <a:pt x="1255" y="4775"/>
                        </a:lnTo>
                        <a:lnTo>
                          <a:pt x="1142" y="4775"/>
                        </a:lnTo>
                        <a:lnTo>
                          <a:pt x="1142" y="4882"/>
                        </a:lnTo>
                        <a:lnTo>
                          <a:pt x="155" y="4882"/>
                        </a:lnTo>
                        <a:lnTo>
                          <a:pt x="155" y="4882"/>
                        </a:lnTo>
                        <a:lnTo>
                          <a:pt x="138" y="4883"/>
                        </a:lnTo>
                        <a:lnTo>
                          <a:pt x="123" y="4885"/>
                        </a:lnTo>
                        <a:lnTo>
                          <a:pt x="108" y="4888"/>
                        </a:lnTo>
                        <a:lnTo>
                          <a:pt x="94" y="4894"/>
                        </a:lnTo>
                        <a:lnTo>
                          <a:pt x="81" y="4900"/>
                        </a:lnTo>
                        <a:lnTo>
                          <a:pt x="68" y="4908"/>
                        </a:lnTo>
                        <a:lnTo>
                          <a:pt x="56" y="4917"/>
                        </a:lnTo>
                        <a:lnTo>
                          <a:pt x="45" y="4926"/>
                        </a:lnTo>
                        <a:lnTo>
                          <a:pt x="35" y="4937"/>
                        </a:lnTo>
                        <a:lnTo>
                          <a:pt x="26" y="4949"/>
                        </a:lnTo>
                        <a:lnTo>
                          <a:pt x="19" y="4963"/>
                        </a:lnTo>
                        <a:lnTo>
                          <a:pt x="12" y="4976"/>
                        </a:lnTo>
                        <a:lnTo>
                          <a:pt x="7" y="4990"/>
                        </a:lnTo>
                        <a:lnTo>
                          <a:pt x="3" y="5004"/>
                        </a:lnTo>
                        <a:lnTo>
                          <a:pt x="1" y="5020"/>
                        </a:lnTo>
                        <a:lnTo>
                          <a:pt x="0" y="5036"/>
                        </a:lnTo>
                        <a:lnTo>
                          <a:pt x="0" y="5036"/>
                        </a:lnTo>
                        <a:lnTo>
                          <a:pt x="1" y="5051"/>
                        </a:lnTo>
                        <a:lnTo>
                          <a:pt x="3" y="5067"/>
                        </a:lnTo>
                        <a:lnTo>
                          <a:pt x="7" y="5081"/>
                        </a:lnTo>
                        <a:lnTo>
                          <a:pt x="12" y="5095"/>
                        </a:lnTo>
                        <a:lnTo>
                          <a:pt x="19" y="5109"/>
                        </a:lnTo>
                        <a:lnTo>
                          <a:pt x="26" y="5121"/>
                        </a:lnTo>
                        <a:lnTo>
                          <a:pt x="35" y="5134"/>
                        </a:lnTo>
                        <a:lnTo>
                          <a:pt x="45" y="5145"/>
                        </a:lnTo>
                        <a:lnTo>
                          <a:pt x="56" y="5154"/>
                        </a:lnTo>
                        <a:lnTo>
                          <a:pt x="68" y="5163"/>
                        </a:lnTo>
                        <a:lnTo>
                          <a:pt x="81" y="5171"/>
                        </a:lnTo>
                        <a:lnTo>
                          <a:pt x="94" y="5177"/>
                        </a:lnTo>
                        <a:lnTo>
                          <a:pt x="108" y="5183"/>
                        </a:lnTo>
                        <a:lnTo>
                          <a:pt x="123" y="5186"/>
                        </a:lnTo>
                        <a:lnTo>
                          <a:pt x="138" y="5188"/>
                        </a:lnTo>
                        <a:lnTo>
                          <a:pt x="155" y="5189"/>
                        </a:lnTo>
                        <a:lnTo>
                          <a:pt x="1142" y="5189"/>
                        </a:lnTo>
                        <a:lnTo>
                          <a:pt x="1142" y="5296"/>
                        </a:lnTo>
                        <a:lnTo>
                          <a:pt x="1255" y="5296"/>
                        </a:lnTo>
                        <a:lnTo>
                          <a:pt x="1255" y="5550"/>
                        </a:lnTo>
                        <a:lnTo>
                          <a:pt x="1142" y="5550"/>
                        </a:lnTo>
                        <a:lnTo>
                          <a:pt x="1142" y="5656"/>
                        </a:lnTo>
                        <a:lnTo>
                          <a:pt x="155" y="5656"/>
                        </a:lnTo>
                        <a:lnTo>
                          <a:pt x="155" y="5656"/>
                        </a:lnTo>
                        <a:lnTo>
                          <a:pt x="138" y="5656"/>
                        </a:lnTo>
                        <a:lnTo>
                          <a:pt x="123" y="5660"/>
                        </a:lnTo>
                        <a:lnTo>
                          <a:pt x="108" y="5663"/>
                        </a:lnTo>
                        <a:lnTo>
                          <a:pt x="94" y="5668"/>
                        </a:lnTo>
                        <a:lnTo>
                          <a:pt x="81" y="5675"/>
                        </a:lnTo>
                        <a:lnTo>
                          <a:pt x="68" y="5683"/>
                        </a:lnTo>
                        <a:lnTo>
                          <a:pt x="56" y="5691"/>
                        </a:lnTo>
                        <a:lnTo>
                          <a:pt x="45" y="5701"/>
                        </a:lnTo>
                        <a:lnTo>
                          <a:pt x="35" y="5712"/>
                        </a:lnTo>
                        <a:lnTo>
                          <a:pt x="26" y="5724"/>
                        </a:lnTo>
                        <a:lnTo>
                          <a:pt x="19" y="5736"/>
                        </a:lnTo>
                        <a:lnTo>
                          <a:pt x="12" y="5750"/>
                        </a:lnTo>
                        <a:lnTo>
                          <a:pt x="7" y="5764"/>
                        </a:lnTo>
                        <a:lnTo>
                          <a:pt x="3" y="5779"/>
                        </a:lnTo>
                        <a:lnTo>
                          <a:pt x="1" y="5794"/>
                        </a:lnTo>
                        <a:lnTo>
                          <a:pt x="0" y="5810"/>
                        </a:lnTo>
                        <a:lnTo>
                          <a:pt x="0" y="5810"/>
                        </a:lnTo>
                        <a:lnTo>
                          <a:pt x="1" y="5826"/>
                        </a:lnTo>
                        <a:lnTo>
                          <a:pt x="3" y="5841"/>
                        </a:lnTo>
                        <a:lnTo>
                          <a:pt x="7" y="5856"/>
                        </a:lnTo>
                        <a:lnTo>
                          <a:pt x="12" y="5870"/>
                        </a:lnTo>
                        <a:lnTo>
                          <a:pt x="19" y="5883"/>
                        </a:lnTo>
                        <a:lnTo>
                          <a:pt x="26" y="5896"/>
                        </a:lnTo>
                        <a:lnTo>
                          <a:pt x="35" y="5908"/>
                        </a:lnTo>
                        <a:lnTo>
                          <a:pt x="45" y="5919"/>
                        </a:lnTo>
                        <a:lnTo>
                          <a:pt x="56" y="5929"/>
                        </a:lnTo>
                        <a:lnTo>
                          <a:pt x="68" y="5938"/>
                        </a:lnTo>
                        <a:lnTo>
                          <a:pt x="81" y="5945"/>
                        </a:lnTo>
                        <a:lnTo>
                          <a:pt x="94" y="5952"/>
                        </a:lnTo>
                        <a:lnTo>
                          <a:pt x="108" y="5958"/>
                        </a:lnTo>
                        <a:lnTo>
                          <a:pt x="123" y="5961"/>
                        </a:lnTo>
                        <a:lnTo>
                          <a:pt x="138" y="5963"/>
                        </a:lnTo>
                        <a:lnTo>
                          <a:pt x="155" y="5964"/>
                        </a:lnTo>
                        <a:lnTo>
                          <a:pt x="1142" y="5964"/>
                        </a:lnTo>
                        <a:lnTo>
                          <a:pt x="1142" y="6070"/>
                        </a:lnTo>
                        <a:lnTo>
                          <a:pt x="1255" y="6070"/>
                        </a:lnTo>
                        <a:lnTo>
                          <a:pt x="1255" y="6640"/>
                        </a:lnTo>
                        <a:lnTo>
                          <a:pt x="1255" y="6640"/>
                        </a:lnTo>
                        <a:lnTo>
                          <a:pt x="1256" y="6665"/>
                        </a:lnTo>
                        <a:lnTo>
                          <a:pt x="1258" y="6690"/>
                        </a:lnTo>
                        <a:lnTo>
                          <a:pt x="1260" y="6714"/>
                        </a:lnTo>
                        <a:lnTo>
                          <a:pt x="1265" y="6737"/>
                        </a:lnTo>
                        <a:lnTo>
                          <a:pt x="1270" y="6761"/>
                        </a:lnTo>
                        <a:lnTo>
                          <a:pt x="1277" y="6783"/>
                        </a:lnTo>
                        <a:lnTo>
                          <a:pt x="1284" y="6806"/>
                        </a:lnTo>
                        <a:lnTo>
                          <a:pt x="1293" y="6828"/>
                        </a:lnTo>
                        <a:lnTo>
                          <a:pt x="1303" y="6848"/>
                        </a:lnTo>
                        <a:lnTo>
                          <a:pt x="1313" y="6869"/>
                        </a:lnTo>
                        <a:lnTo>
                          <a:pt x="1325" y="6889"/>
                        </a:lnTo>
                        <a:lnTo>
                          <a:pt x="1337" y="6909"/>
                        </a:lnTo>
                        <a:lnTo>
                          <a:pt x="1351" y="6927"/>
                        </a:lnTo>
                        <a:lnTo>
                          <a:pt x="1365" y="6946"/>
                        </a:lnTo>
                        <a:lnTo>
                          <a:pt x="1380" y="6963"/>
                        </a:lnTo>
                        <a:lnTo>
                          <a:pt x="1396" y="6980"/>
                        </a:lnTo>
                        <a:lnTo>
                          <a:pt x="1412" y="6996"/>
                        </a:lnTo>
                        <a:lnTo>
                          <a:pt x="1430" y="7011"/>
                        </a:lnTo>
                        <a:lnTo>
                          <a:pt x="1449" y="7025"/>
                        </a:lnTo>
                        <a:lnTo>
                          <a:pt x="1467" y="7039"/>
                        </a:lnTo>
                        <a:lnTo>
                          <a:pt x="1487" y="7051"/>
                        </a:lnTo>
                        <a:lnTo>
                          <a:pt x="1507" y="7063"/>
                        </a:lnTo>
                        <a:lnTo>
                          <a:pt x="1528" y="7073"/>
                        </a:lnTo>
                        <a:lnTo>
                          <a:pt x="1548" y="7083"/>
                        </a:lnTo>
                        <a:lnTo>
                          <a:pt x="1570" y="7092"/>
                        </a:lnTo>
                        <a:lnTo>
                          <a:pt x="1593" y="7099"/>
                        </a:lnTo>
                        <a:lnTo>
                          <a:pt x="1615" y="7106"/>
                        </a:lnTo>
                        <a:lnTo>
                          <a:pt x="1639" y="7111"/>
                        </a:lnTo>
                        <a:lnTo>
                          <a:pt x="1662" y="7116"/>
                        </a:lnTo>
                        <a:lnTo>
                          <a:pt x="1686" y="7118"/>
                        </a:lnTo>
                        <a:lnTo>
                          <a:pt x="1710" y="7120"/>
                        </a:lnTo>
                        <a:lnTo>
                          <a:pt x="1736" y="7121"/>
                        </a:lnTo>
                        <a:lnTo>
                          <a:pt x="2390" y="7121"/>
                        </a:lnTo>
                        <a:lnTo>
                          <a:pt x="2390" y="7254"/>
                        </a:lnTo>
                        <a:lnTo>
                          <a:pt x="2495" y="7254"/>
                        </a:lnTo>
                        <a:lnTo>
                          <a:pt x="2495" y="8242"/>
                        </a:lnTo>
                        <a:lnTo>
                          <a:pt x="2495" y="8242"/>
                        </a:lnTo>
                        <a:lnTo>
                          <a:pt x="2496" y="8258"/>
                        </a:lnTo>
                        <a:lnTo>
                          <a:pt x="2498" y="8273"/>
                        </a:lnTo>
                        <a:lnTo>
                          <a:pt x="2503" y="8287"/>
                        </a:lnTo>
                        <a:lnTo>
                          <a:pt x="2508" y="8301"/>
                        </a:lnTo>
                        <a:lnTo>
                          <a:pt x="2514" y="8316"/>
                        </a:lnTo>
                        <a:lnTo>
                          <a:pt x="2521" y="8328"/>
                        </a:lnTo>
                        <a:lnTo>
                          <a:pt x="2531" y="8340"/>
                        </a:lnTo>
                        <a:lnTo>
                          <a:pt x="2541" y="8351"/>
                        </a:lnTo>
                        <a:lnTo>
                          <a:pt x="2552" y="8361"/>
                        </a:lnTo>
                        <a:lnTo>
                          <a:pt x="2563" y="8369"/>
                        </a:lnTo>
                        <a:lnTo>
                          <a:pt x="2576" y="8377"/>
                        </a:lnTo>
                        <a:lnTo>
                          <a:pt x="2589" y="8384"/>
                        </a:lnTo>
                        <a:lnTo>
                          <a:pt x="2604" y="8389"/>
                        </a:lnTo>
                        <a:lnTo>
                          <a:pt x="2619" y="8392"/>
                        </a:lnTo>
                        <a:lnTo>
                          <a:pt x="2634" y="8394"/>
                        </a:lnTo>
                        <a:lnTo>
                          <a:pt x="2650" y="8396"/>
                        </a:lnTo>
                        <a:lnTo>
                          <a:pt x="2650" y="8396"/>
                        </a:lnTo>
                        <a:lnTo>
                          <a:pt x="2665" y="8394"/>
                        </a:lnTo>
                        <a:lnTo>
                          <a:pt x="2680" y="8392"/>
                        </a:lnTo>
                        <a:lnTo>
                          <a:pt x="2696" y="8389"/>
                        </a:lnTo>
                        <a:lnTo>
                          <a:pt x="2710" y="8384"/>
                        </a:lnTo>
                        <a:lnTo>
                          <a:pt x="2723" y="8377"/>
                        </a:lnTo>
                        <a:lnTo>
                          <a:pt x="2736" y="8369"/>
                        </a:lnTo>
                        <a:lnTo>
                          <a:pt x="2748" y="8361"/>
                        </a:lnTo>
                        <a:lnTo>
                          <a:pt x="2759" y="8351"/>
                        </a:lnTo>
                        <a:lnTo>
                          <a:pt x="2769" y="8340"/>
                        </a:lnTo>
                        <a:lnTo>
                          <a:pt x="2778" y="8328"/>
                        </a:lnTo>
                        <a:lnTo>
                          <a:pt x="2785" y="8316"/>
                        </a:lnTo>
                        <a:lnTo>
                          <a:pt x="2792" y="8301"/>
                        </a:lnTo>
                        <a:lnTo>
                          <a:pt x="2796" y="8287"/>
                        </a:lnTo>
                        <a:lnTo>
                          <a:pt x="2801" y="8273"/>
                        </a:lnTo>
                        <a:lnTo>
                          <a:pt x="2803" y="8258"/>
                        </a:lnTo>
                        <a:lnTo>
                          <a:pt x="2804" y="8242"/>
                        </a:lnTo>
                        <a:lnTo>
                          <a:pt x="2804" y="7254"/>
                        </a:lnTo>
                        <a:lnTo>
                          <a:pt x="2910" y="7254"/>
                        </a:lnTo>
                        <a:lnTo>
                          <a:pt x="2910" y="7121"/>
                        </a:lnTo>
                        <a:lnTo>
                          <a:pt x="3163" y="7121"/>
                        </a:lnTo>
                        <a:lnTo>
                          <a:pt x="3163" y="7254"/>
                        </a:lnTo>
                        <a:lnTo>
                          <a:pt x="3270" y="7254"/>
                        </a:lnTo>
                        <a:lnTo>
                          <a:pt x="3270" y="8242"/>
                        </a:lnTo>
                        <a:lnTo>
                          <a:pt x="3270" y="8242"/>
                        </a:lnTo>
                        <a:lnTo>
                          <a:pt x="3271" y="8258"/>
                        </a:lnTo>
                        <a:lnTo>
                          <a:pt x="3273" y="8273"/>
                        </a:lnTo>
                        <a:lnTo>
                          <a:pt x="3276" y="8287"/>
                        </a:lnTo>
                        <a:lnTo>
                          <a:pt x="3282" y="8301"/>
                        </a:lnTo>
                        <a:lnTo>
                          <a:pt x="3288" y="8316"/>
                        </a:lnTo>
                        <a:lnTo>
                          <a:pt x="3296" y="8328"/>
                        </a:lnTo>
                        <a:lnTo>
                          <a:pt x="3305" y="8340"/>
                        </a:lnTo>
                        <a:lnTo>
                          <a:pt x="3315" y="8351"/>
                        </a:lnTo>
                        <a:lnTo>
                          <a:pt x="3326" y="8361"/>
                        </a:lnTo>
                        <a:lnTo>
                          <a:pt x="3338" y="8369"/>
                        </a:lnTo>
                        <a:lnTo>
                          <a:pt x="3351" y="8377"/>
                        </a:lnTo>
                        <a:lnTo>
                          <a:pt x="3364" y="8384"/>
                        </a:lnTo>
                        <a:lnTo>
                          <a:pt x="3378" y="8389"/>
                        </a:lnTo>
                        <a:lnTo>
                          <a:pt x="3392" y="8392"/>
                        </a:lnTo>
                        <a:lnTo>
                          <a:pt x="3408" y="8394"/>
                        </a:lnTo>
                        <a:lnTo>
                          <a:pt x="3424" y="8396"/>
                        </a:lnTo>
                        <a:lnTo>
                          <a:pt x="3424" y="8396"/>
                        </a:lnTo>
                        <a:lnTo>
                          <a:pt x="3440" y="8394"/>
                        </a:lnTo>
                        <a:lnTo>
                          <a:pt x="3455" y="8392"/>
                        </a:lnTo>
                        <a:lnTo>
                          <a:pt x="3470" y="8389"/>
                        </a:lnTo>
                        <a:lnTo>
                          <a:pt x="3483" y="8384"/>
                        </a:lnTo>
                        <a:lnTo>
                          <a:pt x="3498" y="8377"/>
                        </a:lnTo>
                        <a:lnTo>
                          <a:pt x="3510" y="8369"/>
                        </a:lnTo>
                        <a:lnTo>
                          <a:pt x="3522" y="8361"/>
                        </a:lnTo>
                        <a:lnTo>
                          <a:pt x="3533" y="8351"/>
                        </a:lnTo>
                        <a:lnTo>
                          <a:pt x="3543" y="8340"/>
                        </a:lnTo>
                        <a:lnTo>
                          <a:pt x="3551" y="8328"/>
                        </a:lnTo>
                        <a:lnTo>
                          <a:pt x="3559" y="8316"/>
                        </a:lnTo>
                        <a:lnTo>
                          <a:pt x="3566" y="8301"/>
                        </a:lnTo>
                        <a:lnTo>
                          <a:pt x="3571" y="8287"/>
                        </a:lnTo>
                        <a:lnTo>
                          <a:pt x="3574" y="8273"/>
                        </a:lnTo>
                        <a:lnTo>
                          <a:pt x="3578" y="8258"/>
                        </a:lnTo>
                        <a:lnTo>
                          <a:pt x="3578" y="8242"/>
                        </a:lnTo>
                        <a:lnTo>
                          <a:pt x="3578" y="7254"/>
                        </a:lnTo>
                        <a:lnTo>
                          <a:pt x="3684" y="7254"/>
                        </a:lnTo>
                        <a:lnTo>
                          <a:pt x="3684" y="7121"/>
                        </a:lnTo>
                        <a:lnTo>
                          <a:pt x="3938" y="7121"/>
                        </a:lnTo>
                        <a:lnTo>
                          <a:pt x="3938" y="7254"/>
                        </a:lnTo>
                        <a:lnTo>
                          <a:pt x="4044" y="7254"/>
                        </a:lnTo>
                        <a:lnTo>
                          <a:pt x="4044" y="8242"/>
                        </a:lnTo>
                        <a:lnTo>
                          <a:pt x="4044" y="8242"/>
                        </a:lnTo>
                        <a:lnTo>
                          <a:pt x="4044" y="8258"/>
                        </a:lnTo>
                        <a:lnTo>
                          <a:pt x="4048" y="8273"/>
                        </a:lnTo>
                        <a:lnTo>
                          <a:pt x="4051" y="8287"/>
                        </a:lnTo>
                        <a:lnTo>
                          <a:pt x="4057" y="8301"/>
                        </a:lnTo>
                        <a:lnTo>
                          <a:pt x="4063" y="8316"/>
                        </a:lnTo>
                        <a:lnTo>
                          <a:pt x="4071" y="8328"/>
                        </a:lnTo>
                        <a:lnTo>
                          <a:pt x="4080" y="8340"/>
                        </a:lnTo>
                        <a:lnTo>
                          <a:pt x="4089" y="8351"/>
                        </a:lnTo>
                        <a:lnTo>
                          <a:pt x="4100" y="8361"/>
                        </a:lnTo>
                        <a:lnTo>
                          <a:pt x="4112" y="8369"/>
                        </a:lnTo>
                        <a:lnTo>
                          <a:pt x="4124" y="8377"/>
                        </a:lnTo>
                        <a:lnTo>
                          <a:pt x="4139" y="8384"/>
                        </a:lnTo>
                        <a:lnTo>
                          <a:pt x="4153" y="8389"/>
                        </a:lnTo>
                        <a:lnTo>
                          <a:pt x="4167" y="8392"/>
                        </a:lnTo>
                        <a:lnTo>
                          <a:pt x="4183" y="8394"/>
                        </a:lnTo>
                        <a:lnTo>
                          <a:pt x="4198" y="8396"/>
                        </a:lnTo>
                        <a:lnTo>
                          <a:pt x="4198" y="8396"/>
                        </a:lnTo>
                        <a:lnTo>
                          <a:pt x="4214" y="8394"/>
                        </a:lnTo>
                        <a:lnTo>
                          <a:pt x="4230" y="8392"/>
                        </a:lnTo>
                        <a:lnTo>
                          <a:pt x="4244" y="8389"/>
                        </a:lnTo>
                        <a:lnTo>
                          <a:pt x="4258" y="8384"/>
                        </a:lnTo>
                        <a:lnTo>
                          <a:pt x="4271" y="8377"/>
                        </a:lnTo>
                        <a:lnTo>
                          <a:pt x="4284" y="8369"/>
                        </a:lnTo>
                        <a:lnTo>
                          <a:pt x="4297" y="8361"/>
                        </a:lnTo>
                        <a:lnTo>
                          <a:pt x="4307" y="8351"/>
                        </a:lnTo>
                        <a:lnTo>
                          <a:pt x="4317" y="8340"/>
                        </a:lnTo>
                        <a:lnTo>
                          <a:pt x="4326" y="8328"/>
                        </a:lnTo>
                        <a:lnTo>
                          <a:pt x="4334" y="8316"/>
                        </a:lnTo>
                        <a:lnTo>
                          <a:pt x="4340" y="8301"/>
                        </a:lnTo>
                        <a:lnTo>
                          <a:pt x="4346" y="8287"/>
                        </a:lnTo>
                        <a:lnTo>
                          <a:pt x="4349" y="8273"/>
                        </a:lnTo>
                        <a:lnTo>
                          <a:pt x="4351" y="8258"/>
                        </a:lnTo>
                        <a:lnTo>
                          <a:pt x="4352" y="8242"/>
                        </a:lnTo>
                        <a:lnTo>
                          <a:pt x="4352" y="7254"/>
                        </a:lnTo>
                        <a:lnTo>
                          <a:pt x="4459" y="7254"/>
                        </a:lnTo>
                        <a:lnTo>
                          <a:pt x="4459" y="7121"/>
                        </a:lnTo>
                        <a:lnTo>
                          <a:pt x="4712" y="7121"/>
                        </a:lnTo>
                        <a:lnTo>
                          <a:pt x="4712" y="7254"/>
                        </a:lnTo>
                        <a:lnTo>
                          <a:pt x="4818" y="7254"/>
                        </a:lnTo>
                        <a:lnTo>
                          <a:pt x="4818" y="8242"/>
                        </a:lnTo>
                        <a:lnTo>
                          <a:pt x="4818" y="8242"/>
                        </a:lnTo>
                        <a:lnTo>
                          <a:pt x="4819" y="8258"/>
                        </a:lnTo>
                        <a:lnTo>
                          <a:pt x="4821" y="8273"/>
                        </a:lnTo>
                        <a:lnTo>
                          <a:pt x="4826" y="8287"/>
                        </a:lnTo>
                        <a:lnTo>
                          <a:pt x="4830" y="8301"/>
                        </a:lnTo>
                        <a:lnTo>
                          <a:pt x="4837" y="8316"/>
                        </a:lnTo>
                        <a:lnTo>
                          <a:pt x="4844" y="8328"/>
                        </a:lnTo>
                        <a:lnTo>
                          <a:pt x="4853" y="8340"/>
                        </a:lnTo>
                        <a:lnTo>
                          <a:pt x="4864" y="8351"/>
                        </a:lnTo>
                        <a:lnTo>
                          <a:pt x="4875" y="8361"/>
                        </a:lnTo>
                        <a:lnTo>
                          <a:pt x="4886" y="8369"/>
                        </a:lnTo>
                        <a:lnTo>
                          <a:pt x="4899" y="8377"/>
                        </a:lnTo>
                        <a:lnTo>
                          <a:pt x="4912" y="8384"/>
                        </a:lnTo>
                        <a:lnTo>
                          <a:pt x="4927" y="8389"/>
                        </a:lnTo>
                        <a:lnTo>
                          <a:pt x="4942" y="8392"/>
                        </a:lnTo>
                        <a:lnTo>
                          <a:pt x="4957" y="8394"/>
                        </a:lnTo>
                        <a:lnTo>
                          <a:pt x="4973" y="8396"/>
                        </a:lnTo>
                        <a:lnTo>
                          <a:pt x="4973" y="8396"/>
                        </a:lnTo>
                        <a:lnTo>
                          <a:pt x="4988" y="8394"/>
                        </a:lnTo>
                        <a:lnTo>
                          <a:pt x="5003" y="8392"/>
                        </a:lnTo>
                        <a:lnTo>
                          <a:pt x="5019" y="8389"/>
                        </a:lnTo>
                        <a:lnTo>
                          <a:pt x="5033" y="8384"/>
                        </a:lnTo>
                        <a:lnTo>
                          <a:pt x="5046" y="8377"/>
                        </a:lnTo>
                        <a:lnTo>
                          <a:pt x="5059" y="8369"/>
                        </a:lnTo>
                        <a:lnTo>
                          <a:pt x="5070" y="8361"/>
                        </a:lnTo>
                        <a:lnTo>
                          <a:pt x="5081" y="8351"/>
                        </a:lnTo>
                        <a:lnTo>
                          <a:pt x="5091" y="8340"/>
                        </a:lnTo>
                        <a:lnTo>
                          <a:pt x="5101" y="8328"/>
                        </a:lnTo>
                        <a:lnTo>
                          <a:pt x="5108" y="8316"/>
                        </a:lnTo>
                        <a:lnTo>
                          <a:pt x="5115" y="8301"/>
                        </a:lnTo>
                        <a:lnTo>
                          <a:pt x="5119" y="8287"/>
                        </a:lnTo>
                        <a:lnTo>
                          <a:pt x="5124" y="8273"/>
                        </a:lnTo>
                        <a:lnTo>
                          <a:pt x="5126" y="8258"/>
                        </a:lnTo>
                        <a:lnTo>
                          <a:pt x="5127" y="8242"/>
                        </a:lnTo>
                        <a:lnTo>
                          <a:pt x="5127" y="7254"/>
                        </a:lnTo>
                        <a:lnTo>
                          <a:pt x="5233" y="7254"/>
                        </a:lnTo>
                        <a:lnTo>
                          <a:pt x="5233" y="7121"/>
                        </a:lnTo>
                        <a:lnTo>
                          <a:pt x="5487" y="7121"/>
                        </a:lnTo>
                        <a:lnTo>
                          <a:pt x="5487" y="7254"/>
                        </a:lnTo>
                        <a:lnTo>
                          <a:pt x="5593" y="7254"/>
                        </a:lnTo>
                        <a:lnTo>
                          <a:pt x="5593" y="8242"/>
                        </a:lnTo>
                        <a:lnTo>
                          <a:pt x="5593" y="8242"/>
                        </a:lnTo>
                        <a:lnTo>
                          <a:pt x="5594" y="8258"/>
                        </a:lnTo>
                        <a:lnTo>
                          <a:pt x="5596" y="8273"/>
                        </a:lnTo>
                        <a:lnTo>
                          <a:pt x="5599" y="8287"/>
                        </a:lnTo>
                        <a:lnTo>
                          <a:pt x="5605" y="8301"/>
                        </a:lnTo>
                        <a:lnTo>
                          <a:pt x="5611" y="8316"/>
                        </a:lnTo>
                        <a:lnTo>
                          <a:pt x="5619" y="8328"/>
                        </a:lnTo>
                        <a:lnTo>
                          <a:pt x="5628" y="8340"/>
                        </a:lnTo>
                        <a:lnTo>
                          <a:pt x="5638" y="8351"/>
                        </a:lnTo>
                        <a:lnTo>
                          <a:pt x="5649" y="8361"/>
                        </a:lnTo>
                        <a:lnTo>
                          <a:pt x="5661" y="8369"/>
                        </a:lnTo>
                        <a:lnTo>
                          <a:pt x="5674" y="8377"/>
                        </a:lnTo>
                        <a:lnTo>
                          <a:pt x="5687" y="8384"/>
                        </a:lnTo>
                        <a:lnTo>
                          <a:pt x="5701" y="8389"/>
                        </a:lnTo>
                        <a:lnTo>
                          <a:pt x="5716" y="8392"/>
                        </a:lnTo>
                        <a:lnTo>
                          <a:pt x="5731" y="8394"/>
                        </a:lnTo>
                        <a:lnTo>
                          <a:pt x="5747" y="8396"/>
                        </a:lnTo>
                        <a:lnTo>
                          <a:pt x="5747" y="8396"/>
                        </a:lnTo>
                        <a:lnTo>
                          <a:pt x="5763" y="8394"/>
                        </a:lnTo>
                        <a:lnTo>
                          <a:pt x="5778" y="8392"/>
                        </a:lnTo>
                        <a:lnTo>
                          <a:pt x="5792" y="8389"/>
                        </a:lnTo>
                        <a:lnTo>
                          <a:pt x="5806" y="8384"/>
                        </a:lnTo>
                        <a:lnTo>
                          <a:pt x="5821" y="8377"/>
                        </a:lnTo>
                        <a:lnTo>
                          <a:pt x="5833" y="8369"/>
                        </a:lnTo>
                        <a:lnTo>
                          <a:pt x="5845" y="8361"/>
                        </a:lnTo>
                        <a:lnTo>
                          <a:pt x="5856" y="8351"/>
                        </a:lnTo>
                        <a:lnTo>
                          <a:pt x="5866" y="8340"/>
                        </a:lnTo>
                        <a:lnTo>
                          <a:pt x="5874" y="8328"/>
                        </a:lnTo>
                        <a:lnTo>
                          <a:pt x="5882" y="8316"/>
                        </a:lnTo>
                        <a:lnTo>
                          <a:pt x="5889" y="8301"/>
                        </a:lnTo>
                        <a:lnTo>
                          <a:pt x="5894" y="8287"/>
                        </a:lnTo>
                        <a:lnTo>
                          <a:pt x="5897" y="8273"/>
                        </a:lnTo>
                        <a:lnTo>
                          <a:pt x="5900" y="8258"/>
                        </a:lnTo>
                        <a:lnTo>
                          <a:pt x="5901" y="8242"/>
                        </a:lnTo>
                        <a:lnTo>
                          <a:pt x="5901" y="7254"/>
                        </a:lnTo>
                        <a:lnTo>
                          <a:pt x="6007" y="7254"/>
                        </a:lnTo>
                        <a:lnTo>
                          <a:pt x="6007" y="7121"/>
                        </a:lnTo>
                        <a:lnTo>
                          <a:pt x="6656" y="7121"/>
                        </a:lnTo>
                        <a:lnTo>
                          <a:pt x="6656" y="7121"/>
                        </a:lnTo>
                        <a:lnTo>
                          <a:pt x="6681" y="7120"/>
                        </a:lnTo>
                        <a:lnTo>
                          <a:pt x="6705" y="7118"/>
                        </a:lnTo>
                        <a:lnTo>
                          <a:pt x="6729" y="7116"/>
                        </a:lnTo>
                        <a:lnTo>
                          <a:pt x="6752" y="7111"/>
                        </a:lnTo>
                        <a:lnTo>
                          <a:pt x="6775" y="7106"/>
                        </a:lnTo>
                        <a:lnTo>
                          <a:pt x="6798" y="7099"/>
                        </a:lnTo>
                        <a:lnTo>
                          <a:pt x="6821" y="7092"/>
                        </a:lnTo>
                        <a:lnTo>
                          <a:pt x="6842" y="7083"/>
                        </a:lnTo>
                        <a:lnTo>
                          <a:pt x="6864" y="7073"/>
                        </a:lnTo>
                        <a:lnTo>
                          <a:pt x="6885" y="7063"/>
                        </a:lnTo>
                        <a:lnTo>
                          <a:pt x="6904" y="7051"/>
                        </a:lnTo>
                        <a:lnTo>
                          <a:pt x="6924" y="7039"/>
                        </a:lnTo>
                        <a:lnTo>
                          <a:pt x="6943" y="7025"/>
                        </a:lnTo>
                        <a:lnTo>
                          <a:pt x="6961" y="7011"/>
                        </a:lnTo>
                        <a:lnTo>
                          <a:pt x="6979" y="6996"/>
                        </a:lnTo>
                        <a:lnTo>
                          <a:pt x="6995" y="6980"/>
                        </a:lnTo>
                        <a:lnTo>
                          <a:pt x="7011" y="6963"/>
                        </a:lnTo>
                        <a:lnTo>
                          <a:pt x="7026" y="6946"/>
                        </a:lnTo>
                        <a:lnTo>
                          <a:pt x="7040" y="6927"/>
                        </a:lnTo>
                        <a:lnTo>
                          <a:pt x="7053" y="6909"/>
                        </a:lnTo>
                        <a:lnTo>
                          <a:pt x="7067" y="6889"/>
                        </a:lnTo>
                        <a:lnTo>
                          <a:pt x="7078" y="6869"/>
                        </a:lnTo>
                        <a:lnTo>
                          <a:pt x="7089" y="6848"/>
                        </a:lnTo>
                        <a:lnTo>
                          <a:pt x="7098" y="6828"/>
                        </a:lnTo>
                        <a:lnTo>
                          <a:pt x="7107" y="6806"/>
                        </a:lnTo>
                        <a:lnTo>
                          <a:pt x="7115" y="6783"/>
                        </a:lnTo>
                        <a:lnTo>
                          <a:pt x="7121" y="6761"/>
                        </a:lnTo>
                        <a:lnTo>
                          <a:pt x="7126" y="6737"/>
                        </a:lnTo>
                        <a:lnTo>
                          <a:pt x="7130" y="6714"/>
                        </a:lnTo>
                        <a:lnTo>
                          <a:pt x="7133" y="6690"/>
                        </a:lnTo>
                        <a:lnTo>
                          <a:pt x="7136" y="6665"/>
                        </a:lnTo>
                        <a:lnTo>
                          <a:pt x="7136" y="6640"/>
                        </a:lnTo>
                        <a:lnTo>
                          <a:pt x="7136" y="6070"/>
                        </a:lnTo>
                        <a:lnTo>
                          <a:pt x="7254" y="6070"/>
                        </a:lnTo>
                        <a:lnTo>
                          <a:pt x="7254" y="5964"/>
                        </a:lnTo>
                        <a:lnTo>
                          <a:pt x="8242" y="5964"/>
                        </a:lnTo>
                        <a:lnTo>
                          <a:pt x="8242" y="5964"/>
                        </a:lnTo>
                        <a:lnTo>
                          <a:pt x="8258" y="5963"/>
                        </a:lnTo>
                        <a:lnTo>
                          <a:pt x="8273" y="5961"/>
                        </a:lnTo>
                        <a:lnTo>
                          <a:pt x="8288" y="5958"/>
                        </a:lnTo>
                        <a:lnTo>
                          <a:pt x="8303" y="5952"/>
                        </a:lnTo>
                        <a:lnTo>
                          <a:pt x="8316" y="5945"/>
                        </a:lnTo>
                        <a:lnTo>
                          <a:pt x="8329" y="5938"/>
                        </a:lnTo>
                        <a:lnTo>
                          <a:pt x="8340" y="5929"/>
                        </a:lnTo>
                        <a:lnTo>
                          <a:pt x="8351" y="5919"/>
                        </a:lnTo>
                        <a:lnTo>
                          <a:pt x="8362" y="5908"/>
                        </a:lnTo>
                        <a:lnTo>
                          <a:pt x="8371" y="5896"/>
                        </a:lnTo>
                        <a:lnTo>
                          <a:pt x="8378" y="5883"/>
                        </a:lnTo>
                        <a:lnTo>
                          <a:pt x="8385" y="5870"/>
                        </a:lnTo>
                        <a:lnTo>
                          <a:pt x="8389" y="5856"/>
                        </a:lnTo>
                        <a:lnTo>
                          <a:pt x="8394" y="5841"/>
                        </a:lnTo>
                        <a:lnTo>
                          <a:pt x="8396" y="5826"/>
                        </a:lnTo>
                        <a:lnTo>
                          <a:pt x="8397" y="5810"/>
                        </a:lnTo>
                        <a:lnTo>
                          <a:pt x="8397" y="5810"/>
                        </a:lnTo>
                        <a:lnTo>
                          <a:pt x="8396" y="5794"/>
                        </a:lnTo>
                        <a:lnTo>
                          <a:pt x="8394" y="5779"/>
                        </a:lnTo>
                        <a:lnTo>
                          <a:pt x="8389" y="5764"/>
                        </a:lnTo>
                        <a:lnTo>
                          <a:pt x="8385" y="5750"/>
                        </a:lnTo>
                        <a:lnTo>
                          <a:pt x="8378" y="5736"/>
                        </a:lnTo>
                        <a:lnTo>
                          <a:pt x="8371" y="5724"/>
                        </a:lnTo>
                        <a:lnTo>
                          <a:pt x="8362" y="5712"/>
                        </a:lnTo>
                        <a:lnTo>
                          <a:pt x="8351" y="5701"/>
                        </a:lnTo>
                        <a:lnTo>
                          <a:pt x="8340" y="5691"/>
                        </a:lnTo>
                        <a:lnTo>
                          <a:pt x="8329" y="5683"/>
                        </a:lnTo>
                        <a:lnTo>
                          <a:pt x="8316" y="5675"/>
                        </a:lnTo>
                        <a:lnTo>
                          <a:pt x="8303" y="5668"/>
                        </a:lnTo>
                        <a:lnTo>
                          <a:pt x="8288" y="5663"/>
                        </a:lnTo>
                        <a:lnTo>
                          <a:pt x="8273" y="5660"/>
                        </a:lnTo>
                        <a:lnTo>
                          <a:pt x="8258" y="5656"/>
                        </a:lnTo>
                        <a:lnTo>
                          <a:pt x="8242" y="5656"/>
                        </a:lnTo>
                        <a:lnTo>
                          <a:pt x="7254" y="5656"/>
                        </a:lnTo>
                        <a:lnTo>
                          <a:pt x="7254" y="5550"/>
                        </a:lnTo>
                        <a:lnTo>
                          <a:pt x="7136" y="5550"/>
                        </a:lnTo>
                        <a:lnTo>
                          <a:pt x="7136" y="5296"/>
                        </a:lnTo>
                        <a:lnTo>
                          <a:pt x="7254" y="5296"/>
                        </a:lnTo>
                        <a:lnTo>
                          <a:pt x="7254" y="5189"/>
                        </a:lnTo>
                        <a:lnTo>
                          <a:pt x="8242" y="5189"/>
                        </a:lnTo>
                        <a:lnTo>
                          <a:pt x="8242" y="5189"/>
                        </a:lnTo>
                        <a:lnTo>
                          <a:pt x="8258" y="5188"/>
                        </a:lnTo>
                        <a:lnTo>
                          <a:pt x="8273" y="5186"/>
                        </a:lnTo>
                        <a:lnTo>
                          <a:pt x="8288" y="5183"/>
                        </a:lnTo>
                        <a:lnTo>
                          <a:pt x="8303" y="5177"/>
                        </a:lnTo>
                        <a:lnTo>
                          <a:pt x="8316" y="5171"/>
                        </a:lnTo>
                        <a:lnTo>
                          <a:pt x="8329" y="5163"/>
                        </a:lnTo>
                        <a:lnTo>
                          <a:pt x="8340" y="5154"/>
                        </a:lnTo>
                        <a:lnTo>
                          <a:pt x="8351" y="5145"/>
                        </a:lnTo>
                        <a:lnTo>
                          <a:pt x="8362" y="5134"/>
                        </a:lnTo>
                        <a:lnTo>
                          <a:pt x="8371" y="5121"/>
                        </a:lnTo>
                        <a:lnTo>
                          <a:pt x="8378" y="5109"/>
                        </a:lnTo>
                        <a:lnTo>
                          <a:pt x="8385" y="5095"/>
                        </a:lnTo>
                        <a:lnTo>
                          <a:pt x="8389" y="5081"/>
                        </a:lnTo>
                        <a:lnTo>
                          <a:pt x="8394" y="5067"/>
                        </a:lnTo>
                        <a:lnTo>
                          <a:pt x="8396" y="5051"/>
                        </a:lnTo>
                        <a:lnTo>
                          <a:pt x="8397" y="5036"/>
                        </a:lnTo>
                        <a:lnTo>
                          <a:pt x="8397" y="5036"/>
                        </a:lnTo>
                        <a:lnTo>
                          <a:pt x="8396" y="5020"/>
                        </a:lnTo>
                        <a:lnTo>
                          <a:pt x="8394" y="5004"/>
                        </a:lnTo>
                        <a:lnTo>
                          <a:pt x="8389" y="4990"/>
                        </a:lnTo>
                        <a:lnTo>
                          <a:pt x="8385" y="4976"/>
                        </a:lnTo>
                        <a:lnTo>
                          <a:pt x="8378" y="4963"/>
                        </a:lnTo>
                        <a:lnTo>
                          <a:pt x="8371" y="4949"/>
                        </a:lnTo>
                        <a:lnTo>
                          <a:pt x="8362" y="4937"/>
                        </a:lnTo>
                        <a:lnTo>
                          <a:pt x="8351" y="4926"/>
                        </a:lnTo>
                        <a:lnTo>
                          <a:pt x="8340" y="4917"/>
                        </a:lnTo>
                        <a:lnTo>
                          <a:pt x="8329" y="4908"/>
                        </a:lnTo>
                        <a:lnTo>
                          <a:pt x="8316" y="4900"/>
                        </a:lnTo>
                        <a:lnTo>
                          <a:pt x="8303" y="4894"/>
                        </a:lnTo>
                        <a:lnTo>
                          <a:pt x="8288" y="4888"/>
                        </a:lnTo>
                        <a:lnTo>
                          <a:pt x="8273" y="4885"/>
                        </a:lnTo>
                        <a:lnTo>
                          <a:pt x="8258" y="4883"/>
                        </a:lnTo>
                        <a:lnTo>
                          <a:pt x="8242" y="4882"/>
                        </a:lnTo>
                        <a:lnTo>
                          <a:pt x="7254" y="4882"/>
                        </a:lnTo>
                        <a:lnTo>
                          <a:pt x="7254" y="4775"/>
                        </a:lnTo>
                        <a:lnTo>
                          <a:pt x="7136" y="4775"/>
                        </a:lnTo>
                        <a:lnTo>
                          <a:pt x="7136" y="4522"/>
                        </a:lnTo>
                        <a:lnTo>
                          <a:pt x="7254" y="4522"/>
                        </a:lnTo>
                        <a:lnTo>
                          <a:pt x="7254" y="4416"/>
                        </a:lnTo>
                        <a:lnTo>
                          <a:pt x="8242" y="4416"/>
                        </a:lnTo>
                        <a:lnTo>
                          <a:pt x="8242" y="4416"/>
                        </a:lnTo>
                        <a:lnTo>
                          <a:pt x="8258" y="4415"/>
                        </a:lnTo>
                        <a:lnTo>
                          <a:pt x="8273" y="4413"/>
                        </a:lnTo>
                        <a:lnTo>
                          <a:pt x="8288" y="4408"/>
                        </a:lnTo>
                        <a:lnTo>
                          <a:pt x="8303" y="4404"/>
                        </a:lnTo>
                        <a:lnTo>
                          <a:pt x="8316" y="4397"/>
                        </a:lnTo>
                        <a:lnTo>
                          <a:pt x="8329" y="4390"/>
                        </a:lnTo>
                        <a:lnTo>
                          <a:pt x="8340" y="4380"/>
                        </a:lnTo>
                        <a:lnTo>
                          <a:pt x="8351" y="4370"/>
                        </a:lnTo>
                        <a:lnTo>
                          <a:pt x="8362" y="4359"/>
                        </a:lnTo>
                        <a:lnTo>
                          <a:pt x="8371" y="4348"/>
                        </a:lnTo>
                        <a:lnTo>
                          <a:pt x="8378" y="4335"/>
                        </a:lnTo>
                        <a:lnTo>
                          <a:pt x="8385" y="4322"/>
                        </a:lnTo>
                        <a:lnTo>
                          <a:pt x="8389" y="4307"/>
                        </a:lnTo>
                        <a:lnTo>
                          <a:pt x="8394" y="4292"/>
                        </a:lnTo>
                        <a:lnTo>
                          <a:pt x="8396" y="4277"/>
                        </a:lnTo>
                        <a:lnTo>
                          <a:pt x="8397" y="4261"/>
                        </a:lnTo>
                        <a:lnTo>
                          <a:pt x="8397" y="4261"/>
                        </a:lnTo>
                        <a:lnTo>
                          <a:pt x="8396" y="4246"/>
                        </a:lnTo>
                        <a:lnTo>
                          <a:pt x="8394" y="4231"/>
                        </a:lnTo>
                        <a:lnTo>
                          <a:pt x="8389" y="4215"/>
                        </a:lnTo>
                        <a:lnTo>
                          <a:pt x="8385" y="4201"/>
                        </a:lnTo>
                        <a:lnTo>
                          <a:pt x="8378" y="4188"/>
                        </a:lnTo>
                        <a:lnTo>
                          <a:pt x="8371" y="4175"/>
                        </a:lnTo>
                        <a:lnTo>
                          <a:pt x="8362" y="4164"/>
                        </a:lnTo>
                        <a:lnTo>
                          <a:pt x="8351" y="4153"/>
                        </a:lnTo>
                        <a:lnTo>
                          <a:pt x="8340" y="4142"/>
                        </a:lnTo>
                        <a:lnTo>
                          <a:pt x="8329" y="4133"/>
                        </a:lnTo>
                        <a:lnTo>
                          <a:pt x="8316" y="4125"/>
                        </a:lnTo>
                        <a:lnTo>
                          <a:pt x="8303" y="4119"/>
                        </a:lnTo>
                        <a:lnTo>
                          <a:pt x="8288" y="4114"/>
                        </a:lnTo>
                        <a:lnTo>
                          <a:pt x="8273" y="4110"/>
                        </a:lnTo>
                        <a:lnTo>
                          <a:pt x="8258" y="4108"/>
                        </a:lnTo>
                        <a:lnTo>
                          <a:pt x="8242" y="4107"/>
                        </a:lnTo>
                        <a:lnTo>
                          <a:pt x="7254" y="4107"/>
                        </a:lnTo>
                        <a:lnTo>
                          <a:pt x="7254" y="4001"/>
                        </a:lnTo>
                        <a:lnTo>
                          <a:pt x="7136" y="4001"/>
                        </a:lnTo>
                        <a:lnTo>
                          <a:pt x="7136" y="3747"/>
                        </a:lnTo>
                        <a:lnTo>
                          <a:pt x="7254" y="3747"/>
                        </a:lnTo>
                        <a:close/>
                        <a:moveTo>
                          <a:pt x="1736" y="1638"/>
                        </a:moveTo>
                        <a:lnTo>
                          <a:pt x="2437" y="1638"/>
                        </a:lnTo>
                        <a:lnTo>
                          <a:pt x="2437" y="2528"/>
                        </a:lnTo>
                        <a:lnTo>
                          <a:pt x="1654" y="2528"/>
                        </a:lnTo>
                        <a:lnTo>
                          <a:pt x="1654" y="1720"/>
                        </a:lnTo>
                        <a:lnTo>
                          <a:pt x="1654" y="1720"/>
                        </a:lnTo>
                        <a:lnTo>
                          <a:pt x="1654" y="1712"/>
                        </a:lnTo>
                        <a:lnTo>
                          <a:pt x="1656" y="1704"/>
                        </a:lnTo>
                        <a:lnTo>
                          <a:pt x="1657" y="1696"/>
                        </a:lnTo>
                        <a:lnTo>
                          <a:pt x="1660" y="1689"/>
                        </a:lnTo>
                        <a:lnTo>
                          <a:pt x="1663" y="1681"/>
                        </a:lnTo>
                        <a:lnTo>
                          <a:pt x="1668" y="1674"/>
                        </a:lnTo>
                        <a:lnTo>
                          <a:pt x="1672" y="1668"/>
                        </a:lnTo>
                        <a:lnTo>
                          <a:pt x="1678" y="1662"/>
                        </a:lnTo>
                        <a:lnTo>
                          <a:pt x="1683" y="1657"/>
                        </a:lnTo>
                        <a:lnTo>
                          <a:pt x="1690" y="1652"/>
                        </a:lnTo>
                        <a:lnTo>
                          <a:pt x="1696" y="1648"/>
                        </a:lnTo>
                        <a:lnTo>
                          <a:pt x="1704" y="1645"/>
                        </a:lnTo>
                        <a:lnTo>
                          <a:pt x="1712" y="1642"/>
                        </a:lnTo>
                        <a:lnTo>
                          <a:pt x="1719" y="1640"/>
                        </a:lnTo>
                        <a:lnTo>
                          <a:pt x="1727" y="1639"/>
                        </a:lnTo>
                        <a:lnTo>
                          <a:pt x="1736" y="1638"/>
                        </a:lnTo>
                        <a:close/>
                        <a:moveTo>
                          <a:pt x="1736" y="6722"/>
                        </a:moveTo>
                        <a:lnTo>
                          <a:pt x="1736" y="6722"/>
                        </a:lnTo>
                        <a:lnTo>
                          <a:pt x="1727" y="6722"/>
                        </a:lnTo>
                        <a:lnTo>
                          <a:pt x="1719" y="6720"/>
                        </a:lnTo>
                        <a:lnTo>
                          <a:pt x="1712" y="6719"/>
                        </a:lnTo>
                        <a:lnTo>
                          <a:pt x="1704" y="6716"/>
                        </a:lnTo>
                        <a:lnTo>
                          <a:pt x="1696" y="6713"/>
                        </a:lnTo>
                        <a:lnTo>
                          <a:pt x="1690" y="6708"/>
                        </a:lnTo>
                        <a:lnTo>
                          <a:pt x="1683" y="6704"/>
                        </a:lnTo>
                        <a:lnTo>
                          <a:pt x="1678" y="6698"/>
                        </a:lnTo>
                        <a:lnTo>
                          <a:pt x="1672" y="6693"/>
                        </a:lnTo>
                        <a:lnTo>
                          <a:pt x="1668" y="6686"/>
                        </a:lnTo>
                        <a:lnTo>
                          <a:pt x="1663" y="6680"/>
                        </a:lnTo>
                        <a:lnTo>
                          <a:pt x="1660" y="6672"/>
                        </a:lnTo>
                        <a:lnTo>
                          <a:pt x="1657" y="6664"/>
                        </a:lnTo>
                        <a:lnTo>
                          <a:pt x="1656" y="6657"/>
                        </a:lnTo>
                        <a:lnTo>
                          <a:pt x="1654" y="6649"/>
                        </a:lnTo>
                        <a:lnTo>
                          <a:pt x="1654" y="6640"/>
                        </a:lnTo>
                        <a:lnTo>
                          <a:pt x="1654" y="6353"/>
                        </a:lnTo>
                        <a:lnTo>
                          <a:pt x="5141" y="6353"/>
                        </a:lnTo>
                        <a:lnTo>
                          <a:pt x="5141" y="6722"/>
                        </a:lnTo>
                        <a:lnTo>
                          <a:pt x="1736" y="6722"/>
                        </a:lnTo>
                        <a:close/>
                        <a:moveTo>
                          <a:pt x="6656" y="6722"/>
                        </a:moveTo>
                        <a:lnTo>
                          <a:pt x="5300" y="6722"/>
                        </a:lnTo>
                        <a:lnTo>
                          <a:pt x="5300" y="6194"/>
                        </a:lnTo>
                        <a:lnTo>
                          <a:pt x="1654" y="6194"/>
                        </a:lnTo>
                        <a:lnTo>
                          <a:pt x="1654" y="5566"/>
                        </a:lnTo>
                        <a:lnTo>
                          <a:pt x="3176" y="5566"/>
                        </a:lnTo>
                        <a:lnTo>
                          <a:pt x="3176" y="4579"/>
                        </a:lnTo>
                        <a:lnTo>
                          <a:pt x="5561" y="4579"/>
                        </a:lnTo>
                        <a:lnTo>
                          <a:pt x="5561" y="3320"/>
                        </a:lnTo>
                        <a:lnTo>
                          <a:pt x="4825" y="3320"/>
                        </a:lnTo>
                        <a:lnTo>
                          <a:pt x="4825" y="3320"/>
                        </a:lnTo>
                        <a:lnTo>
                          <a:pt x="4817" y="3294"/>
                        </a:lnTo>
                        <a:lnTo>
                          <a:pt x="4807" y="3269"/>
                        </a:lnTo>
                        <a:lnTo>
                          <a:pt x="4795" y="3243"/>
                        </a:lnTo>
                        <a:lnTo>
                          <a:pt x="4781" y="3220"/>
                        </a:lnTo>
                        <a:lnTo>
                          <a:pt x="4765" y="3198"/>
                        </a:lnTo>
                        <a:lnTo>
                          <a:pt x="4748" y="3179"/>
                        </a:lnTo>
                        <a:lnTo>
                          <a:pt x="4729" y="3159"/>
                        </a:lnTo>
                        <a:lnTo>
                          <a:pt x="4710" y="3143"/>
                        </a:lnTo>
                        <a:lnTo>
                          <a:pt x="4688" y="3126"/>
                        </a:lnTo>
                        <a:lnTo>
                          <a:pt x="4665" y="3112"/>
                        </a:lnTo>
                        <a:lnTo>
                          <a:pt x="4641" y="3100"/>
                        </a:lnTo>
                        <a:lnTo>
                          <a:pt x="4615" y="3090"/>
                        </a:lnTo>
                        <a:lnTo>
                          <a:pt x="4589" y="3082"/>
                        </a:lnTo>
                        <a:lnTo>
                          <a:pt x="4563" y="3076"/>
                        </a:lnTo>
                        <a:lnTo>
                          <a:pt x="4534" y="3072"/>
                        </a:lnTo>
                        <a:lnTo>
                          <a:pt x="4507" y="3071"/>
                        </a:lnTo>
                        <a:lnTo>
                          <a:pt x="4507" y="3071"/>
                        </a:lnTo>
                        <a:lnTo>
                          <a:pt x="4489" y="3071"/>
                        </a:lnTo>
                        <a:lnTo>
                          <a:pt x="4473" y="3074"/>
                        </a:lnTo>
                        <a:lnTo>
                          <a:pt x="4456" y="3075"/>
                        </a:lnTo>
                        <a:lnTo>
                          <a:pt x="4440" y="3078"/>
                        </a:lnTo>
                        <a:lnTo>
                          <a:pt x="4425" y="3081"/>
                        </a:lnTo>
                        <a:lnTo>
                          <a:pt x="4409" y="3086"/>
                        </a:lnTo>
                        <a:lnTo>
                          <a:pt x="4394" y="3091"/>
                        </a:lnTo>
                        <a:lnTo>
                          <a:pt x="4379" y="3098"/>
                        </a:lnTo>
                        <a:lnTo>
                          <a:pt x="4364" y="3104"/>
                        </a:lnTo>
                        <a:lnTo>
                          <a:pt x="4350" y="3111"/>
                        </a:lnTo>
                        <a:lnTo>
                          <a:pt x="4336" y="3118"/>
                        </a:lnTo>
                        <a:lnTo>
                          <a:pt x="4323" y="3127"/>
                        </a:lnTo>
                        <a:lnTo>
                          <a:pt x="4311" y="3137"/>
                        </a:lnTo>
                        <a:lnTo>
                          <a:pt x="4298" y="3146"/>
                        </a:lnTo>
                        <a:lnTo>
                          <a:pt x="4286" y="3157"/>
                        </a:lnTo>
                        <a:lnTo>
                          <a:pt x="4275" y="3168"/>
                        </a:lnTo>
                        <a:lnTo>
                          <a:pt x="4264" y="3179"/>
                        </a:lnTo>
                        <a:lnTo>
                          <a:pt x="4254" y="3191"/>
                        </a:lnTo>
                        <a:lnTo>
                          <a:pt x="4244" y="3203"/>
                        </a:lnTo>
                        <a:lnTo>
                          <a:pt x="4234" y="3216"/>
                        </a:lnTo>
                        <a:lnTo>
                          <a:pt x="4226" y="3229"/>
                        </a:lnTo>
                        <a:lnTo>
                          <a:pt x="4218" y="3243"/>
                        </a:lnTo>
                        <a:lnTo>
                          <a:pt x="4211" y="3258"/>
                        </a:lnTo>
                        <a:lnTo>
                          <a:pt x="4204" y="3272"/>
                        </a:lnTo>
                        <a:lnTo>
                          <a:pt x="4198" y="3287"/>
                        </a:lnTo>
                        <a:lnTo>
                          <a:pt x="4194" y="3301"/>
                        </a:lnTo>
                        <a:lnTo>
                          <a:pt x="4189" y="3318"/>
                        </a:lnTo>
                        <a:lnTo>
                          <a:pt x="4185" y="3333"/>
                        </a:lnTo>
                        <a:lnTo>
                          <a:pt x="4183" y="3350"/>
                        </a:lnTo>
                        <a:lnTo>
                          <a:pt x="4180" y="3366"/>
                        </a:lnTo>
                        <a:lnTo>
                          <a:pt x="4179" y="3383"/>
                        </a:lnTo>
                        <a:lnTo>
                          <a:pt x="4178" y="3399"/>
                        </a:lnTo>
                        <a:lnTo>
                          <a:pt x="4178" y="3399"/>
                        </a:lnTo>
                        <a:lnTo>
                          <a:pt x="4179" y="3417"/>
                        </a:lnTo>
                        <a:lnTo>
                          <a:pt x="4180" y="3433"/>
                        </a:lnTo>
                        <a:lnTo>
                          <a:pt x="4183" y="3449"/>
                        </a:lnTo>
                        <a:lnTo>
                          <a:pt x="4185" y="3466"/>
                        </a:lnTo>
                        <a:lnTo>
                          <a:pt x="4189" y="3481"/>
                        </a:lnTo>
                        <a:lnTo>
                          <a:pt x="4194" y="3496"/>
                        </a:lnTo>
                        <a:lnTo>
                          <a:pt x="4198" y="3512"/>
                        </a:lnTo>
                        <a:lnTo>
                          <a:pt x="4204" y="3527"/>
                        </a:lnTo>
                        <a:lnTo>
                          <a:pt x="4211" y="3541"/>
                        </a:lnTo>
                        <a:lnTo>
                          <a:pt x="4218" y="3556"/>
                        </a:lnTo>
                        <a:lnTo>
                          <a:pt x="4226" y="3570"/>
                        </a:lnTo>
                        <a:lnTo>
                          <a:pt x="4234" y="3583"/>
                        </a:lnTo>
                        <a:lnTo>
                          <a:pt x="4244" y="3595"/>
                        </a:lnTo>
                        <a:lnTo>
                          <a:pt x="4254" y="3608"/>
                        </a:lnTo>
                        <a:lnTo>
                          <a:pt x="4264" y="3620"/>
                        </a:lnTo>
                        <a:lnTo>
                          <a:pt x="4275" y="3631"/>
                        </a:lnTo>
                        <a:lnTo>
                          <a:pt x="4286" y="3642"/>
                        </a:lnTo>
                        <a:lnTo>
                          <a:pt x="4298" y="3652"/>
                        </a:lnTo>
                        <a:lnTo>
                          <a:pt x="4311" y="3662"/>
                        </a:lnTo>
                        <a:lnTo>
                          <a:pt x="4323" y="3672"/>
                        </a:lnTo>
                        <a:lnTo>
                          <a:pt x="4336" y="3679"/>
                        </a:lnTo>
                        <a:lnTo>
                          <a:pt x="4350" y="3688"/>
                        </a:lnTo>
                        <a:lnTo>
                          <a:pt x="4364" y="3695"/>
                        </a:lnTo>
                        <a:lnTo>
                          <a:pt x="4379" y="3701"/>
                        </a:lnTo>
                        <a:lnTo>
                          <a:pt x="4394" y="3708"/>
                        </a:lnTo>
                        <a:lnTo>
                          <a:pt x="4409" y="3712"/>
                        </a:lnTo>
                        <a:lnTo>
                          <a:pt x="4425" y="3717"/>
                        </a:lnTo>
                        <a:lnTo>
                          <a:pt x="4440" y="3721"/>
                        </a:lnTo>
                        <a:lnTo>
                          <a:pt x="4456" y="3723"/>
                        </a:lnTo>
                        <a:lnTo>
                          <a:pt x="4473" y="3726"/>
                        </a:lnTo>
                        <a:lnTo>
                          <a:pt x="4489" y="3727"/>
                        </a:lnTo>
                        <a:lnTo>
                          <a:pt x="4507" y="3728"/>
                        </a:lnTo>
                        <a:lnTo>
                          <a:pt x="4507" y="3728"/>
                        </a:lnTo>
                        <a:lnTo>
                          <a:pt x="4534" y="3727"/>
                        </a:lnTo>
                        <a:lnTo>
                          <a:pt x="4563" y="3722"/>
                        </a:lnTo>
                        <a:lnTo>
                          <a:pt x="4589" y="3717"/>
                        </a:lnTo>
                        <a:lnTo>
                          <a:pt x="4615" y="3709"/>
                        </a:lnTo>
                        <a:lnTo>
                          <a:pt x="4641" y="3698"/>
                        </a:lnTo>
                        <a:lnTo>
                          <a:pt x="4665" y="3686"/>
                        </a:lnTo>
                        <a:lnTo>
                          <a:pt x="4688" y="3673"/>
                        </a:lnTo>
                        <a:lnTo>
                          <a:pt x="4710" y="3656"/>
                        </a:lnTo>
                        <a:lnTo>
                          <a:pt x="4729" y="3639"/>
                        </a:lnTo>
                        <a:lnTo>
                          <a:pt x="4748" y="3620"/>
                        </a:lnTo>
                        <a:lnTo>
                          <a:pt x="4765" y="3599"/>
                        </a:lnTo>
                        <a:lnTo>
                          <a:pt x="4781" y="3578"/>
                        </a:lnTo>
                        <a:lnTo>
                          <a:pt x="4795" y="3555"/>
                        </a:lnTo>
                        <a:lnTo>
                          <a:pt x="4807" y="3530"/>
                        </a:lnTo>
                        <a:lnTo>
                          <a:pt x="4817" y="3505"/>
                        </a:lnTo>
                        <a:lnTo>
                          <a:pt x="4825" y="3479"/>
                        </a:lnTo>
                        <a:lnTo>
                          <a:pt x="5401" y="3479"/>
                        </a:lnTo>
                        <a:lnTo>
                          <a:pt x="5401" y="4419"/>
                        </a:lnTo>
                        <a:lnTo>
                          <a:pt x="3017" y="4419"/>
                        </a:lnTo>
                        <a:lnTo>
                          <a:pt x="3017" y="5407"/>
                        </a:lnTo>
                        <a:lnTo>
                          <a:pt x="1654" y="5407"/>
                        </a:lnTo>
                        <a:lnTo>
                          <a:pt x="1654" y="3410"/>
                        </a:lnTo>
                        <a:lnTo>
                          <a:pt x="2437" y="3410"/>
                        </a:lnTo>
                        <a:lnTo>
                          <a:pt x="2437" y="4339"/>
                        </a:lnTo>
                        <a:lnTo>
                          <a:pt x="2437" y="4339"/>
                        </a:lnTo>
                        <a:lnTo>
                          <a:pt x="2411" y="4347"/>
                        </a:lnTo>
                        <a:lnTo>
                          <a:pt x="2385" y="4357"/>
                        </a:lnTo>
                        <a:lnTo>
                          <a:pt x="2361" y="4369"/>
                        </a:lnTo>
                        <a:lnTo>
                          <a:pt x="2338" y="4383"/>
                        </a:lnTo>
                        <a:lnTo>
                          <a:pt x="2316" y="4398"/>
                        </a:lnTo>
                        <a:lnTo>
                          <a:pt x="2296" y="4415"/>
                        </a:lnTo>
                        <a:lnTo>
                          <a:pt x="2277" y="4433"/>
                        </a:lnTo>
                        <a:lnTo>
                          <a:pt x="2259" y="4454"/>
                        </a:lnTo>
                        <a:lnTo>
                          <a:pt x="2244" y="4476"/>
                        </a:lnTo>
                        <a:lnTo>
                          <a:pt x="2230" y="4499"/>
                        </a:lnTo>
                        <a:lnTo>
                          <a:pt x="2218" y="4522"/>
                        </a:lnTo>
                        <a:lnTo>
                          <a:pt x="2208" y="4547"/>
                        </a:lnTo>
                        <a:lnTo>
                          <a:pt x="2199" y="4574"/>
                        </a:lnTo>
                        <a:lnTo>
                          <a:pt x="2194" y="4601"/>
                        </a:lnTo>
                        <a:lnTo>
                          <a:pt x="2190" y="4628"/>
                        </a:lnTo>
                        <a:lnTo>
                          <a:pt x="2189" y="4657"/>
                        </a:lnTo>
                        <a:lnTo>
                          <a:pt x="2189" y="4657"/>
                        </a:lnTo>
                        <a:lnTo>
                          <a:pt x="2189" y="4674"/>
                        </a:lnTo>
                        <a:lnTo>
                          <a:pt x="2190" y="4691"/>
                        </a:lnTo>
                        <a:lnTo>
                          <a:pt x="2193" y="4707"/>
                        </a:lnTo>
                        <a:lnTo>
                          <a:pt x="2196" y="4723"/>
                        </a:lnTo>
                        <a:lnTo>
                          <a:pt x="2199" y="4739"/>
                        </a:lnTo>
                        <a:lnTo>
                          <a:pt x="2204" y="4754"/>
                        </a:lnTo>
                        <a:lnTo>
                          <a:pt x="2209" y="4770"/>
                        </a:lnTo>
                        <a:lnTo>
                          <a:pt x="2215" y="4785"/>
                        </a:lnTo>
                        <a:lnTo>
                          <a:pt x="2221" y="4799"/>
                        </a:lnTo>
                        <a:lnTo>
                          <a:pt x="2229" y="4814"/>
                        </a:lnTo>
                        <a:lnTo>
                          <a:pt x="2236" y="4827"/>
                        </a:lnTo>
                        <a:lnTo>
                          <a:pt x="2245" y="4840"/>
                        </a:lnTo>
                        <a:lnTo>
                          <a:pt x="2254" y="4853"/>
                        </a:lnTo>
                        <a:lnTo>
                          <a:pt x="2264" y="4866"/>
                        </a:lnTo>
                        <a:lnTo>
                          <a:pt x="2274" y="4877"/>
                        </a:lnTo>
                        <a:lnTo>
                          <a:pt x="2285" y="4889"/>
                        </a:lnTo>
                        <a:lnTo>
                          <a:pt x="2297" y="4900"/>
                        </a:lnTo>
                        <a:lnTo>
                          <a:pt x="2309" y="4910"/>
                        </a:lnTo>
                        <a:lnTo>
                          <a:pt x="2321" y="4920"/>
                        </a:lnTo>
                        <a:lnTo>
                          <a:pt x="2334" y="4929"/>
                        </a:lnTo>
                        <a:lnTo>
                          <a:pt x="2347" y="4937"/>
                        </a:lnTo>
                        <a:lnTo>
                          <a:pt x="2360" y="4945"/>
                        </a:lnTo>
                        <a:lnTo>
                          <a:pt x="2375" y="4953"/>
                        </a:lnTo>
                        <a:lnTo>
                          <a:pt x="2389" y="4959"/>
                        </a:lnTo>
                        <a:lnTo>
                          <a:pt x="2404" y="4965"/>
                        </a:lnTo>
                        <a:lnTo>
                          <a:pt x="2419" y="4970"/>
                        </a:lnTo>
                        <a:lnTo>
                          <a:pt x="2435" y="4975"/>
                        </a:lnTo>
                        <a:lnTo>
                          <a:pt x="2451" y="4978"/>
                        </a:lnTo>
                        <a:lnTo>
                          <a:pt x="2467" y="4981"/>
                        </a:lnTo>
                        <a:lnTo>
                          <a:pt x="2483" y="4983"/>
                        </a:lnTo>
                        <a:lnTo>
                          <a:pt x="2501" y="4985"/>
                        </a:lnTo>
                        <a:lnTo>
                          <a:pt x="2517" y="4986"/>
                        </a:lnTo>
                        <a:lnTo>
                          <a:pt x="2517" y="4986"/>
                        </a:lnTo>
                        <a:lnTo>
                          <a:pt x="2533" y="4985"/>
                        </a:lnTo>
                        <a:lnTo>
                          <a:pt x="2550" y="4983"/>
                        </a:lnTo>
                        <a:lnTo>
                          <a:pt x="2566" y="4981"/>
                        </a:lnTo>
                        <a:lnTo>
                          <a:pt x="2583" y="4978"/>
                        </a:lnTo>
                        <a:lnTo>
                          <a:pt x="2599" y="4975"/>
                        </a:lnTo>
                        <a:lnTo>
                          <a:pt x="2615" y="4970"/>
                        </a:lnTo>
                        <a:lnTo>
                          <a:pt x="2630" y="4965"/>
                        </a:lnTo>
                        <a:lnTo>
                          <a:pt x="2644" y="4959"/>
                        </a:lnTo>
                        <a:lnTo>
                          <a:pt x="2659" y="4953"/>
                        </a:lnTo>
                        <a:lnTo>
                          <a:pt x="2673" y="4945"/>
                        </a:lnTo>
                        <a:lnTo>
                          <a:pt x="2687" y="4937"/>
                        </a:lnTo>
                        <a:lnTo>
                          <a:pt x="2700" y="4929"/>
                        </a:lnTo>
                        <a:lnTo>
                          <a:pt x="2713" y="4920"/>
                        </a:lnTo>
                        <a:lnTo>
                          <a:pt x="2725" y="4910"/>
                        </a:lnTo>
                        <a:lnTo>
                          <a:pt x="2737" y="4900"/>
                        </a:lnTo>
                        <a:lnTo>
                          <a:pt x="2748" y="4889"/>
                        </a:lnTo>
                        <a:lnTo>
                          <a:pt x="2759" y="4877"/>
                        </a:lnTo>
                        <a:lnTo>
                          <a:pt x="2770" y="4866"/>
                        </a:lnTo>
                        <a:lnTo>
                          <a:pt x="2780" y="4853"/>
                        </a:lnTo>
                        <a:lnTo>
                          <a:pt x="2789" y="4840"/>
                        </a:lnTo>
                        <a:lnTo>
                          <a:pt x="2797" y="4827"/>
                        </a:lnTo>
                        <a:lnTo>
                          <a:pt x="2805" y="4814"/>
                        </a:lnTo>
                        <a:lnTo>
                          <a:pt x="2813" y="4799"/>
                        </a:lnTo>
                        <a:lnTo>
                          <a:pt x="2819" y="4785"/>
                        </a:lnTo>
                        <a:lnTo>
                          <a:pt x="2825" y="4770"/>
                        </a:lnTo>
                        <a:lnTo>
                          <a:pt x="2830" y="4754"/>
                        </a:lnTo>
                        <a:lnTo>
                          <a:pt x="2835" y="4739"/>
                        </a:lnTo>
                        <a:lnTo>
                          <a:pt x="2838" y="4723"/>
                        </a:lnTo>
                        <a:lnTo>
                          <a:pt x="2841" y="4707"/>
                        </a:lnTo>
                        <a:lnTo>
                          <a:pt x="2844" y="4691"/>
                        </a:lnTo>
                        <a:lnTo>
                          <a:pt x="2845" y="4674"/>
                        </a:lnTo>
                        <a:lnTo>
                          <a:pt x="2845" y="4657"/>
                        </a:lnTo>
                        <a:lnTo>
                          <a:pt x="2845" y="4657"/>
                        </a:lnTo>
                        <a:lnTo>
                          <a:pt x="2844" y="4628"/>
                        </a:lnTo>
                        <a:lnTo>
                          <a:pt x="2840" y="4601"/>
                        </a:lnTo>
                        <a:lnTo>
                          <a:pt x="2834" y="4574"/>
                        </a:lnTo>
                        <a:lnTo>
                          <a:pt x="2826" y="4547"/>
                        </a:lnTo>
                        <a:lnTo>
                          <a:pt x="2816" y="4522"/>
                        </a:lnTo>
                        <a:lnTo>
                          <a:pt x="2804" y="4499"/>
                        </a:lnTo>
                        <a:lnTo>
                          <a:pt x="2790" y="4476"/>
                        </a:lnTo>
                        <a:lnTo>
                          <a:pt x="2774" y="4454"/>
                        </a:lnTo>
                        <a:lnTo>
                          <a:pt x="2757" y="4433"/>
                        </a:lnTo>
                        <a:lnTo>
                          <a:pt x="2737" y="4415"/>
                        </a:lnTo>
                        <a:lnTo>
                          <a:pt x="2718" y="4398"/>
                        </a:lnTo>
                        <a:lnTo>
                          <a:pt x="2696" y="4383"/>
                        </a:lnTo>
                        <a:lnTo>
                          <a:pt x="2673" y="4369"/>
                        </a:lnTo>
                        <a:lnTo>
                          <a:pt x="2648" y="4357"/>
                        </a:lnTo>
                        <a:lnTo>
                          <a:pt x="2623" y="4347"/>
                        </a:lnTo>
                        <a:lnTo>
                          <a:pt x="2597" y="4339"/>
                        </a:lnTo>
                        <a:lnTo>
                          <a:pt x="2597" y="3251"/>
                        </a:lnTo>
                        <a:lnTo>
                          <a:pt x="1654" y="3251"/>
                        </a:lnTo>
                        <a:lnTo>
                          <a:pt x="1654" y="2688"/>
                        </a:lnTo>
                        <a:lnTo>
                          <a:pt x="2597" y="2688"/>
                        </a:lnTo>
                        <a:lnTo>
                          <a:pt x="2597" y="1638"/>
                        </a:lnTo>
                        <a:lnTo>
                          <a:pt x="4541" y="1638"/>
                        </a:lnTo>
                        <a:lnTo>
                          <a:pt x="4541" y="2087"/>
                        </a:lnTo>
                        <a:lnTo>
                          <a:pt x="3732" y="2087"/>
                        </a:lnTo>
                        <a:lnTo>
                          <a:pt x="3732" y="2087"/>
                        </a:lnTo>
                        <a:lnTo>
                          <a:pt x="3725" y="2061"/>
                        </a:lnTo>
                        <a:lnTo>
                          <a:pt x="3715" y="2036"/>
                        </a:lnTo>
                        <a:lnTo>
                          <a:pt x="3703" y="2012"/>
                        </a:lnTo>
                        <a:lnTo>
                          <a:pt x="3689" y="1989"/>
                        </a:lnTo>
                        <a:lnTo>
                          <a:pt x="3674" y="1967"/>
                        </a:lnTo>
                        <a:lnTo>
                          <a:pt x="3657" y="1946"/>
                        </a:lnTo>
                        <a:lnTo>
                          <a:pt x="3638" y="1927"/>
                        </a:lnTo>
                        <a:lnTo>
                          <a:pt x="3618" y="1910"/>
                        </a:lnTo>
                        <a:lnTo>
                          <a:pt x="3596" y="1893"/>
                        </a:lnTo>
                        <a:lnTo>
                          <a:pt x="3573" y="1880"/>
                        </a:lnTo>
                        <a:lnTo>
                          <a:pt x="3549" y="1868"/>
                        </a:lnTo>
                        <a:lnTo>
                          <a:pt x="3524" y="1857"/>
                        </a:lnTo>
                        <a:lnTo>
                          <a:pt x="3498" y="1850"/>
                        </a:lnTo>
                        <a:lnTo>
                          <a:pt x="3471" y="1844"/>
                        </a:lnTo>
                        <a:lnTo>
                          <a:pt x="3443" y="1840"/>
                        </a:lnTo>
                        <a:lnTo>
                          <a:pt x="3414" y="1839"/>
                        </a:lnTo>
                        <a:lnTo>
                          <a:pt x="3414" y="1839"/>
                        </a:lnTo>
                        <a:lnTo>
                          <a:pt x="3398" y="1840"/>
                        </a:lnTo>
                        <a:lnTo>
                          <a:pt x="3382" y="1841"/>
                        </a:lnTo>
                        <a:lnTo>
                          <a:pt x="3365" y="1843"/>
                        </a:lnTo>
                        <a:lnTo>
                          <a:pt x="3349" y="1845"/>
                        </a:lnTo>
                        <a:lnTo>
                          <a:pt x="3333" y="1850"/>
                        </a:lnTo>
                        <a:lnTo>
                          <a:pt x="3317" y="1854"/>
                        </a:lnTo>
                        <a:lnTo>
                          <a:pt x="3302" y="1858"/>
                        </a:lnTo>
                        <a:lnTo>
                          <a:pt x="3287" y="1865"/>
                        </a:lnTo>
                        <a:lnTo>
                          <a:pt x="3273" y="1871"/>
                        </a:lnTo>
                        <a:lnTo>
                          <a:pt x="3259" y="1878"/>
                        </a:lnTo>
                        <a:lnTo>
                          <a:pt x="3245" y="1887"/>
                        </a:lnTo>
                        <a:lnTo>
                          <a:pt x="3231" y="1895"/>
                        </a:lnTo>
                        <a:lnTo>
                          <a:pt x="3218" y="1904"/>
                        </a:lnTo>
                        <a:lnTo>
                          <a:pt x="3206" y="1914"/>
                        </a:lnTo>
                        <a:lnTo>
                          <a:pt x="3194" y="1924"/>
                        </a:lnTo>
                        <a:lnTo>
                          <a:pt x="3183" y="1935"/>
                        </a:lnTo>
                        <a:lnTo>
                          <a:pt x="3172" y="1946"/>
                        </a:lnTo>
                        <a:lnTo>
                          <a:pt x="3161" y="1958"/>
                        </a:lnTo>
                        <a:lnTo>
                          <a:pt x="3151" y="1971"/>
                        </a:lnTo>
                        <a:lnTo>
                          <a:pt x="3143" y="1983"/>
                        </a:lnTo>
                        <a:lnTo>
                          <a:pt x="3134" y="1996"/>
                        </a:lnTo>
                        <a:lnTo>
                          <a:pt x="3126" y="2011"/>
                        </a:lnTo>
                        <a:lnTo>
                          <a:pt x="3119" y="2025"/>
                        </a:lnTo>
                        <a:lnTo>
                          <a:pt x="3112" y="2039"/>
                        </a:lnTo>
                        <a:lnTo>
                          <a:pt x="3107" y="2054"/>
                        </a:lnTo>
                        <a:lnTo>
                          <a:pt x="3101" y="2070"/>
                        </a:lnTo>
                        <a:lnTo>
                          <a:pt x="3097" y="2085"/>
                        </a:lnTo>
                        <a:lnTo>
                          <a:pt x="3093" y="2101"/>
                        </a:lnTo>
                        <a:lnTo>
                          <a:pt x="3090" y="2117"/>
                        </a:lnTo>
                        <a:lnTo>
                          <a:pt x="3088" y="2133"/>
                        </a:lnTo>
                        <a:lnTo>
                          <a:pt x="3087" y="2150"/>
                        </a:lnTo>
                        <a:lnTo>
                          <a:pt x="3087" y="2167"/>
                        </a:lnTo>
                        <a:lnTo>
                          <a:pt x="3087" y="2167"/>
                        </a:lnTo>
                        <a:lnTo>
                          <a:pt x="3087" y="2184"/>
                        </a:lnTo>
                        <a:lnTo>
                          <a:pt x="3088" y="2200"/>
                        </a:lnTo>
                        <a:lnTo>
                          <a:pt x="3090" y="2217"/>
                        </a:lnTo>
                        <a:lnTo>
                          <a:pt x="3093" y="2233"/>
                        </a:lnTo>
                        <a:lnTo>
                          <a:pt x="3097" y="2248"/>
                        </a:lnTo>
                        <a:lnTo>
                          <a:pt x="3101" y="2265"/>
                        </a:lnTo>
                        <a:lnTo>
                          <a:pt x="3107" y="2279"/>
                        </a:lnTo>
                        <a:lnTo>
                          <a:pt x="3112" y="2294"/>
                        </a:lnTo>
                        <a:lnTo>
                          <a:pt x="3119" y="2309"/>
                        </a:lnTo>
                        <a:lnTo>
                          <a:pt x="3126" y="2323"/>
                        </a:lnTo>
                        <a:lnTo>
                          <a:pt x="3134" y="2337"/>
                        </a:lnTo>
                        <a:lnTo>
                          <a:pt x="3143" y="2350"/>
                        </a:lnTo>
                        <a:lnTo>
                          <a:pt x="3151" y="2363"/>
                        </a:lnTo>
                        <a:lnTo>
                          <a:pt x="3161" y="2376"/>
                        </a:lnTo>
                        <a:lnTo>
                          <a:pt x="3172" y="2388"/>
                        </a:lnTo>
                        <a:lnTo>
                          <a:pt x="3183" y="2399"/>
                        </a:lnTo>
                        <a:lnTo>
                          <a:pt x="3194" y="2410"/>
                        </a:lnTo>
                        <a:lnTo>
                          <a:pt x="3206" y="2419"/>
                        </a:lnTo>
                        <a:lnTo>
                          <a:pt x="3218" y="2429"/>
                        </a:lnTo>
                        <a:lnTo>
                          <a:pt x="3231" y="2439"/>
                        </a:lnTo>
                        <a:lnTo>
                          <a:pt x="3245" y="2448"/>
                        </a:lnTo>
                        <a:lnTo>
                          <a:pt x="3259" y="2456"/>
                        </a:lnTo>
                        <a:lnTo>
                          <a:pt x="3273" y="2462"/>
                        </a:lnTo>
                        <a:lnTo>
                          <a:pt x="3287" y="2469"/>
                        </a:lnTo>
                        <a:lnTo>
                          <a:pt x="3302" y="2475"/>
                        </a:lnTo>
                        <a:lnTo>
                          <a:pt x="3317" y="2480"/>
                        </a:lnTo>
                        <a:lnTo>
                          <a:pt x="3333" y="2485"/>
                        </a:lnTo>
                        <a:lnTo>
                          <a:pt x="3349" y="2488"/>
                        </a:lnTo>
                        <a:lnTo>
                          <a:pt x="3365" y="2491"/>
                        </a:lnTo>
                        <a:lnTo>
                          <a:pt x="3382" y="2493"/>
                        </a:lnTo>
                        <a:lnTo>
                          <a:pt x="3398" y="2495"/>
                        </a:lnTo>
                        <a:lnTo>
                          <a:pt x="3414" y="2495"/>
                        </a:lnTo>
                        <a:lnTo>
                          <a:pt x="3414" y="2495"/>
                        </a:lnTo>
                        <a:lnTo>
                          <a:pt x="3443" y="2494"/>
                        </a:lnTo>
                        <a:lnTo>
                          <a:pt x="3471" y="2491"/>
                        </a:lnTo>
                        <a:lnTo>
                          <a:pt x="3498" y="2484"/>
                        </a:lnTo>
                        <a:lnTo>
                          <a:pt x="3524" y="2476"/>
                        </a:lnTo>
                        <a:lnTo>
                          <a:pt x="3549" y="2466"/>
                        </a:lnTo>
                        <a:lnTo>
                          <a:pt x="3573" y="2454"/>
                        </a:lnTo>
                        <a:lnTo>
                          <a:pt x="3596" y="2440"/>
                        </a:lnTo>
                        <a:lnTo>
                          <a:pt x="3618" y="2424"/>
                        </a:lnTo>
                        <a:lnTo>
                          <a:pt x="3638" y="2406"/>
                        </a:lnTo>
                        <a:lnTo>
                          <a:pt x="3657" y="2388"/>
                        </a:lnTo>
                        <a:lnTo>
                          <a:pt x="3674" y="2367"/>
                        </a:lnTo>
                        <a:lnTo>
                          <a:pt x="3689" y="2346"/>
                        </a:lnTo>
                        <a:lnTo>
                          <a:pt x="3703" y="2323"/>
                        </a:lnTo>
                        <a:lnTo>
                          <a:pt x="3715" y="2298"/>
                        </a:lnTo>
                        <a:lnTo>
                          <a:pt x="3725" y="2273"/>
                        </a:lnTo>
                        <a:lnTo>
                          <a:pt x="3732" y="2246"/>
                        </a:lnTo>
                        <a:lnTo>
                          <a:pt x="4700" y="2246"/>
                        </a:lnTo>
                        <a:lnTo>
                          <a:pt x="4700" y="1638"/>
                        </a:lnTo>
                        <a:lnTo>
                          <a:pt x="6656" y="1638"/>
                        </a:lnTo>
                        <a:lnTo>
                          <a:pt x="6656" y="1638"/>
                        </a:lnTo>
                        <a:lnTo>
                          <a:pt x="6664" y="1639"/>
                        </a:lnTo>
                        <a:lnTo>
                          <a:pt x="6672" y="1640"/>
                        </a:lnTo>
                        <a:lnTo>
                          <a:pt x="6680" y="1642"/>
                        </a:lnTo>
                        <a:lnTo>
                          <a:pt x="6687" y="1645"/>
                        </a:lnTo>
                        <a:lnTo>
                          <a:pt x="6695" y="1648"/>
                        </a:lnTo>
                        <a:lnTo>
                          <a:pt x="6702" y="1652"/>
                        </a:lnTo>
                        <a:lnTo>
                          <a:pt x="6708" y="1657"/>
                        </a:lnTo>
                        <a:lnTo>
                          <a:pt x="6714" y="1662"/>
                        </a:lnTo>
                        <a:lnTo>
                          <a:pt x="6719" y="1668"/>
                        </a:lnTo>
                        <a:lnTo>
                          <a:pt x="6724" y="1674"/>
                        </a:lnTo>
                        <a:lnTo>
                          <a:pt x="6728" y="1681"/>
                        </a:lnTo>
                        <a:lnTo>
                          <a:pt x="6731" y="1689"/>
                        </a:lnTo>
                        <a:lnTo>
                          <a:pt x="6733" y="1696"/>
                        </a:lnTo>
                        <a:lnTo>
                          <a:pt x="6736" y="1704"/>
                        </a:lnTo>
                        <a:lnTo>
                          <a:pt x="6737" y="1712"/>
                        </a:lnTo>
                        <a:lnTo>
                          <a:pt x="6738" y="1720"/>
                        </a:lnTo>
                        <a:lnTo>
                          <a:pt x="6738" y="3564"/>
                        </a:lnTo>
                        <a:lnTo>
                          <a:pt x="5986" y="3564"/>
                        </a:lnTo>
                        <a:lnTo>
                          <a:pt x="5986" y="2768"/>
                        </a:lnTo>
                        <a:lnTo>
                          <a:pt x="5986" y="2768"/>
                        </a:lnTo>
                        <a:lnTo>
                          <a:pt x="6012" y="2760"/>
                        </a:lnTo>
                        <a:lnTo>
                          <a:pt x="6038" y="2750"/>
                        </a:lnTo>
                        <a:lnTo>
                          <a:pt x="6062" y="2738"/>
                        </a:lnTo>
                        <a:lnTo>
                          <a:pt x="6085" y="2724"/>
                        </a:lnTo>
                        <a:lnTo>
                          <a:pt x="6107" y="2709"/>
                        </a:lnTo>
                        <a:lnTo>
                          <a:pt x="6128" y="2692"/>
                        </a:lnTo>
                        <a:lnTo>
                          <a:pt x="6146" y="2672"/>
                        </a:lnTo>
                        <a:lnTo>
                          <a:pt x="6164" y="2653"/>
                        </a:lnTo>
                        <a:lnTo>
                          <a:pt x="6179" y="2631"/>
                        </a:lnTo>
                        <a:lnTo>
                          <a:pt x="6193" y="2608"/>
                        </a:lnTo>
                        <a:lnTo>
                          <a:pt x="6205" y="2584"/>
                        </a:lnTo>
                        <a:lnTo>
                          <a:pt x="6215" y="2560"/>
                        </a:lnTo>
                        <a:lnTo>
                          <a:pt x="6224" y="2533"/>
                        </a:lnTo>
                        <a:lnTo>
                          <a:pt x="6229" y="2506"/>
                        </a:lnTo>
                        <a:lnTo>
                          <a:pt x="6233" y="2479"/>
                        </a:lnTo>
                        <a:lnTo>
                          <a:pt x="6234" y="2450"/>
                        </a:lnTo>
                        <a:lnTo>
                          <a:pt x="6234" y="2450"/>
                        </a:lnTo>
                        <a:lnTo>
                          <a:pt x="6234" y="2433"/>
                        </a:lnTo>
                        <a:lnTo>
                          <a:pt x="6233" y="2416"/>
                        </a:lnTo>
                        <a:lnTo>
                          <a:pt x="6231" y="2400"/>
                        </a:lnTo>
                        <a:lnTo>
                          <a:pt x="6227" y="2383"/>
                        </a:lnTo>
                        <a:lnTo>
                          <a:pt x="6224" y="2368"/>
                        </a:lnTo>
                        <a:lnTo>
                          <a:pt x="6220" y="2353"/>
                        </a:lnTo>
                        <a:lnTo>
                          <a:pt x="6214" y="2337"/>
                        </a:lnTo>
                        <a:lnTo>
                          <a:pt x="6209" y="2322"/>
                        </a:lnTo>
                        <a:lnTo>
                          <a:pt x="6202" y="2308"/>
                        </a:lnTo>
                        <a:lnTo>
                          <a:pt x="6194" y="2293"/>
                        </a:lnTo>
                        <a:lnTo>
                          <a:pt x="6187" y="2280"/>
                        </a:lnTo>
                        <a:lnTo>
                          <a:pt x="6178" y="2266"/>
                        </a:lnTo>
                        <a:lnTo>
                          <a:pt x="6169" y="2254"/>
                        </a:lnTo>
                        <a:lnTo>
                          <a:pt x="6159" y="2241"/>
                        </a:lnTo>
                        <a:lnTo>
                          <a:pt x="6149" y="2230"/>
                        </a:lnTo>
                        <a:lnTo>
                          <a:pt x="6138" y="2218"/>
                        </a:lnTo>
                        <a:lnTo>
                          <a:pt x="6126" y="2207"/>
                        </a:lnTo>
                        <a:lnTo>
                          <a:pt x="6114" y="2197"/>
                        </a:lnTo>
                        <a:lnTo>
                          <a:pt x="6102" y="2187"/>
                        </a:lnTo>
                        <a:lnTo>
                          <a:pt x="6089" y="2178"/>
                        </a:lnTo>
                        <a:lnTo>
                          <a:pt x="6076" y="2170"/>
                        </a:lnTo>
                        <a:lnTo>
                          <a:pt x="6063" y="2162"/>
                        </a:lnTo>
                        <a:lnTo>
                          <a:pt x="6049" y="2154"/>
                        </a:lnTo>
                        <a:lnTo>
                          <a:pt x="6033" y="2148"/>
                        </a:lnTo>
                        <a:lnTo>
                          <a:pt x="6019" y="2142"/>
                        </a:lnTo>
                        <a:lnTo>
                          <a:pt x="6004" y="2137"/>
                        </a:lnTo>
                        <a:lnTo>
                          <a:pt x="5988" y="2132"/>
                        </a:lnTo>
                        <a:lnTo>
                          <a:pt x="5972" y="2128"/>
                        </a:lnTo>
                        <a:lnTo>
                          <a:pt x="5957" y="2126"/>
                        </a:lnTo>
                        <a:lnTo>
                          <a:pt x="5940" y="2124"/>
                        </a:lnTo>
                        <a:lnTo>
                          <a:pt x="5923" y="2122"/>
                        </a:lnTo>
                        <a:lnTo>
                          <a:pt x="5906" y="2121"/>
                        </a:lnTo>
                        <a:lnTo>
                          <a:pt x="5906" y="2121"/>
                        </a:lnTo>
                        <a:lnTo>
                          <a:pt x="5890" y="2122"/>
                        </a:lnTo>
                        <a:lnTo>
                          <a:pt x="5872" y="2124"/>
                        </a:lnTo>
                        <a:lnTo>
                          <a:pt x="5857" y="2126"/>
                        </a:lnTo>
                        <a:lnTo>
                          <a:pt x="5840" y="2128"/>
                        </a:lnTo>
                        <a:lnTo>
                          <a:pt x="5824" y="2132"/>
                        </a:lnTo>
                        <a:lnTo>
                          <a:pt x="5809" y="2137"/>
                        </a:lnTo>
                        <a:lnTo>
                          <a:pt x="5793" y="2142"/>
                        </a:lnTo>
                        <a:lnTo>
                          <a:pt x="5779" y="2148"/>
                        </a:lnTo>
                        <a:lnTo>
                          <a:pt x="5764" y="2154"/>
                        </a:lnTo>
                        <a:lnTo>
                          <a:pt x="5749" y="2162"/>
                        </a:lnTo>
                        <a:lnTo>
                          <a:pt x="5736" y="2170"/>
                        </a:lnTo>
                        <a:lnTo>
                          <a:pt x="5723" y="2178"/>
                        </a:lnTo>
                        <a:lnTo>
                          <a:pt x="5710" y="2187"/>
                        </a:lnTo>
                        <a:lnTo>
                          <a:pt x="5698" y="2197"/>
                        </a:lnTo>
                        <a:lnTo>
                          <a:pt x="5686" y="2207"/>
                        </a:lnTo>
                        <a:lnTo>
                          <a:pt x="5674" y="2218"/>
                        </a:lnTo>
                        <a:lnTo>
                          <a:pt x="5664" y="2230"/>
                        </a:lnTo>
                        <a:lnTo>
                          <a:pt x="5653" y="2241"/>
                        </a:lnTo>
                        <a:lnTo>
                          <a:pt x="5643" y="2254"/>
                        </a:lnTo>
                        <a:lnTo>
                          <a:pt x="5634" y="2266"/>
                        </a:lnTo>
                        <a:lnTo>
                          <a:pt x="5626" y="2280"/>
                        </a:lnTo>
                        <a:lnTo>
                          <a:pt x="5618" y="2293"/>
                        </a:lnTo>
                        <a:lnTo>
                          <a:pt x="5610" y="2308"/>
                        </a:lnTo>
                        <a:lnTo>
                          <a:pt x="5604" y="2322"/>
                        </a:lnTo>
                        <a:lnTo>
                          <a:pt x="5598" y="2337"/>
                        </a:lnTo>
                        <a:lnTo>
                          <a:pt x="5593" y="2353"/>
                        </a:lnTo>
                        <a:lnTo>
                          <a:pt x="5588" y="2368"/>
                        </a:lnTo>
                        <a:lnTo>
                          <a:pt x="5585" y="2383"/>
                        </a:lnTo>
                        <a:lnTo>
                          <a:pt x="5582" y="2400"/>
                        </a:lnTo>
                        <a:lnTo>
                          <a:pt x="5580" y="2416"/>
                        </a:lnTo>
                        <a:lnTo>
                          <a:pt x="5579" y="2433"/>
                        </a:lnTo>
                        <a:lnTo>
                          <a:pt x="5579" y="2450"/>
                        </a:lnTo>
                        <a:lnTo>
                          <a:pt x="5579" y="2450"/>
                        </a:lnTo>
                        <a:lnTo>
                          <a:pt x="5580" y="2479"/>
                        </a:lnTo>
                        <a:lnTo>
                          <a:pt x="5583" y="2506"/>
                        </a:lnTo>
                        <a:lnTo>
                          <a:pt x="5588" y="2533"/>
                        </a:lnTo>
                        <a:lnTo>
                          <a:pt x="5597" y="2560"/>
                        </a:lnTo>
                        <a:lnTo>
                          <a:pt x="5607" y="2584"/>
                        </a:lnTo>
                        <a:lnTo>
                          <a:pt x="5619" y="2608"/>
                        </a:lnTo>
                        <a:lnTo>
                          <a:pt x="5633" y="2631"/>
                        </a:lnTo>
                        <a:lnTo>
                          <a:pt x="5649" y="2653"/>
                        </a:lnTo>
                        <a:lnTo>
                          <a:pt x="5666" y="2672"/>
                        </a:lnTo>
                        <a:lnTo>
                          <a:pt x="5685" y="2692"/>
                        </a:lnTo>
                        <a:lnTo>
                          <a:pt x="5706" y="2709"/>
                        </a:lnTo>
                        <a:lnTo>
                          <a:pt x="5728" y="2724"/>
                        </a:lnTo>
                        <a:lnTo>
                          <a:pt x="5751" y="2738"/>
                        </a:lnTo>
                        <a:lnTo>
                          <a:pt x="5775" y="2750"/>
                        </a:lnTo>
                        <a:lnTo>
                          <a:pt x="5800" y="2760"/>
                        </a:lnTo>
                        <a:lnTo>
                          <a:pt x="5826" y="2768"/>
                        </a:lnTo>
                        <a:lnTo>
                          <a:pt x="5826" y="3723"/>
                        </a:lnTo>
                        <a:lnTo>
                          <a:pt x="6738" y="3723"/>
                        </a:lnTo>
                        <a:lnTo>
                          <a:pt x="6738" y="4898"/>
                        </a:lnTo>
                        <a:lnTo>
                          <a:pt x="5567" y="4898"/>
                        </a:lnTo>
                        <a:lnTo>
                          <a:pt x="5567" y="5546"/>
                        </a:lnTo>
                        <a:lnTo>
                          <a:pt x="4042" y="5546"/>
                        </a:lnTo>
                        <a:lnTo>
                          <a:pt x="4042" y="5546"/>
                        </a:lnTo>
                        <a:lnTo>
                          <a:pt x="4035" y="5519"/>
                        </a:lnTo>
                        <a:lnTo>
                          <a:pt x="4025" y="5494"/>
                        </a:lnTo>
                        <a:lnTo>
                          <a:pt x="4013" y="5470"/>
                        </a:lnTo>
                        <a:lnTo>
                          <a:pt x="3998" y="5447"/>
                        </a:lnTo>
                        <a:lnTo>
                          <a:pt x="3983" y="5425"/>
                        </a:lnTo>
                        <a:lnTo>
                          <a:pt x="3967" y="5404"/>
                        </a:lnTo>
                        <a:lnTo>
                          <a:pt x="3947" y="5386"/>
                        </a:lnTo>
                        <a:lnTo>
                          <a:pt x="3927" y="5368"/>
                        </a:lnTo>
                        <a:lnTo>
                          <a:pt x="3905" y="5353"/>
                        </a:lnTo>
                        <a:lnTo>
                          <a:pt x="3882" y="5338"/>
                        </a:lnTo>
                        <a:lnTo>
                          <a:pt x="3858" y="5326"/>
                        </a:lnTo>
                        <a:lnTo>
                          <a:pt x="3833" y="5317"/>
                        </a:lnTo>
                        <a:lnTo>
                          <a:pt x="3808" y="5308"/>
                        </a:lnTo>
                        <a:lnTo>
                          <a:pt x="3780" y="5302"/>
                        </a:lnTo>
                        <a:lnTo>
                          <a:pt x="3753" y="5299"/>
                        </a:lnTo>
                        <a:lnTo>
                          <a:pt x="3725" y="5297"/>
                        </a:lnTo>
                        <a:lnTo>
                          <a:pt x="3725" y="5297"/>
                        </a:lnTo>
                        <a:lnTo>
                          <a:pt x="3707" y="5298"/>
                        </a:lnTo>
                        <a:lnTo>
                          <a:pt x="3691" y="5299"/>
                        </a:lnTo>
                        <a:lnTo>
                          <a:pt x="3674" y="5301"/>
                        </a:lnTo>
                        <a:lnTo>
                          <a:pt x="3658" y="5304"/>
                        </a:lnTo>
                        <a:lnTo>
                          <a:pt x="3642" y="5308"/>
                        </a:lnTo>
                        <a:lnTo>
                          <a:pt x="3627" y="5312"/>
                        </a:lnTo>
                        <a:lnTo>
                          <a:pt x="3612" y="5318"/>
                        </a:lnTo>
                        <a:lnTo>
                          <a:pt x="3596" y="5323"/>
                        </a:lnTo>
                        <a:lnTo>
                          <a:pt x="3582" y="5330"/>
                        </a:lnTo>
                        <a:lnTo>
                          <a:pt x="3568" y="5337"/>
                        </a:lnTo>
                        <a:lnTo>
                          <a:pt x="3555" y="5345"/>
                        </a:lnTo>
                        <a:lnTo>
                          <a:pt x="3540" y="5354"/>
                        </a:lnTo>
                        <a:lnTo>
                          <a:pt x="3528" y="5363"/>
                        </a:lnTo>
                        <a:lnTo>
                          <a:pt x="3515" y="5372"/>
                        </a:lnTo>
                        <a:lnTo>
                          <a:pt x="3503" y="5382"/>
                        </a:lnTo>
                        <a:lnTo>
                          <a:pt x="3492" y="5393"/>
                        </a:lnTo>
                        <a:lnTo>
                          <a:pt x="3481" y="5405"/>
                        </a:lnTo>
                        <a:lnTo>
                          <a:pt x="3471" y="5416"/>
                        </a:lnTo>
                        <a:lnTo>
                          <a:pt x="3462" y="5429"/>
                        </a:lnTo>
                        <a:lnTo>
                          <a:pt x="3452" y="5443"/>
                        </a:lnTo>
                        <a:lnTo>
                          <a:pt x="3444" y="5456"/>
                        </a:lnTo>
                        <a:lnTo>
                          <a:pt x="3435" y="5469"/>
                        </a:lnTo>
                        <a:lnTo>
                          <a:pt x="3429" y="5483"/>
                        </a:lnTo>
                        <a:lnTo>
                          <a:pt x="3422" y="5497"/>
                        </a:lnTo>
                        <a:lnTo>
                          <a:pt x="3416" y="5513"/>
                        </a:lnTo>
                        <a:lnTo>
                          <a:pt x="3411" y="5528"/>
                        </a:lnTo>
                        <a:lnTo>
                          <a:pt x="3407" y="5543"/>
                        </a:lnTo>
                        <a:lnTo>
                          <a:pt x="3402" y="5560"/>
                        </a:lnTo>
                        <a:lnTo>
                          <a:pt x="3400" y="5575"/>
                        </a:lnTo>
                        <a:lnTo>
                          <a:pt x="3398" y="5592"/>
                        </a:lnTo>
                        <a:lnTo>
                          <a:pt x="3397" y="5608"/>
                        </a:lnTo>
                        <a:lnTo>
                          <a:pt x="3396" y="5626"/>
                        </a:lnTo>
                        <a:lnTo>
                          <a:pt x="3396" y="5626"/>
                        </a:lnTo>
                        <a:lnTo>
                          <a:pt x="3397" y="5642"/>
                        </a:lnTo>
                        <a:lnTo>
                          <a:pt x="3398" y="5658"/>
                        </a:lnTo>
                        <a:lnTo>
                          <a:pt x="3400" y="5675"/>
                        </a:lnTo>
                        <a:lnTo>
                          <a:pt x="3402" y="5691"/>
                        </a:lnTo>
                        <a:lnTo>
                          <a:pt x="3407" y="5707"/>
                        </a:lnTo>
                        <a:lnTo>
                          <a:pt x="3411" y="5723"/>
                        </a:lnTo>
                        <a:lnTo>
                          <a:pt x="3416" y="5738"/>
                        </a:lnTo>
                        <a:lnTo>
                          <a:pt x="3422" y="5753"/>
                        </a:lnTo>
                        <a:lnTo>
                          <a:pt x="3429" y="5767"/>
                        </a:lnTo>
                        <a:lnTo>
                          <a:pt x="3435" y="5781"/>
                        </a:lnTo>
                        <a:lnTo>
                          <a:pt x="3444" y="5795"/>
                        </a:lnTo>
                        <a:lnTo>
                          <a:pt x="3452" y="5809"/>
                        </a:lnTo>
                        <a:lnTo>
                          <a:pt x="3462" y="5822"/>
                        </a:lnTo>
                        <a:lnTo>
                          <a:pt x="3471" y="5834"/>
                        </a:lnTo>
                        <a:lnTo>
                          <a:pt x="3481" y="5846"/>
                        </a:lnTo>
                        <a:lnTo>
                          <a:pt x="3492" y="5857"/>
                        </a:lnTo>
                        <a:lnTo>
                          <a:pt x="3503" y="5868"/>
                        </a:lnTo>
                        <a:lnTo>
                          <a:pt x="3515" y="5879"/>
                        </a:lnTo>
                        <a:lnTo>
                          <a:pt x="3528" y="5889"/>
                        </a:lnTo>
                        <a:lnTo>
                          <a:pt x="3540" y="5897"/>
                        </a:lnTo>
                        <a:lnTo>
                          <a:pt x="3555" y="5906"/>
                        </a:lnTo>
                        <a:lnTo>
                          <a:pt x="3568" y="5914"/>
                        </a:lnTo>
                        <a:lnTo>
                          <a:pt x="3582" y="5921"/>
                        </a:lnTo>
                        <a:lnTo>
                          <a:pt x="3596" y="5928"/>
                        </a:lnTo>
                        <a:lnTo>
                          <a:pt x="3612" y="5933"/>
                        </a:lnTo>
                        <a:lnTo>
                          <a:pt x="3627" y="5939"/>
                        </a:lnTo>
                        <a:lnTo>
                          <a:pt x="3642" y="5943"/>
                        </a:lnTo>
                        <a:lnTo>
                          <a:pt x="3658" y="5947"/>
                        </a:lnTo>
                        <a:lnTo>
                          <a:pt x="3674" y="5950"/>
                        </a:lnTo>
                        <a:lnTo>
                          <a:pt x="3691" y="5952"/>
                        </a:lnTo>
                        <a:lnTo>
                          <a:pt x="3707" y="5953"/>
                        </a:lnTo>
                        <a:lnTo>
                          <a:pt x="3725" y="5953"/>
                        </a:lnTo>
                        <a:lnTo>
                          <a:pt x="3725" y="5953"/>
                        </a:lnTo>
                        <a:lnTo>
                          <a:pt x="3753" y="5952"/>
                        </a:lnTo>
                        <a:lnTo>
                          <a:pt x="3780" y="5949"/>
                        </a:lnTo>
                        <a:lnTo>
                          <a:pt x="3808" y="5942"/>
                        </a:lnTo>
                        <a:lnTo>
                          <a:pt x="3833" y="5935"/>
                        </a:lnTo>
                        <a:lnTo>
                          <a:pt x="3858" y="5925"/>
                        </a:lnTo>
                        <a:lnTo>
                          <a:pt x="3882" y="5913"/>
                        </a:lnTo>
                        <a:lnTo>
                          <a:pt x="3905" y="5898"/>
                        </a:lnTo>
                        <a:lnTo>
                          <a:pt x="3927" y="5883"/>
                        </a:lnTo>
                        <a:lnTo>
                          <a:pt x="3947" y="5866"/>
                        </a:lnTo>
                        <a:lnTo>
                          <a:pt x="3967" y="5846"/>
                        </a:lnTo>
                        <a:lnTo>
                          <a:pt x="3983" y="5826"/>
                        </a:lnTo>
                        <a:lnTo>
                          <a:pt x="3998" y="5804"/>
                        </a:lnTo>
                        <a:lnTo>
                          <a:pt x="4013" y="5781"/>
                        </a:lnTo>
                        <a:lnTo>
                          <a:pt x="4025" y="5757"/>
                        </a:lnTo>
                        <a:lnTo>
                          <a:pt x="4035" y="5731"/>
                        </a:lnTo>
                        <a:lnTo>
                          <a:pt x="4042" y="5706"/>
                        </a:lnTo>
                        <a:lnTo>
                          <a:pt x="5725" y="5706"/>
                        </a:lnTo>
                        <a:lnTo>
                          <a:pt x="5725" y="5057"/>
                        </a:lnTo>
                        <a:lnTo>
                          <a:pt x="6738" y="5057"/>
                        </a:lnTo>
                        <a:lnTo>
                          <a:pt x="6738" y="6640"/>
                        </a:lnTo>
                        <a:lnTo>
                          <a:pt x="6738" y="6640"/>
                        </a:lnTo>
                        <a:lnTo>
                          <a:pt x="6737" y="6649"/>
                        </a:lnTo>
                        <a:lnTo>
                          <a:pt x="6736" y="6657"/>
                        </a:lnTo>
                        <a:lnTo>
                          <a:pt x="6733" y="6664"/>
                        </a:lnTo>
                        <a:lnTo>
                          <a:pt x="6731" y="6672"/>
                        </a:lnTo>
                        <a:lnTo>
                          <a:pt x="6728" y="6680"/>
                        </a:lnTo>
                        <a:lnTo>
                          <a:pt x="6724" y="6686"/>
                        </a:lnTo>
                        <a:lnTo>
                          <a:pt x="6719" y="6693"/>
                        </a:lnTo>
                        <a:lnTo>
                          <a:pt x="6714" y="6698"/>
                        </a:lnTo>
                        <a:lnTo>
                          <a:pt x="6708" y="6704"/>
                        </a:lnTo>
                        <a:lnTo>
                          <a:pt x="6702" y="6708"/>
                        </a:lnTo>
                        <a:lnTo>
                          <a:pt x="6695" y="6713"/>
                        </a:lnTo>
                        <a:lnTo>
                          <a:pt x="6687" y="6716"/>
                        </a:lnTo>
                        <a:lnTo>
                          <a:pt x="6680" y="6719"/>
                        </a:lnTo>
                        <a:lnTo>
                          <a:pt x="6672" y="6720"/>
                        </a:lnTo>
                        <a:lnTo>
                          <a:pt x="6664" y="6722"/>
                        </a:lnTo>
                        <a:lnTo>
                          <a:pt x="6656" y="6722"/>
                        </a:lnTo>
                        <a:close/>
                        <a:moveTo>
                          <a:pt x="4675" y="3399"/>
                        </a:moveTo>
                        <a:lnTo>
                          <a:pt x="4675" y="3399"/>
                        </a:lnTo>
                        <a:lnTo>
                          <a:pt x="4675" y="3417"/>
                        </a:lnTo>
                        <a:lnTo>
                          <a:pt x="4671" y="3433"/>
                        </a:lnTo>
                        <a:lnTo>
                          <a:pt x="4668" y="3449"/>
                        </a:lnTo>
                        <a:lnTo>
                          <a:pt x="4661" y="3465"/>
                        </a:lnTo>
                        <a:lnTo>
                          <a:pt x="4655" y="3480"/>
                        </a:lnTo>
                        <a:lnTo>
                          <a:pt x="4646" y="3493"/>
                        </a:lnTo>
                        <a:lnTo>
                          <a:pt x="4636" y="3506"/>
                        </a:lnTo>
                        <a:lnTo>
                          <a:pt x="4625" y="3518"/>
                        </a:lnTo>
                        <a:lnTo>
                          <a:pt x="4613" y="3529"/>
                        </a:lnTo>
                        <a:lnTo>
                          <a:pt x="4601" y="3539"/>
                        </a:lnTo>
                        <a:lnTo>
                          <a:pt x="4587" y="3548"/>
                        </a:lnTo>
                        <a:lnTo>
                          <a:pt x="4572" y="3555"/>
                        </a:lnTo>
                        <a:lnTo>
                          <a:pt x="4556" y="3560"/>
                        </a:lnTo>
                        <a:lnTo>
                          <a:pt x="4541" y="3564"/>
                        </a:lnTo>
                        <a:lnTo>
                          <a:pt x="4523" y="3567"/>
                        </a:lnTo>
                        <a:lnTo>
                          <a:pt x="4507" y="3568"/>
                        </a:lnTo>
                        <a:lnTo>
                          <a:pt x="4507" y="3568"/>
                        </a:lnTo>
                        <a:lnTo>
                          <a:pt x="4489" y="3567"/>
                        </a:lnTo>
                        <a:lnTo>
                          <a:pt x="4473" y="3564"/>
                        </a:lnTo>
                        <a:lnTo>
                          <a:pt x="4456" y="3560"/>
                        </a:lnTo>
                        <a:lnTo>
                          <a:pt x="4441" y="3555"/>
                        </a:lnTo>
                        <a:lnTo>
                          <a:pt x="4426" y="3548"/>
                        </a:lnTo>
                        <a:lnTo>
                          <a:pt x="4413" y="3539"/>
                        </a:lnTo>
                        <a:lnTo>
                          <a:pt x="4400" y="3529"/>
                        </a:lnTo>
                        <a:lnTo>
                          <a:pt x="4387" y="3518"/>
                        </a:lnTo>
                        <a:lnTo>
                          <a:pt x="4376" y="3506"/>
                        </a:lnTo>
                        <a:lnTo>
                          <a:pt x="4367" y="3493"/>
                        </a:lnTo>
                        <a:lnTo>
                          <a:pt x="4358" y="3480"/>
                        </a:lnTo>
                        <a:lnTo>
                          <a:pt x="4351" y="3465"/>
                        </a:lnTo>
                        <a:lnTo>
                          <a:pt x="4346" y="3449"/>
                        </a:lnTo>
                        <a:lnTo>
                          <a:pt x="4341" y="3433"/>
                        </a:lnTo>
                        <a:lnTo>
                          <a:pt x="4338" y="3417"/>
                        </a:lnTo>
                        <a:lnTo>
                          <a:pt x="4338" y="3399"/>
                        </a:lnTo>
                        <a:lnTo>
                          <a:pt x="4338" y="3399"/>
                        </a:lnTo>
                        <a:lnTo>
                          <a:pt x="4338" y="3383"/>
                        </a:lnTo>
                        <a:lnTo>
                          <a:pt x="4341" y="3365"/>
                        </a:lnTo>
                        <a:lnTo>
                          <a:pt x="4346" y="3350"/>
                        </a:lnTo>
                        <a:lnTo>
                          <a:pt x="4351" y="3333"/>
                        </a:lnTo>
                        <a:lnTo>
                          <a:pt x="4358" y="3319"/>
                        </a:lnTo>
                        <a:lnTo>
                          <a:pt x="4367" y="3305"/>
                        </a:lnTo>
                        <a:lnTo>
                          <a:pt x="4376" y="3293"/>
                        </a:lnTo>
                        <a:lnTo>
                          <a:pt x="4387" y="3281"/>
                        </a:lnTo>
                        <a:lnTo>
                          <a:pt x="4400" y="3270"/>
                        </a:lnTo>
                        <a:lnTo>
                          <a:pt x="4413" y="3260"/>
                        </a:lnTo>
                        <a:lnTo>
                          <a:pt x="4426" y="3251"/>
                        </a:lnTo>
                        <a:lnTo>
                          <a:pt x="4441" y="3244"/>
                        </a:lnTo>
                        <a:lnTo>
                          <a:pt x="4456" y="3238"/>
                        </a:lnTo>
                        <a:lnTo>
                          <a:pt x="4473" y="3235"/>
                        </a:lnTo>
                        <a:lnTo>
                          <a:pt x="4489" y="3231"/>
                        </a:lnTo>
                        <a:lnTo>
                          <a:pt x="4507" y="3230"/>
                        </a:lnTo>
                        <a:lnTo>
                          <a:pt x="4507" y="3230"/>
                        </a:lnTo>
                        <a:lnTo>
                          <a:pt x="4523" y="3231"/>
                        </a:lnTo>
                        <a:lnTo>
                          <a:pt x="4541" y="3235"/>
                        </a:lnTo>
                        <a:lnTo>
                          <a:pt x="4556" y="3238"/>
                        </a:lnTo>
                        <a:lnTo>
                          <a:pt x="4572" y="3244"/>
                        </a:lnTo>
                        <a:lnTo>
                          <a:pt x="4587" y="3251"/>
                        </a:lnTo>
                        <a:lnTo>
                          <a:pt x="4601" y="3260"/>
                        </a:lnTo>
                        <a:lnTo>
                          <a:pt x="4613" y="3270"/>
                        </a:lnTo>
                        <a:lnTo>
                          <a:pt x="4625" y="3281"/>
                        </a:lnTo>
                        <a:lnTo>
                          <a:pt x="4636" y="3293"/>
                        </a:lnTo>
                        <a:lnTo>
                          <a:pt x="4646" y="3305"/>
                        </a:lnTo>
                        <a:lnTo>
                          <a:pt x="4655" y="3319"/>
                        </a:lnTo>
                        <a:lnTo>
                          <a:pt x="4661" y="3333"/>
                        </a:lnTo>
                        <a:lnTo>
                          <a:pt x="4668" y="3350"/>
                        </a:lnTo>
                        <a:lnTo>
                          <a:pt x="4671" y="3365"/>
                        </a:lnTo>
                        <a:lnTo>
                          <a:pt x="4675" y="3383"/>
                        </a:lnTo>
                        <a:lnTo>
                          <a:pt x="4675" y="3399"/>
                        </a:lnTo>
                        <a:close/>
                        <a:moveTo>
                          <a:pt x="2517" y="4488"/>
                        </a:moveTo>
                        <a:lnTo>
                          <a:pt x="2517" y="4488"/>
                        </a:lnTo>
                        <a:lnTo>
                          <a:pt x="2535" y="4489"/>
                        </a:lnTo>
                        <a:lnTo>
                          <a:pt x="2551" y="4491"/>
                        </a:lnTo>
                        <a:lnTo>
                          <a:pt x="2567" y="4496"/>
                        </a:lnTo>
                        <a:lnTo>
                          <a:pt x="2583" y="4501"/>
                        </a:lnTo>
                        <a:lnTo>
                          <a:pt x="2597" y="4509"/>
                        </a:lnTo>
                        <a:lnTo>
                          <a:pt x="2611" y="4518"/>
                        </a:lnTo>
                        <a:lnTo>
                          <a:pt x="2624" y="4526"/>
                        </a:lnTo>
                        <a:lnTo>
                          <a:pt x="2636" y="4537"/>
                        </a:lnTo>
                        <a:lnTo>
                          <a:pt x="2647" y="4550"/>
                        </a:lnTo>
                        <a:lnTo>
                          <a:pt x="2657" y="4563"/>
                        </a:lnTo>
                        <a:lnTo>
                          <a:pt x="2665" y="4577"/>
                        </a:lnTo>
                        <a:lnTo>
                          <a:pt x="2673" y="4591"/>
                        </a:lnTo>
                        <a:lnTo>
                          <a:pt x="2678" y="4606"/>
                        </a:lnTo>
                        <a:lnTo>
                          <a:pt x="2682" y="4623"/>
                        </a:lnTo>
                        <a:lnTo>
                          <a:pt x="2685" y="4639"/>
                        </a:lnTo>
                        <a:lnTo>
                          <a:pt x="2686" y="4657"/>
                        </a:lnTo>
                        <a:lnTo>
                          <a:pt x="2686" y="4657"/>
                        </a:lnTo>
                        <a:lnTo>
                          <a:pt x="2685" y="4674"/>
                        </a:lnTo>
                        <a:lnTo>
                          <a:pt x="2682" y="4691"/>
                        </a:lnTo>
                        <a:lnTo>
                          <a:pt x="2678" y="4707"/>
                        </a:lnTo>
                        <a:lnTo>
                          <a:pt x="2673" y="4723"/>
                        </a:lnTo>
                        <a:lnTo>
                          <a:pt x="2665" y="4738"/>
                        </a:lnTo>
                        <a:lnTo>
                          <a:pt x="2657" y="4751"/>
                        </a:lnTo>
                        <a:lnTo>
                          <a:pt x="2647" y="4764"/>
                        </a:lnTo>
                        <a:lnTo>
                          <a:pt x="2636" y="4776"/>
                        </a:lnTo>
                        <a:lnTo>
                          <a:pt x="2624" y="4787"/>
                        </a:lnTo>
                        <a:lnTo>
                          <a:pt x="2611" y="4797"/>
                        </a:lnTo>
                        <a:lnTo>
                          <a:pt x="2597" y="4806"/>
                        </a:lnTo>
                        <a:lnTo>
                          <a:pt x="2583" y="4812"/>
                        </a:lnTo>
                        <a:lnTo>
                          <a:pt x="2567" y="4818"/>
                        </a:lnTo>
                        <a:lnTo>
                          <a:pt x="2551" y="4822"/>
                        </a:lnTo>
                        <a:lnTo>
                          <a:pt x="2535" y="4825"/>
                        </a:lnTo>
                        <a:lnTo>
                          <a:pt x="2517" y="4826"/>
                        </a:lnTo>
                        <a:lnTo>
                          <a:pt x="2517" y="4826"/>
                        </a:lnTo>
                        <a:lnTo>
                          <a:pt x="2499" y="4825"/>
                        </a:lnTo>
                        <a:lnTo>
                          <a:pt x="2483" y="4822"/>
                        </a:lnTo>
                        <a:lnTo>
                          <a:pt x="2467" y="4818"/>
                        </a:lnTo>
                        <a:lnTo>
                          <a:pt x="2451" y="4812"/>
                        </a:lnTo>
                        <a:lnTo>
                          <a:pt x="2437" y="4806"/>
                        </a:lnTo>
                        <a:lnTo>
                          <a:pt x="2423" y="4797"/>
                        </a:lnTo>
                        <a:lnTo>
                          <a:pt x="2410" y="4787"/>
                        </a:lnTo>
                        <a:lnTo>
                          <a:pt x="2398" y="4776"/>
                        </a:lnTo>
                        <a:lnTo>
                          <a:pt x="2387" y="4764"/>
                        </a:lnTo>
                        <a:lnTo>
                          <a:pt x="2377" y="4751"/>
                        </a:lnTo>
                        <a:lnTo>
                          <a:pt x="2369" y="4738"/>
                        </a:lnTo>
                        <a:lnTo>
                          <a:pt x="2361" y="4723"/>
                        </a:lnTo>
                        <a:lnTo>
                          <a:pt x="2356" y="4707"/>
                        </a:lnTo>
                        <a:lnTo>
                          <a:pt x="2352" y="4691"/>
                        </a:lnTo>
                        <a:lnTo>
                          <a:pt x="2349" y="4674"/>
                        </a:lnTo>
                        <a:lnTo>
                          <a:pt x="2348" y="4657"/>
                        </a:lnTo>
                        <a:lnTo>
                          <a:pt x="2348" y="4657"/>
                        </a:lnTo>
                        <a:lnTo>
                          <a:pt x="2349" y="4639"/>
                        </a:lnTo>
                        <a:lnTo>
                          <a:pt x="2352" y="4623"/>
                        </a:lnTo>
                        <a:lnTo>
                          <a:pt x="2356" y="4606"/>
                        </a:lnTo>
                        <a:lnTo>
                          <a:pt x="2361" y="4591"/>
                        </a:lnTo>
                        <a:lnTo>
                          <a:pt x="2369" y="4577"/>
                        </a:lnTo>
                        <a:lnTo>
                          <a:pt x="2377" y="4563"/>
                        </a:lnTo>
                        <a:lnTo>
                          <a:pt x="2387" y="4550"/>
                        </a:lnTo>
                        <a:lnTo>
                          <a:pt x="2398" y="4537"/>
                        </a:lnTo>
                        <a:lnTo>
                          <a:pt x="2410" y="4526"/>
                        </a:lnTo>
                        <a:lnTo>
                          <a:pt x="2423" y="4518"/>
                        </a:lnTo>
                        <a:lnTo>
                          <a:pt x="2437" y="4509"/>
                        </a:lnTo>
                        <a:lnTo>
                          <a:pt x="2451" y="4501"/>
                        </a:lnTo>
                        <a:lnTo>
                          <a:pt x="2467" y="4496"/>
                        </a:lnTo>
                        <a:lnTo>
                          <a:pt x="2483" y="4491"/>
                        </a:lnTo>
                        <a:lnTo>
                          <a:pt x="2499" y="4489"/>
                        </a:lnTo>
                        <a:lnTo>
                          <a:pt x="2517" y="4488"/>
                        </a:lnTo>
                        <a:close/>
                        <a:moveTo>
                          <a:pt x="3583" y="2167"/>
                        </a:moveTo>
                        <a:lnTo>
                          <a:pt x="3583" y="2167"/>
                        </a:lnTo>
                        <a:lnTo>
                          <a:pt x="3582" y="2184"/>
                        </a:lnTo>
                        <a:lnTo>
                          <a:pt x="3580" y="2201"/>
                        </a:lnTo>
                        <a:lnTo>
                          <a:pt x="3575" y="2217"/>
                        </a:lnTo>
                        <a:lnTo>
                          <a:pt x="3570" y="2232"/>
                        </a:lnTo>
                        <a:lnTo>
                          <a:pt x="3563" y="2247"/>
                        </a:lnTo>
                        <a:lnTo>
                          <a:pt x="3555" y="2262"/>
                        </a:lnTo>
                        <a:lnTo>
                          <a:pt x="3545" y="2274"/>
                        </a:lnTo>
                        <a:lnTo>
                          <a:pt x="3534" y="2286"/>
                        </a:lnTo>
                        <a:lnTo>
                          <a:pt x="3522" y="2297"/>
                        </a:lnTo>
                        <a:lnTo>
                          <a:pt x="3509" y="2307"/>
                        </a:lnTo>
                        <a:lnTo>
                          <a:pt x="3496" y="2315"/>
                        </a:lnTo>
                        <a:lnTo>
                          <a:pt x="3480" y="2322"/>
                        </a:lnTo>
                        <a:lnTo>
                          <a:pt x="3465" y="2328"/>
                        </a:lnTo>
                        <a:lnTo>
                          <a:pt x="3448" y="2332"/>
                        </a:lnTo>
                        <a:lnTo>
                          <a:pt x="3432" y="2335"/>
                        </a:lnTo>
                        <a:lnTo>
                          <a:pt x="3414" y="2336"/>
                        </a:lnTo>
                        <a:lnTo>
                          <a:pt x="3414" y="2336"/>
                        </a:lnTo>
                        <a:lnTo>
                          <a:pt x="3398" y="2335"/>
                        </a:lnTo>
                        <a:lnTo>
                          <a:pt x="3380" y="2332"/>
                        </a:lnTo>
                        <a:lnTo>
                          <a:pt x="3365" y="2328"/>
                        </a:lnTo>
                        <a:lnTo>
                          <a:pt x="3349" y="2322"/>
                        </a:lnTo>
                        <a:lnTo>
                          <a:pt x="3334" y="2315"/>
                        </a:lnTo>
                        <a:lnTo>
                          <a:pt x="3320" y="2307"/>
                        </a:lnTo>
                        <a:lnTo>
                          <a:pt x="3307" y="2297"/>
                        </a:lnTo>
                        <a:lnTo>
                          <a:pt x="3295" y="2286"/>
                        </a:lnTo>
                        <a:lnTo>
                          <a:pt x="3284" y="2274"/>
                        </a:lnTo>
                        <a:lnTo>
                          <a:pt x="3275" y="2262"/>
                        </a:lnTo>
                        <a:lnTo>
                          <a:pt x="3266" y="2247"/>
                        </a:lnTo>
                        <a:lnTo>
                          <a:pt x="3259" y="2232"/>
                        </a:lnTo>
                        <a:lnTo>
                          <a:pt x="3253" y="2217"/>
                        </a:lnTo>
                        <a:lnTo>
                          <a:pt x="3249" y="2201"/>
                        </a:lnTo>
                        <a:lnTo>
                          <a:pt x="3247" y="2184"/>
                        </a:lnTo>
                        <a:lnTo>
                          <a:pt x="3246" y="2167"/>
                        </a:lnTo>
                        <a:lnTo>
                          <a:pt x="3246" y="2167"/>
                        </a:lnTo>
                        <a:lnTo>
                          <a:pt x="3247" y="2150"/>
                        </a:lnTo>
                        <a:lnTo>
                          <a:pt x="3249" y="2133"/>
                        </a:lnTo>
                        <a:lnTo>
                          <a:pt x="3253" y="2117"/>
                        </a:lnTo>
                        <a:lnTo>
                          <a:pt x="3259" y="2102"/>
                        </a:lnTo>
                        <a:lnTo>
                          <a:pt x="3266" y="2086"/>
                        </a:lnTo>
                        <a:lnTo>
                          <a:pt x="3275" y="2073"/>
                        </a:lnTo>
                        <a:lnTo>
                          <a:pt x="3284" y="2060"/>
                        </a:lnTo>
                        <a:lnTo>
                          <a:pt x="3295" y="2048"/>
                        </a:lnTo>
                        <a:lnTo>
                          <a:pt x="3307" y="2037"/>
                        </a:lnTo>
                        <a:lnTo>
                          <a:pt x="3320" y="2027"/>
                        </a:lnTo>
                        <a:lnTo>
                          <a:pt x="3334" y="2018"/>
                        </a:lnTo>
                        <a:lnTo>
                          <a:pt x="3349" y="2012"/>
                        </a:lnTo>
                        <a:lnTo>
                          <a:pt x="3365" y="2006"/>
                        </a:lnTo>
                        <a:lnTo>
                          <a:pt x="3380" y="2002"/>
                        </a:lnTo>
                        <a:lnTo>
                          <a:pt x="3398" y="1999"/>
                        </a:lnTo>
                        <a:lnTo>
                          <a:pt x="3414" y="1999"/>
                        </a:lnTo>
                        <a:lnTo>
                          <a:pt x="3414" y="1999"/>
                        </a:lnTo>
                        <a:lnTo>
                          <a:pt x="3432" y="1999"/>
                        </a:lnTo>
                        <a:lnTo>
                          <a:pt x="3448" y="2002"/>
                        </a:lnTo>
                        <a:lnTo>
                          <a:pt x="3465" y="2006"/>
                        </a:lnTo>
                        <a:lnTo>
                          <a:pt x="3480" y="2012"/>
                        </a:lnTo>
                        <a:lnTo>
                          <a:pt x="3496" y="2018"/>
                        </a:lnTo>
                        <a:lnTo>
                          <a:pt x="3509" y="2027"/>
                        </a:lnTo>
                        <a:lnTo>
                          <a:pt x="3522" y="2037"/>
                        </a:lnTo>
                        <a:lnTo>
                          <a:pt x="3534" y="2048"/>
                        </a:lnTo>
                        <a:lnTo>
                          <a:pt x="3545" y="2060"/>
                        </a:lnTo>
                        <a:lnTo>
                          <a:pt x="3555" y="2073"/>
                        </a:lnTo>
                        <a:lnTo>
                          <a:pt x="3563" y="2086"/>
                        </a:lnTo>
                        <a:lnTo>
                          <a:pt x="3570" y="2102"/>
                        </a:lnTo>
                        <a:lnTo>
                          <a:pt x="3575" y="2117"/>
                        </a:lnTo>
                        <a:lnTo>
                          <a:pt x="3580" y="2133"/>
                        </a:lnTo>
                        <a:lnTo>
                          <a:pt x="3582" y="2150"/>
                        </a:lnTo>
                        <a:lnTo>
                          <a:pt x="3583" y="2167"/>
                        </a:lnTo>
                        <a:close/>
                        <a:moveTo>
                          <a:pt x="5906" y="2619"/>
                        </a:moveTo>
                        <a:lnTo>
                          <a:pt x="5906" y="2619"/>
                        </a:lnTo>
                        <a:lnTo>
                          <a:pt x="5889" y="2618"/>
                        </a:lnTo>
                        <a:lnTo>
                          <a:pt x="5872" y="2616"/>
                        </a:lnTo>
                        <a:lnTo>
                          <a:pt x="5856" y="2611"/>
                        </a:lnTo>
                        <a:lnTo>
                          <a:pt x="5840" y="2606"/>
                        </a:lnTo>
                        <a:lnTo>
                          <a:pt x="5826" y="2598"/>
                        </a:lnTo>
                        <a:lnTo>
                          <a:pt x="5812" y="2589"/>
                        </a:lnTo>
                        <a:lnTo>
                          <a:pt x="5799" y="2579"/>
                        </a:lnTo>
                        <a:lnTo>
                          <a:pt x="5787" y="2569"/>
                        </a:lnTo>
                        <a:lnTo>
                          <a:pt x="5776" y="2557"/>
                        </a:lnTo>
                        <a:lnTo>
                          <a:pt x="5766" y="2544"/>
                        </a:lnTo>
                        <a:lnTo>
                          <a:pt x="5758" y="2530"/>
                        </a:lnTo>
                        <a:lnTo>
                          <a:pt x="5751" y="2516"/>
                        </a:lnTo>
                        <a:lnTo>
                          <a:pt x="5745" y="2499"/>
                        </a:lnTo>
                        <a:lnTo>
                          <a:pt x="5741" y="2484"/>
                        </a:lnTo>
                        <a:lnTo>
                          <a:pt x="5739" y="2466"/>
                        </a:lnTo>
                        <a:lnTo>
                          <a:pt x="5737" y="2450"/>
                        </a:lnTo>
                        <a:lnTo>
                          <a:pt x="5737" y="2450"/>
                        </a:lnTo>
                        <a:lnTo>
                          <a:pt x="5739" y="2433"/>
                        </a:lnTo>
                        <a:lnTo>
                          <a:pt x="5741" y="2416"/>
                        </a:lnTo>
                        <a:lnTo>
                          <a:pt x="5745" y="2400"/>
                        </a:lnTo>
                        <a:lnTo>
                          <a:pt x="5751" y="2384"/>
                        </a:lnTo>
                        <a:lnTo>
                          <a:pt x="5758" y="2369"/>
                        </a:lnTo>
                        <a:lnTo>
                          <a:pt x="5766" y="2356"/>
                        </a:lnTo>
                        <a:lnTo>
                          <a:pt x="5776" y="2343"/>
                        </a:lnTo>
                        <a:lnTo>
                          <a:pt x="5787" y="2331"/>
                        </a:lnTo>
                        <a:lnTo>
                          <a:pt x="5799" y="2320"/>
                        </a:lnTo>
                        <a:lnTo>
                          <a:pt x="5812" y="2310"/>
                        </a:lnTo>
                        <a:lnTo>
                          <a:pt x="5826" y="2301"/>
                        </a:lnTo>
                        <a:lnTo>
                          <a:pt x="5840" y="2294"/>
                        </a:lnTo>
                        <a:lnTo>
                          <a:pt x="5856" y="2289"/>
                        </a:lnTo>
                        <a:lnTo>
                          <a:pt x="5872" y="2285"/>
                        </a:lnTo>
                        <a:lnTo>
                          <a:pt x="5889" y="2282"/>
                        </a:lnTo>
                        <a:lnTo>
                          <a:pt x="5906" y="2281"/>
                        </a:lnTo>
                        <a:lnTo>
                          <a:pt x="5906" y="2281"/>
                        </a:lnTo>
                        <a:lnTo>
                          <a:pt x="5924" y="2282"/>
                        </a:lnTo>
                        <a:lnTo>
                          <a:pt x="5940" y="2285"/>
                        </a:lnTo>
                        <a:lnTo>
                          <a:pt x="5957" y="2289"/>
                        </a:lnTo>
                        <a:lnTo>
                          <a:pt x="5972" y="2294"/>
                        </a:lnTo>
                        <a:lnTo>
                          <a:pt x="5986" y="2301"/>
                        </a:lnTo>
                        <a:lnTo>
                          <a:pt x="6000" y="2310"/>
                        </a:lnTo>
                        <a:lnTo>
                          <a:pt x="6014" y="2320"/>
                        </a:lnTo>
                        <a:lnTo>
                          <a:pt x="6026" y="2331"/>
                        </a:lnTo>
                        <a:lnTo>
                          <a:pt x="6037" y="2343"/>
                        </a:lnTo>
                        <a:lnTo>
                          <a:pt x="6046" y="2356"/>
                        </a:lnTo>
                        <a:lnTo>
                          <a:pt x="6054" y="2369"/>
                        </a:lnTo>
                        <a:lnTo>
                          <a:pt x="6062" y="2384"/>
                        </a:lnTo>
                        <a:lnTo>
                          <a:pt x="6067" y="2400"/>
                        </a:lnTo>
                        <a:lnTo>
                          <a:pt x="6072" y="2416"/>
                        </a:lnTo>
                        <a:lnTo>
                          <a:pt x="6074" y="2433"/>
                        </a:lnTo>
                        <a:lnTo>
                          <a:pt x="6075" y="2450"/>
                        </a:lnTo>
                        <a:lnTo>
                          <a:pt x="6075" y="2450"/>
                        </a:lnTo>
                        <a:lnTo>
                          <a:pt x="6074" y="2466"/>
                        </a:lnTo>
                        <a:lnTo>
                          <a:pt x="6072" y="2484"/>
                        </a:lnTo>
                        <a:lnTo>
                          <a:pt x="6067" y="2499"/>
                        </a:lnTo>
                        <a:lnTo>
                          <a:pt x="6062" y="2516"/>
                        </a:lnTo>
                        <a:lnTo>
                          <a:pt x="6054" y="2530"/>
                        </a:lnTo>
                        <a:lnTo>
                          <a:pt x="6046" y="2544"/>
                        </a:lnTo>
                        <a:lnTo>
                          <a:pt x="6037" y="2557"/>
                        </a:lnTo>
                        <a:lnTo>
                          <a:pt x="6026" y="2569"/>
                        </a:lnTo>
                        <a:lnTo>
                          <a:pt x="6014" y="2579"/>
                        </a:lnTo>
                        <a:lnTo>
                          <a:pt x="6000" y="2589"/>
                        </a:lnTo>
                        <a:lnTo>
                          <a:pt x="5986" y="2598"/>
                        </a:lnTo>
                        <a:lnTo>
                          <a:pt x="5972" y="2606"/>
                        </a:lnTo>
                        <a:lnTo>
                          <a:pt x="5957" y="2611"/>
                        </a:lnTo>
                        <a:lnTo>
                          <a:pt x="5940" y="2616"/>
                        </a:lnTo>
                        <a:lnTo>
                          <a:pt x="5924" y="2618"/>
                        </a:lnTo>
                        <a:lnTo>
                          <a:pt x="5906" y="2619"/>
                        </a:lnTo>
                        <a:close/>
                        <a:moveTo>
                          <a:pt x="3893" y="5626"/>
                        </a:moveTo>
                        <a:lnTo>
                          <a:pt x="3893" y="5626"/>
                        </a:lnTo>
                        <a:lnTo>
                          <a:pt x="3892" y="5642"/>
                        </a:lnTo>
                        <a:lnTo>
                          <a:pt x="3889" y="5660"/>
                        </a:lnTo>
                        <a:lnTo>
                          <a:pt x="3886" y="5676"/>
                        </a:lnTo>
                        <a:lnTo>
                          <a:pt x="3879" y="5691"/>
                        </a:lnTo>
                        <a:lnTo>
                          <a:pt x="3872" y="5706"/>
                        </a:lnTo>
                        <a:lnTo>
                          <a:pt x="3864" y="5720"/>
                        </a:lnTo>
                        <a:lnTo>
                          <a:pt x="3854" y="5733"/>
                        </a:lnTo>
                        <a:lnTo>
                          <a:pt x="3843" y="5745"/>
                        </a:lnTo>
                        <a:lnTo>
                          <a:pt x="3832" y="5756"/>
                        </a:lnTo>
                        <a:lnTo>
                          <a:pt x="3819" y="5765"/>
                        </a:lnTo>
                        <a:lnTo>
                          <a:pt x="3805" y="5773"/>
                        </a:lnTo>
                        <a:lnTo>
                          <a:pt x="3790" y="5781"/>
                        </a:lnTo>
                        <a:lnTo>
                          <a:pt x="3774" y="5787"/>
                        </a:lnTo>
                        <a:lnTo>
                          <a:pt x="3758" y="5791"/>
                        </a:lnTo>
                        <a:lnTo>
                          <a:pt x="3741" y="5793"/>
                        </a:lnTo>
                        <a:lnTo>
                          <a:pt x="3725" y="5794"/>
                        </a:lnTo>
                        <a:lnTo>
                          <a:pt x="3725" y="5794"/>
                        </a:lnTo>
                        <a:lnTo>
                          <a:pt x="3707" y="5793"/>
                        </a:lnTo>
                        <a:lnTo>
                          <a:pt x="3691" y="5791"/>
                        </a:lnTo>
                        <a:lnTo>
                          <a:pt x="3674" y="5787"/>
                        </a:lnTo>
                        <a:lnTo>
                          <a:pt x="3659" y="5781"/>
                        </a:lnTo>
                        <a:lnTo>
                          <a:pt x="3643" y="5773"/>
                        </a:lnTo>
                        <a:lnTo>
                          <a:pt x="3630" y="5765"/>
                        </a:lnTo>
                        <a:lnTo>
                          <a:pt x="3617" y="5756"/>
                        </a:lnTo>
                        <a:lnTo>
                          <a:pt x="3605" y="5745"/>
                        </a:lnTo>
                        <a:lnTo>
                          <a:pt x="3594" y="5733"/>
                        </a:lnTo>
                        <a:lnTo>
                          <a:pt x="3584" y="5720"/>
                        </a:lnTo>
                        <a:lnTo>
                          <a:pt x="3575" y="5706"/>
                        </a:lnTo>
                        <a:lnTo>
                          <a:pt x="3569" y="5691"/>
                        </a:lnTo>
                        <a:lnTo>
                          <a:pt x="3563" y="5676"/>
                        </a:lnTo>
                        <a:lnTo>
                          <a:pt x="3559" y="5660"/>
                        </a:lnTo>
                        <a:lnTo>
                          <a:pt x="3557" y="5642"/>
                        </a:lnTo>
                        <a:lnTo>
                          <a:pt x="3556" y="5626"/>
                        </a:lnTo>
                        <a:lnTo>
                          <a:pt x="3556" y="5626"/>
                        </a:lnTo>
                        <a:lnTo>
                          <a:pt x="3557" y="5608"/>
                        </a:lnTo>
                        <a:lnTo>
                          <a:pt x="3559" y="5592"/>
                        </a:lnTo>
                        <a:lnTo>
                          <a:pt x="3563" y="5575"/>
                        </a:lnTo>
                        <a:lnTo>
                          <a:pt x="3569" y="5560"/>
                        </a:lnTo>
                        <a:lnTo>
                          <a:pt x="3575" y="5544"/>
                        </a:lnTo>
                        <a:lnTo>
                          <a:pt x="3584" y="5531"/>
                        </a:lnTo>
                        <a:lnTo>
                          <a:pt x="3594" y="5518"/>
                        </a:lnTo>
                        <a:lnTo>
                          <a:pt x="3605" y="5506"/>
                        </a:lnTo>
                        <a:lnTo>
                          <a:pt x="3617" y="5495"/>
                        </a:lnTo>
                        <a:lnTo>
                          <a:pt x="3630" y="5485"/>
                        </a:lnTo>
                        <a:lnTo>
                          <a:pt x="3643" y="5477"/>
                        </a:lnTo>
                        <a:lnTo>
                          <a:pt x="3659" y="5470"/>
                        </a:lnTo>
                        <a:lnTo>
                          <a:pt x="3674" y="5464"/>
                        </a:lnTo>
                        <a:lnTo>
                          <a:pt x="3691" y="5460"/>
                        </a:lnTo>
                        <a:lnTo>
                          <a:pt x="3707" y="5458"/>
                        </a:lnTo>
                        <a:lnTo>
                          <a:pt x="3725" y="5457"/>
                        </a:lnTo>
                        <a:lnTo>
                          <a:pt x="3725" y="5457"/>
                        </a:lnTo>
                        <a:lnTo>
                          <a:pt x="3741" y="5458"/>
                        </a:lnTo>
                        <a:lnTo>
                          <a:pt x="3758" y="5460"/>
                        </a:lnTo>
                        <a:lnTo>
                          <a:pt x="3774" y="5464"/>
                        </a:lnTo>
                        <a:lnTo>
                          <a:pt x="3790" y="5470"/>
                        </a:lnTo>
                        <a:lnTo>
                          <a:pt x="3805" y="5477"/>
                        </a:lnTo>
                        <a:lnTo>
                          <a:pt x="3819" y="5485"/>
                        </a:lnTo>
                        <a:lnTo>
                          <a:pt x="3832" y="5495"/>
                        </a:lnTo>
                        <a:lnTo>
                          <a:pt x="3843" y="5506"/>
                        </a:lnTo>
                        <a:lnTo>
                          <a:pt x="3854" y="5518"/>
                        </a:lnTo>
                        <a:lnTo>
                          <a:pt x="3864" y="5531"/>
                        </a:lnTo>
                        <a:lnTo>
                          <a:pt x="3872" y="5544"/>
                        </a:lnTo>
                        <a:lnTo>
                          <a:pt x="3879" y="5560"/>
                        </a:lnTo>
                        <a:lnTo>
                          <a:pt x="3886" y="5575"/>
                        </a:lnTo>
                        <a:lnTo>
                          <a:pt x="3889" y="5592"/>
                        </a:lnTo>
                        <a:lnTo>
                          <a:pt x="3892" y="5608"/>
                        </a:lnTo>
                        <a:lnTo>
                          <a:pt x="3893" y="562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7" name="Freeform 210">
                    <a:extLst>
                      <a:ext uri="{FF2B5EF4-FFF2-40B4-BE49-F238E27FC236}">
                        <a16:creationId xmlns:a16="http://schemas.microsoft.com/office/drawing/2014/main" id="{81DCB272-A353-7DB2-FF24-41C21FC9A6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35638" y="4638675"/>
                    <a:ext cx="457200" cy="465138"/>
                  </a:xfrm>
                  <a:custGeom>
                    <a:avLst/>
                    <a:gdLst>
                      <a:gd name="T0" fmla="*/ 79 w 1155"/>
                      <a:gd name="T1" fmla="*/ 0 h 1174"/>
                      <a:gd name="T2" fmla="*/ 71 w 1155"/>
                      <a:gd name="T3" fmla="*/ 0 h 1174"/>
                      <a:gd name="T4" fmla="*/ 56 w 1155"/>
                      <a:gd name="T5" fmla="*/ 3 h 1174"/>
                      <a:gd name="T6" fmla="*/ 42 w 1155"/>
                      <a:gd name="T7" fmla="*/ 10 h 1174"/>
                      <a:gd name="T8" fmla="*/ 28 w 1155"/>
                      <a:gd name="T9" fmla="*/ 19 h 1174"/>
                      <a:gd name="T10" fmla="*/ 17 w 1155"/>
                      <a:gd name="T11" fmla="*/ 29 h 1174"/>
                      <a:gd name="T12" fmla="*/ 9 w 1155"/>
                      <a:gd name="T13" fmla="*/ 42 h 1174"/>
                      <a:gd name="T14" fmla="*/ 3 w 1155"/>
                      <a:gd name="T15" fmla="*/ 56 h 1174"/>
                      <a:gd name="T16" fmla="*/ 0 w 1155"/>
                      <a:gd name="T17" fmla="*/ 71 h 1174"/>
                      <a:gd name="T18" fmla="*/ 0 w 1155"/>
                      <a:gd name="T19" fmla="*/ 1095 h 1174"/>
                      <a:gd name="T20" fmla="*/ 0 w 1155"/>
                      <a:gd name="T21" fmla="*/ 1103 h 1174"/>
                      <a:gd name="T22" fmla="*/ 3 w 1155"/>
                      <a:gd name="T23" fmla="*/ 1118 h 1174"/>
                      <a:gd name="T24" fmla="*/ 9 w 1155"/>
                      <a:gd name="T25" fmla="*/ 1132 h 1174"/>
                      <a:gd name="T26" fmla="*/ 17 w 1155"/>
                      <a:gd name="T27" fmla="*/ 1145 h 1174"/>
                      <a:gd name="T28" fmla="*/ 28 w 1155"/>
                      <a:gd name="T29" fmla="*/ 1156 h 1174"/>
                      <a:gd name="T30" fmla="*/ 42 w 1155"/>
                      <a:gd name="T31" fmla="*/ 1165 h 1174"/>
                      <a:gd name="T32" fmla="*/ 56 w 1155"/>
                      <a:gd name="T33" fmla="*/ 1170 h 1174"/>
                      <a:gd name="T34" fmla="*/ 71 w 1155"/>
                      <a:gd name="T35" fmla="*/ 1174 h 1174"/>
                      <a:gd name="T36" fmla="*/ 79 w 1155"/>
                      <a:gd name="T37" fmla="*/ 1174 h 1174"/>
                      <a:gd name="T38" fmla="*/ 95 w 1155"/>
                      <a:gd name="T39" fmla="*/ 1173 h 1174"/>
                      <a:gd name="T40" fmla="*/ 111 w 1155"/>
                      <a:gd name="T41" fmla="*/ 1168 h 1174"/>
                      <a:gd name="T42" fmla="*/ 124 w 1155"/>
                      <a:gd name="T43" fmla="*/ 1161 h 1174"/>
                      <a:gd name="T44" fmla="*/ 136 w 1155"/>
                      <a:gd name="T45" fmla="*/ 1151 h 1174"/>
                      <a:gd name="T46" fmla="*/ 146 w 1155"/>
                      <a:gd name="T47" fmla="*/ 1139 h 1174"/>
                      <a:gd name="T48" fmla="*/ 152 w 1155"/>
                      <a:gd name="T49" fmla="*/ 1126 h 1174"/>
                      <a:gd name="T50" fmla="*/ 158 w 1155"/>
                      <a:gd name="T51" fmla="*/ 1110 h 1174"/>
                      <a:gd name="T52" fmla="*/ 159 w 1155"/>
                      <a:gd name="T53" fmla="*/ 1095 h 1174"/>
                      <a:gd name="T54" fmla="*/ 1075 w 1155"/>
                      <a:gd name="T55" fmla="*/ 159 h 1174"/>
                      <a:gd name="T56" fmla="*/ 1084 w 1155"/>
                      <a:gd name="T57" fmla="*/ 159 h 1174"/>
                      <a:gd name="T58" fmla="*/ 1099 w 1155"/>
                      <a:gd name="T59" fmla="*/ 156 h 1174"/>
                      <a:gd name="T60" fmla="*/ 1113 w 1155"/>
                      <a:gd name="T61" fmla="*/ 150 h 1174"/>
                      <a:gd name="T62" fmla="*/ 1126 w 1155"/>
                      <a:gd name="T63" fmla="*/ 142 h 1174"/>
                      <a:gd name="T64" fmla="*/ 1136 w 1155"/>
                      <a:gd name="T65" fmla="*/ 131 h 1174"/>
                      <a:gd name="T66" fmla="*/ 1145 w 1155"/>
                      <a:gd name="T67" fmla="*/ 117 h 1174"/>
                      <a:gd name="T68" fmla="*/ 1152 w 1155"/>
                      <a:gd name="T69" fmla="*/ 103 h 1174"/>
                      <a:gd name="T70" fmla="*/ 1155 w 1155"/>
                      <a:gd name="T71" fmla="*/ 88 h 1174"/>
                      <a:gd name="T72" fmla="*/ 1155 w 1155"/>
                      <a:gd name="T73" fmla="*/ 80 h 1174"/>
                      <a:gd name="T74" fmla="*/ 1154 w 1155"/>
                      <a:gd name="T75" fmla="*/ 64 h 1174"/>
                      <a:gd name="T76" fmla="*/ 1148 w 1155"/>
                      <a:gd name="T77" fmla="*/ 48 h 1174"/>
                      <a:gd name="T78" fmla="*/ 1142 w 1155"/>
                      <a:gd name="T79" fmla="*/ 35 h 1174"/>
                      <a:gd name="T80" fmla="*/ 1132 w 1155"/>
                      <a:gd name="T81" fmla="*/ 23 h 1174"/>
                      <a:gd name="T82" fmla="*/ 1120 w 1155"/>
                      <a:gd name="T83" fmla="*/ 13 h 1174"/>
                      <a:gd name="T84" fmla="*/ 1107 w 1155"/>
                      <a:gd name="T85" fmla="*/ 7 h 1174"/>
                      <a:gd name="T86" fmla="*/ 1091 w 1155"/>
                      <a:gd name="T87" fmla="*/ 1 h 1174"/>
                      <a:gd name="T88" fmla="*/ 1075 w 1155"/>
                      <a:gd name="T89" fmla="*/ 0 h 117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1155" h="1174">
                        <a:moveTo>
                          <a:pt x="1075" y="0"/>
                        </a:moveTo>
                        <a:lnTo>
                          <a:pt x="79" y="0"/>
                        </a:lnTo>
                        <a:lnTo>
                          <a:pt x="79" y="0"/>
                        </a:lnTo>
                        <a:lnTo>
                          <a:pt x="71" y="0"/>
                        </a:lnTo>
                        <a:lnTo>
                          <a:pt x="63" y="1"/>
                        </a:lnTo>
                        <a:lnTo>
                          <a:pt x="56" y="3"/>
                        </a:lnTo>
                        <a:lnTo>
                          <a:pt x="48" y="7"/>
                        </a:lnTo>
                        <a:lnTo>
                          <a:pt x="42" y="10"/>
                        </a:lnTo>
                        <a:lnTo>
                          <a:pt x="35" y="13"/>
                        </a:lnTo>
                        <a:lnTo>
                          <a:pt x="28" y="19"/>
                        </a:lnTo>
                        <a:lnTo>
                          <a:pt x="23" y="23"/>
                        </a:lnTo>
                        <a:lnTo>
                          <a:pt x="17" y="29"/>
                        </a:lnTo>
                        <a:lnTo>
                          <a:pt x="13" y="35"/>
                        </a:lnTo>
                        <a:lnTo>
                          <a:pt x="9" y="42"/>
                        </a:lnTo>
                        <a:lnTo>
                          <a:pt x="5" y="48"/>
                        </a:lnTo>
                        <a:lnTo>
                          <a:pt x="3" y="56"/>
                        </a:lnTo>
                        <a:lnTo>
                          <a:pt x="1" y="64"/>
                        </a:lnTo>
                        <a:lnTo>
                          <a:pt x="0" y="71"/>
                        </a:lnTo>
                        <a:lnTo>
                          <a:pt x="0" y="80"/>
                        </a:lnTo>
                        <a:lnTo>
                          <a:pt x="0" y="1095"/>
                        </a:lnTo>
                        <a:lnTo>
                          <a:pt x="0" y="1095"/>
                        </a:lnTo>
                        <a:lnTo>
                          <a:pt x="0" y="1103"/>
                        </a:lnTo>
                        <a:lnTo>
                          <a:pt x="1" y="1110"/>
                        </a:lnTo>
                        <a:lnTo>
                          <a:pt x="3" y="1118"/>
                        </a:lnTo>
                        <a:lnTo>
                          <a:pt x="5" y="1126"/>
                        </a:lnTo>
                        <a:lnTo>
                          <a:pt x="9" y="1132"/>
                        </a:lnTo>
                        <a:lnTo>
                          <a:pt x="13" y="1139"/>
                        </a:lnTo>
                        <a:lnTo>
                          <a:pt x="17" y="1145"/>
                        </a:lnTo>
                        <a:lnTo>
                          <a:pt x="23" y="1151"/>
                        </a:lnTo>
                        <a:lnTo>
                          <a:pt x="28" y="1156"/>
                        </a:lnTo>
                        <a:lnTo>
                          <a:pt x="35" y="1161"/>
                        </a:lnTo>
                        <a:lnTo>
                          <a:pt x="42" y="1165"/>
                        </a:lnTo>
                        <a:lnTo>
                          <a:pt x="48" y="1168"/>
                        </a:lnTo>
                        <a:lnTo>
                          <a:pt x="56" y="1170"/>
                        </a:lnTo>
                        <a:lnTo>
                          <a:pt x="63" y="1173"/>
                        </a:lnTo>
                        <a:lnTo>
                          <a:pt x="71" y="1174"/>
                        </a:lnTo>
                        <a:lnTo>
                          <a:pt x="79" y="1174"/>
                        </a:lnTo>
                        <a:lnTo>
                          <a:pt x="79" y="1174"/>
                        </a:lnTo>
                        <a:lnTo>
                          <a:pt x="88" y="1174"/>
                        </a:lnTo>
                        <a:lnTo>
                          <a:pt x="95" y="1173"/>
                        </a:lnTo>
                        <a:lnTo>
                          <a:pt x="103" y="1170"/>
                        </a:lnTo>
                        <a:lnTo>
                          <a:pt x="111" y="1168"/>
                        </a:lnTo>
                        <a:lnTo>
                          <a:pt x="117" y="1165"/>
                        </a:lnTo>
                        <a:lnTo>
                          <a:pt x="124" y="1161"/>
                        </a:lnTo>
                        <a:lnTo>
                          <a:pt x="130" y="1156"/>
                        </a:lnTo>
                        <a:lnTo>
                          <a:pt x="136" y="1151"/>
                        </a:lnTo>
                        <a:lnTo>
                          <a:pt x="140" y="1145"/>
                        </a:lnTo>
                        <a:lnTo>
                          <a:pt x="146" y="1139"/>
                        </a:lnTo>
                        <a:lnTo>
                          <a:pt x="149" y="1132"/>
                        </a:lnTo>
                        <a:lnTo>
                          <a:pt x="152" y="1126"/>
                        </a:lnTo>
                        <a:lnTo>
                          <a:pt x="156" y="1118"/>
                        </a:lnTo>
                        <a:lnTo>
                          <a:pt x="158" y="1110"/>
                        </a:lnTo>
                        <a:lnTo>
                          <a:pt x="159" y="1103"/>
                        </a:lnTo>
                        <a:lnTo>
                          <a:pt x="159" y="1095"/>
                        </a:lnTo>
                        <a:lnTo>
                          <a:pt x="159" y="159"/>
                        </a:lnTo>
                        <a:lnTo>
                          <a:pt x="1075" y="159"/>
                        </a:lnTo>
                        <a:lnTo>
                          <a:pt x="1075" y="159"/>
                        </a:lnTo>
                        <a:lnTo>
                          <a:pt x="1084" y="159"/>
                        </a:lnTo>
                        <a:lnTo>
                          <a:pt x="1091" y="158"/>
                        </a:lnTo>
                        <a:lnTo>
                          <a:pt x="1099" y="156"/>
                        </a:lnTo>
                        <a:lnTo>
                          <a:pt x="1107" y="154"/>
                        </a:lnTo>
                        <a:lnTo>
                          <a:pt x="1113" y="150"/>
                        </a:lnTo>
                        <a:lnTo>
                          <a:pt x="1120" y="146"/>
                        </a:lnTo>
                        <a:lnTo>
                          <a:pt x="1126" y="142"/>
                        </a:lnTo>
                        <a:lnTo>
                          <a:pt x="1132" y="136"/>
                        </a:lnTo>
                        <a:lnTo>
                          <a:pt x="1136" y="131"/>
                        </a:lnTo>
                        <a:lnTo>
                          <a:pt x="1142" y="124"/>
                        </a:lnTo>
                        <a:lnTo>
                          <a:pt x="1145" y="117"/>
                        </a:lnTo>
                        <a:lnTo>
                          <a:pt x="1148" y="111"/>
                        </a:lnTo>
                        <a:lnTo>
                          <a:pt x="1152" y="103"/>
                        </a:lnTo>
                        <a:lnTo>
                          <a:pt x="1154" y="96"/>
                        </a:lnTo>
                        <a:lnTo>
                          <a:pt x="1155" y="88"/>
                        </a:lnTo>
                        <a:lnTo>
                          <a:pt x="1155" y="80"/>
                        </a:lnTo>
                        <a:lnTo>
                          <a:pt x="1155" y="80"/>
                        </a:lnTo>
                        <a:lnTo>
                          <a:pt x="1155" y="71"/>
                        </a:lnTo>
                        <a:lnTo>
                          <a:pt x="1154" y="64"/>
                        </a:lnTo>
                        <a:lnTo>
                          <a:pt x="1152" y="56"/>
                        </a:lnTo>
                        <a:lnTo>
                          <a:pt x="1148" y="48"/>
                        </a:lnTo>
                        <a:lnTo>
                          <a:pt x="1145" y="42"/>
                        </a:lnTo>
                        <a:lnTo>
                          <a:pt x="1142" y="35"/>
                        </a:lnTo>
                        <a:lnTo>
                          <a:pt x="1136" y="29"/>
                        </a:lnTo>
                        <a:lnTo>
                          <a:pt x="1132" y="23"/>
                        </a:lnTo>
                        <a:lnTo>
                          <a:pt x="1126" y="19"/>
                        </a:lnTo>
                        <a:lnTo>
                          <a:pt x="1120" y="13"/>
                        </a:lnTo>
                        <a:lnTo>
                          <a:pt x="1113" y="10"/>
                        </a:lnTo>
                        <a:lnTo>
                          <a:pt x="1107" y="7"/>
                        </a:lnTo>
                        <a:lnTo>
                          <a:pt x="1099" y="3"/>
                        </a:lnTo>
                        <a:lnTo>
                          <a:pt x="1091" y="1"/>
                        </a:lnTo>
                        <a:lnTo>
                          <a:pt x="1084" y="0"/>
                        </a:lnTo>
                        <a:lnTo>
                          <a:pt x="1075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8" name="Freeform 211">
                    <a:extLst>
                      <a:ext uri="{FF2B5EF4-FFF2-40B4-BE49-F238E27FC236}">
                        <a16:creationId xmlns:a16="http://schemas.microsoft.com/office/drawing/2014/main" id="{A40E6E02-87CF-A79E-A6F9-D0E37696CF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735638" y="4638675"/>
                    <a:ext cx="457200" cy="465138"/>
                  </a:xfrm>
                  <a:custGeom>
                    <a:avLst/>
                    <a:gdLst>
                      <a:gd name="T0" fmla="*/ 79 w 1155"/>
                      <a:gd name="T1" fmla="*/ 0 h 1174"/>
                      <a:gd name="T2" fmla="*/ 71 w 1155"/>
                      <a:gd name="T3" fmla="*/ 0 h 1174"/>
                      <a:gd name="T4" fmla="*/ 56 w 1155"/>
                      <a:gd name="T5" fmla="*/ 3 h 1174"/>
                      <a:gd name="T6" fmla="*/ 42 w 1155"/>
                      <a:gd name="T7" fmla="*/ 10 h 1174"/>
                      <a:gd name="T8" fmla="*/ 28 w 1155"/>
                      <a:gd name="T9" fmla="*/ 19 h 1174"/>
                      <a:gd name="T10" fmla="*/ 17 w 1155"/>
                      <a:gd name="T11" fmla="*/ 29 h 1174"/>
                      <a:gd name="T12" fmla="*/ 9 w 1155"/>
                      <a:gd name="T13" fmla="*/ 42 h 1174"/>
                      <a:gd name="T14" fmla="*/ 3 w 1155"/>
                      <a:gd name="T15" fmla="*/ 56 h 1174"/>
                      <a:gd name="T16" fmla="*/ 0 w 1155"/>
                      <a:gd name="T17" fmla="*/ 71 h 1174"/>
                      <a:gd name="T18" fmla="*/ 0 w 1155"/>
                      <a:gd name="T19" fmla="*/ 1095 h 1174"/>
                      <a:gd name="T20" fmla="*/ 0 w 1155"/>
                      <a:gd name="T21" fmla="*/ 1103 h 1174"/>
                      <a:gd name="T22" fmla="*/ 3 w 1155"/>
                      <a:gd name="T23" fmla="*/ 1118 h 1174"/>
                      <a:gd name="T24" fmla="*/ 9 w 1155"/>
                      <a:gd name="T25" fmla="*/ 1132 h 1174"/>
                      <a:gd name="T26" fmla="*/ 17 w 1155"/>
                      <a:gd name="T27" fmla="*/ 1145 h 1174"/>
                      <a:gd name="T28" fmla="*/ 28 w 1155"/>
                      <a:gd name="T29" fmla="*/ 1156 h 1174"/>
                      <a:gd name="T30" fmla="*/ 42 w 1155"/>
                      <a:gd name="T31" fmla="*/ 1165 h 1174"/>
                      <a:gd name="T32" fmla="*/ 56 w 1155"/>
                      <a:gd name="T33" fmla="*/ 1170 h 1174"/>
                      <a:gd name="T34" fmla="*/ 71 w 1155"/>
                      <a:gd name="T35" fmla="*/ 1174 h 1174"/>
                      <a:gd name="T36" fmla="*/ 79 w 1155"/>
                      <a:gd name="T37" fmla="*/ 1174 h 1174"/>
                      <a:gd name="T38" fmla="*/ 95 w 1155"/>
                      <a:gd name="T39" fmla="*/ 1173 h 1174"/>
                      <a:gd name="T40" fmla="*/ 111 w 1155"/>
                      <a:gd name="T41" fmla="*/ 1168 h 1174"/>
                      <a:gd name="T42" fmla="*/ 124 w 1155"/>
                      <a:gd name="T43" fmla="*/ 1161 h 1174"/>
                      <a:gd name="T44" fmla="*/ 136 w 1155"/>
                      <a:gd name="T45" fmla="*/ 1151 h 1174"/>
                      <a:gd name="T46" fmla="*/ 146 w 1155"/>
                      <a:gd name="T47" fmla="*/ 1139 h 1174"/>
                      <a:gd name="T48" fmla="*/ 152 w 1155"/>
                      <a:gd name="T49" fmla="*/ 1126 h 1174"/>
                      <a:gd name="T50" fmla="*/ 158 w 1155"/>
                      <a:gd name="T51" fmla="*/ 1110 h 1174"/>
                      <a:gd name="T52" fmla="*/ 159 w 1155"/>
                      <a:gd name="T53" fmla="*/ 1095 h 1174"/>
                      <a:gd name="T54" fmla="*/ 1075 w 1155"/>
                      <a:gd name="T55" fmla="*/ 159 h 1174"/>
                      <a:gd name="T56" fmla="*/ 1084 w 1155"/>
                      <a:gd name="T57" fmla="*/ 159 h 1174"/>
                      <a:gd name="T58" fmla="*/ 1099 w 1155"/>
                      <a:gd name="T59" fmla="*/ 156 h 1174"/>
                      <a:gd name="T60" fmla="*/ 1113 w 1155"/>
                      <a:gd name="T61" fmla="*/ 150 h 1174"/>
                      <a:gd name="T62" fmla="*/ 1126 w 1155"/>
                      <a:gd name="T63" fmla="*/ 142 h 1174"/>
                      <a:gd name="T64" fmla="*/ 1136 w 1155"/>
                      <a:gd name="T65" fmla="*/ 131 h 1174"/>
                      <a:gd name="T66" fmla="*/ 1145 w 1155"/>
                      <a:gd name="T67" fmla="*/ 117 h 1174"/>
                      <a:gd name="T68" fmla="*/ 1152 w 1155"/>
                      <a:gd name="T69" fmla="*/ 103 h 1174"/>
                      <a:gd name="T70" fmla="*/ 1155 w 1155"/>
                      <a:gd name="T71" fmla="*/ 88 h 1174"/>
                      <a:gd name="T72" fmla="*/ 1155 w 1155"/>
                      <a:gd name="T73" fmla="*/ 80 h 1174"/>
                      <a:gd name="T74" fmla="*/ 1154 w 1155"/>
                      <a:gd name="T75" fmla="*/ 64 h 1174"/>
                      <a:gd name="T76" fmla="*/ 1148 w 1155"/>
                      <a:gd name="T77" fmla="*/ 48 h 1174"/>
                      <a:gd name="T78" fmla="*/ 1142 w 1155"/>
                      <a:gd name="T79" fmla="*/ 35 h 1174"/>
                      <a:gd name="T80" fmla="*/ 1132 w 1155"/>
                      <a:gd name="T81" fmla="*/ 23 h 1174"/>
                      <a:gd name="T82" fmla="*/ 1120 w 1155"/>
                      <a:gd name="T83" fmla="*/ 13 h 1174"/>
                      <a:gd name="T84" fmla="*/ 1107 w 1155"/>
                      <a:gd name="T85" fmla="*/ 7 h 1174"/>
                      <a:gd name="T86" fmla="*/ 1091 w 1155"/>
                      <a:gd name="T87" fmla="*/ 1 h 1174"/>
                      <a:gd name="T88" fmla="*/ 1075 w 1155"/>
                      <a:gd name="T89" fmla="*/ 0 h 117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1155" h="1174">
                        <a:moveTo>
                          <a:pt x="1075" y="0"/>
                        </a:moveTo>
                        <a:lnTo>
                          <a:pt x="79" y="0"/>
                        </a:lnTo>
                        <a:lnTo>
                          <a:pt x="79" y="0"/>
                        </a:lnTo>
                        <a:lnTo>
                          <a:pt x="71" y="0"/>
                        </a:lnTo>
                        <a:lnTo>
                          <a:pt x="63" y="1"/>
                        </a:lnTo>
                        <a:lnTo>
                          <a:pt x="56" y="3"/>
                        </a:lnTo>
                        <a:lnTo>
                          <a:pt x="48" y="7"/>
                        </a:lnTo>
                        <a:lnTo>
                          <a:pt x="42" y="10"/>
                        </a:lnTo>
                        <a:lnTo>
                          <a:pt x="35" y="13"/>
                        </a:lnTo>
                        <a:lnTo>
                          <a:pt x="28" y="19"/>
                        </a:lnTo>
                        <a:lnTo>
                          <a:pt x="23" y="23"/>
                        </a:lnTo>
                        <a:lnTo>
                          <a:pt x="17" y="29"/>
                        </a:lnTo>
                        <a:lnTo>
                          <a:pt x="13" y="35"/>
                        </a:lnTo>
                        <a:lnTo>
                          <a:pt x="9" y="42"/>
                        </a:lnTo>
                        <a:lnTo>
                          <a:pt x="5" y="48"/>
                        </a:lnTo>
                        <a:lnTo>
                          <a:pt x="3" y="56"/>
                        </a:lnTo>
                        <a:lnTo>
                          <a:pt x="1" y="64"/>
                        </a:lnTo>
                        <a:lnTo>
                          <a:pt x="0" y="71"/>
                        </a:lnTo>
                        <a:lnTo>
                          <a:pt x="0" y="80"/>
                        </a:lnTo>
                        <a:lnTo>
                          <a:pt x="0" y="1095"/>
                        </a:lnTo>
                        <a:lnTo>
                          <a:pt x="0" y="1095"/>
                        </a:lnTo>
                        <a:lnTo>
                          <a:pt x="0" y="1103"/>
                        </a:lnTo>
                        <a:lnTo>
                          <a:pt x="1" y="1110"/>
                        </a:lnTo>
                        <a:lnTo>
                          <a:pt x="3" y="1118"/>
                        </a:lnTo>
                        <a:lnTo>
                          <a:pt x="5" y="1126"/>
                        </a:lnTo>
                        <a:lnTo>
                          <a:pt x="9" y="1132"/>
                        </a:lnTo>
                        <a:lnTo>
                          <a:pt x="13" y="1139"/>
                        </a:lnTo>
                        <a:lnTo>
                          <a:pt x="17" y="1145"/>
                        </a:lnTo>
                        <a:lnTo>
                          <a:pt x="23" y="1151"/>
                        </a:lnTo>
                        <a:lnTo>
                          <a:pt x="28" y="1156"/>
                        </a:lnTo>
                        <a:lnTo>
                          <a:pt x="35" y="1161"/>
                        </a:lnTo>
                        <a:lnTo>
                          <a:pt x="42" y="1165"/>
                        </a:lnTo>
                        <a:lnTo>
                          <a:pt x="48" y="1168"/>
                        </a:lnTo>
                        <a:lnTo>
                          <a:pt x="56" y="1170"/>
                        </a:lnTo>
                        <a:lnTo>
                          <a:pt x="63" y="1173"/>
                        </a:lnTo>
                        <a:lnTo>
                          <a:pt x="71" y="1174"/>
                        </a:lnTo>
                        <a:lnTo>
                          <a:pt x="79" y="1174"/>
                        </a:lnTo>
                        <a:lnTo>
                          <a:pt x="79" y="1174"/>
                        </a:lnTo>
                        <a:lnTo>
                          <a:pt x="88" y="1174"/>
                        </a:lnTo>
                        <a:lnTo>
                          <a:pt x="95" y="1173"/>
                        </a:lnTo>
                        <a:lnTo>
                          <a:pt x="103" y="1170"/>
                        </a:lnTo>
                        <a:lnTo>
                          <a:pt x="111" y="1168"/>
                        </a:lnTo>
                        <a:lnTo>
                          <a:pt x="117" y="1165"/>
                        </a:lnTo>
                        <a:lnTo>
                          <a:pt x="124" y="1161"/>
                        </a:lnTo>
                        <a:lnTo>
                          <a:pt x="130" y="1156"/>
                        </a:lnTo>
                        <a:lnTo>
                          <a:pt x="136" y="1151"/>
                        </a:lnTo>
                        <a:lnTo>
                          <a:pt x="140" y="1145"/>
                        </a:lnTo>
                        <a:lnTo>
                          <a:pt x="146" y="1139"/>
                        </a:lnTo>
                        <a:lnTo>
                          <a:pt x="149" y="1132"/>
                        </a:lnTo>
                        <a:lnTo>
                          <a:pt x="152" y="1126"/>
                        </a:lnTo>
                        <a:lnTo>
                          <a:pt x="156" y="1118"/>
                        </a:lnTo>
                        <a:lnTo>
                          <a:pt x="158" y="1110"/>
                        </a:lnTo>
                        <a:lnTo>
                          <a:pt x="159" y="1103"/>
                        </a:lnTo>
                        <a:lnTo>
                          <a:pt x="159" y="1095"/>
                        </a:lnTo>
                        <a:lnTo>
                          <a:pt x="159" y="159"/>
                        </a:lnTo>
                        <a:lnTo>
                          <a:pt x="1075" y="159"/>
                        </a:lnTo>
                        <a:lnTo>
                          <a:pt x="1075" y="159"/>
                        </a:lnTo>
                        <a:lnTo>
                          <a:pt x="1084" y="159"/>
                        </a:lnTo>
                        <a:lnTo>
                          <a:pt x="1091" y="158"/>
                        </a:lnTo>
                        <a:lnTo>
                          <a:pt x="1099" y="156"/>
                        </a:lnTo>
                        <a:lnTo>
                          <a:pt x="1107" y="154"/>
                        </a:lnTo>
                        <a:lnTo>
                          <a:pt x="1113" y="150"/>
                        </a:lnTo>
                        <a:lnTo>
                          <a:pt x="1120" y="146"/>
                        </a:lnTo>
                        <a:lnTo>
                          <a:pt x="1126" y="142"/>
                        </a:lnTo>
                        <a:lnTo>
                          <a:pt x="1132" y="136"/>
                        </a:lnTo>
                        <a:lnTo>
                          <a:pt x="1136" y="131"/>
                        </a:lnTo>
                        <a:lnTo>
                          <a:pt x="1142" y="124"/>
                        </a:lnTo>
                        <a:lnTo>
                          <a:pt x="1145" y="117"/>
                        </a:lnTo>
                        <a:lnTo>
                          <a:pt x="1148" y="111"/>
                        </a:lnTo>
                        <a:lnTo>
                          <a:pt x="1152" y="103"/>
                        </a:lnTo>
                        <a:lnTo>
                          <a:pt x="1154" y="96"/>
                        </a:lnTo>
                        <a:lnTo>
                          <a:pt x="1155" y="88"/>
                        </a:lnTo>
                        <a:lnTo>
                          <a:pt x="1155" y="80"/>
                        </a:lnTo>
                        <a:lnTo>
                          <a:pt x="1155" y="80"/>
                        </a:lnTo>
                        <a:lnTo>
                          <a:pt x="1155" y="71"/>
                        </a:lnTo>
                        <a:lnTo>
                          <a:pt x="1154" y="64"/>
                        </a:lnTo>
                        <a:lnTo>
                          <a:pt x="1152" y="56"/>
                        </a:lnTo>
                        <a:lnTo>
                          <a:pt x="1148" y="48"/>
                        </a:lnTo>
                        <a:lnTo>
                          <a:pt x="1145" y="42"/>
                        </a:lnTo>
                        <a:lnTo>
                          <a:pt x="1142" y="35"/>
                        </a:lnTo>
                        <a:lnTo>
                          <a:pt x="1136" y="29"/>
                        </a:lnTo>
                        <a:lnTo>
                          <a:pt x="1132" y="23"/>
                        </a:lnTo>
                        <a:lnTo>
                          <a:pt x="1126" y="19"/>
                        </a:lnTo>
                        <a:lnTo>
                          <a:pt x="1120" y="13"/>
                        </a:lnTo>
                        <a:lnTo>
                          <a:pt x="1113" y="10"/>
                        </a:lnTo>
                        <a:lnTo>
                          <a:pt x="1107" y="7"/>
                        </a:lnTo>
                        <a:lnTo>
                          <a:pt x="1099" y="3"/>
                        </a:lnTo>
                        <a:lnTo>
                          <a:pt x="1091" y="1"/>
                        </a:lnTo>
                        <a:lnTo>
                          <a:pt x="1084" y="0"/>
                        </a:lnTo>
                        <a:lnTo>
                          <a:pt x="1075" y="0"/>
                        </a:ln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D2983E9D-C03E-B7CE-8B17-7D83DF3D48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6416733" y="2168963"/>
                  <a:ext cx="483685" cy="0"/>
                </a:xfrm>
                <a:prstGeom prst="line">
                  <a:avLst/>
                </a:prstGeom>
                <a:ln w="63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" name="Group 124">
                  <a:extLst>
                    <a:ext uri="{FF2B5EF4-FFF2-40B4-BE49-F238E27FC236}">
                      <a16:creationId xmlns:a16="http://schemas.microsoft.com/office/drawing/2014/main" id="{A3B809B1-EF9C-C3A0-61BC-85850DA17A78}"/>
                    </a:ext>
                  </a:extLst>
                </p:cNvPr>
                <p:cNvGrpSpPr/>
                <p:nvPr/>
              </p:nvGrpSpPr>
              <p:grpSpPr>
                <a:xfrm>
                  <a:off x="2814063" y="3583429"/>
                  <a:ext cx="336567" cy="366041"/>
                  <a:chOff x="8186738" y="352425"/>
                  <a:chExt cx="2682875" cy="2917825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70" name="Freeform 93">
                    <a:extLst>
                      <a:ext uri="{FF2B5EF4-FFF2-40B4-BE49-F238E27FC236}">
                        <a16:creationId xmlns:a16="http://schemas.microsoft.com/office/drawing/2014/main" id="{61BEC51E-95CB-7D14-81EB-7FF93009515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8186738" y="666750"/>
                    <a:ext cx="2682875" cy="2603500"/>
                  </a:xfrm>
                  <a:custGeom>
                    <a:avLst/>
                    <a:gdLst>
                      <a:gd name="T0" fmla="*/ 410 w 1690"/>
                      <a:gd name="T1" fmla="*/ 616 h 1640"/>
                      <a:gd name="T2" fmla="*/ 410 w 1690"/>
                      <a:gd name="T3" fmla="*/ 248 h 1640"/>
                      <a:gd name="T4" fmla="*/ 414 w 1690"/>
                      <a:gd name="T5" fmla="*/ 206 h 1640"/>
                      <a:gd name="T6" fmla="*/ 614 w 1690"/>
                      <a:gd name="T7" fmla="*/ 372 h 1640"/>
                      <a:gd name="T8" fmla="*/ 622 w 1690"/>
                      <a:gd name="T9" fmla="*/ 404 h 1640"/>
                      <a:gd name="T10" fmla="*/ 654 w 1690"/>
                      <a:gd name="T11" fmla="*/ 414 h 1640"/>
                      <a:gd name="T12" fmla="*/ 984 w 1690"/>
                      <a:gd name="T13" fmla="*/ 414 h 1640"/>
                      <a:gd name="T14" fmla="*/ 1018 w 1690"/>
                      <a:gd name="T15" fmla="*/ 404 h 1640"/>
                      <a:gd name="T16" fmla="*/ 1026 w 1690"/>
                      <a:gd name="T17" fmla="*/ 370 h 1640"/>
                      <a:gd name="T18" fmla="*/ 1028 w 1690"/>
                      <a:gd name="T19" fmla="*/ 208 h 1640"/>
                      <a:gd name="T20" fmla="*/ 1228 w 1690"/>
                      <a:gd name="T21" fmla="*/ 0 h 1640"/>
                      <a:gd name="T22" fmla="*/ 1486 w 1690"/>
                      <a:gd name="T23" fmla="*/ 0 h 1640"/>
                      <a:gd name="T24" fmla="*/ 1484 w 1690"/>
                      <a:gd name="T25" fmla="*/ 568 h 1640"/>
                      <a:gd name="T26" fmla="*/ 1510 w 1690"/>
                      <a:gd name="T27" fmla="*/ 630 h 1640"/>
                      <a:gd name="T28" fmla="*/ 1568 w 1690"/>
                      <a:gd name="T29" fmla="*/ 696 h 1640"/>
                      <a:gd name="T30" fmla="*/ 1628 w 1690"/>
                      <a:gd name="T31" fmla="*/ 792 h 1640"/>
                      <a:gd name="T32" fmla="*/ 1668 w 1690"/>
                      <a:gd name="T33" fmla="*/ 894 h 1640"/>
                      <a:gd name="T34" fmla="*/ 1688 w 1690"/>
                      <a:gd name="T35" fmla="*/ 1002 h 1640"/>
                      <a:gd name="T36" fmla="*/ 1688 w 1690"/>
                      <a:gd name="T37" fmla="*/ 1112 h 1640"/>
                      <a:gd name="T38" fmla="*/ 1666 w 1690"/>
                      <a:gd name="T39" fmla="*/ 1220 h 1640"/>
                      <a:gd name="T40" fmla="*/ 1624 w 1690"/>
                      <a:gd name="T41" fmla="*/ 1322 h 1640"/>
                      <a:gd name="T42" fmla="*/ 1562 w 1690"/>
                      <a:gd name="T43" fmla="*/ 1418 h 1640"/>
                      <a:gd name="T44" fmla="*/ 1504 w 1690"/>
                      <a:gd name="T45" fmla="*/ 1482 h 1640"/>
                      <a:gd name="T46" fmla="*/ 1414 w 1690"/>
                      <a:gd name="T47" fmla="*/ 1552 h 1640"/>
                      <a:gd name="T48" fmla="*/ 1314 w 1690"/>
                      <a:gd name="T49" fmla="*/ 1602 h 1640"/>
                      <a:gd name="T50" fmla="*/ 1208 w 1690"/>
                      <a:gd name="T51" fmla="*/ 1630 h 1640"/>
                      <a:gd name="T52" fmla="*/ 1100 w 1690"/>
                      <a:gd name="T53" fmla="*/ 1640 h 1640"/>
                      <a:gd name="T54" fmla="*/ 990 w 1690"/>
                      <a:gd name="T55" fmla="*/ 1630 h 1640"/>
                      <a:gd name="T56" fmla="*/ 884 w 1690"/>
                      <a:gd name="T57" fmla="*/ 1600 h 1640"/>
                      <a:gd name="T58" fmla="*/ 782 w 1690"/>
                      <a:gd name="T59" fmla="*/ 1548 h 1640"/>
                      <a:gd name="T60" fmla="*/ 718 w 1690"/>
                      <a:gd name="T61" fmla="*/ 1504 h 1640"/>
                      <a:gd name="T62" fmla="*/ 664 w 1690"/>
                      <a:gd name="T63" fmla="*/ 1488 h 1640"/>
                      <a:gd name="T64" fmla="*/ 74 w 1690"/>
                      <a:gd name="T65" fmla="*/ 1486 h 1640"/>
                      <a:gd name="T66" fmla="*/ 12 w 1690"/>
                      <a:gd name="T67" fmla="*/ 1452 h 1640"/>
                      <a:gd name="T68" fmla="*/ 2 w 1690"/>
                      <a:gd name="T69" fmla="*/ 1388 h 1640"/>
                      <a:gd name="T70" fmla="*/ 0 w 1690"/>
                      <a:gd name="T71" fmla="*/ 824 h 1640"/>
                      <a:gd name="T72" fmla="*/ 204 w 1690"/>
                      <a:gd name="T73" fmla="*/ 616 h 1640"/>
                      <a:gd name="T74" fmla="*/ 1152 w 1690"/>
                      <a:gd name="T75" fmla="*/ 1536 h 1640"/>
                      <a:gd name="T76" fmla="*/ 1246 w 1690"/>
                      <a:gd name="T77" fmla="*/ 1518 h 1640"/>
                      <a:gd name="T78" fmla="*/ 1412 w 1690"/>
                      <a:gd name="T79" fmla="*/ 1428 h 1640"/>
                      <a:gd name="T80" fmla="*/ 1530 w 1690"/>
                      <a:gd name="T81" fmla="*/ 1284 h 1640"/>
                      <a:gd name="T82" fmla="*/ 1578 w 1690"/>
                      <a:gd name="T83" fmla="*/ 1150 h 1640"/>
                      <a:gd name="T84" fmla="*/ 1588 w 1690"/>
                      <a:gd name="T85" fmla="*/ 1052 h 1640"/>
                      <a:gd name="T86" fmla="*/ 1582 w 1690"/>
                      <a:gd name="T87" fmla="*/ 978 h 1640"/>
                      <a:gd name="T88" fmla="*/ 1548 w 1690"/>
                      <a:gd name="T89" fmla="*/ 862 h 1640"/>
                      <a:gd name="T90" fmla="*/ 1444 w 1690"/>
                      <a:gd name="T91" fmla="*/ 708 h 1640"/>
                      <a:gd name="T92" fmla="*/ 1290 w 1690"/>
                      <a:gd name="T93" fmla="*/ 604 h 1640"/>
                      <a:gd name="T94" fmla="*/ 1176 w 1690"/>
                      <a:gd name="T95" fmla="*/ 572 h 1640"/>
                      <a:gd name="T96" fmla="*/ 1102 w 1690"/>
                      <a:gd name="T97" fmla="*/ 566 h 1640"/>
                      <a:gd name="T98" fmla="*/ 1004 w 1690"/>
                      <a:gd name="T99" fmla="*/ 576 h 1640"/>
                      <a:gd name="T100" fmla="*/ 870 w 1690"/>
                      <a:gd name="T101" fmla="*/ 626 h 1640"/>
                      <a:gd name="T102" fmla="*/ 726 w 1690"/>
                      <a:gd name="T103" fmla="*/ 744 h 1640"/>
                      <a:gd name="T104" fmla="*/ 638 w 1690"/>
                      <a:gd name="T105" fmla="*/ 908 h 1640"/>
                      <a:gd name="T106" fmla="*/ 616 w 1690"/>
                      <a:gd name="T107" fmla="*/ 1028 h 1640"/>
                      <a:gd name="T108" fmla="*/ 618 w 1690"/>
                      <a:gd name="T109" fmla="*/ 1102 h 1640"/>
                      <a:gd name="T110" fmla="*/ 638 w 1690"/>
                      <a:gd name="T111" fmla="*/ 1198 h 1640"/>
                      <a:gd name="T112" fmla="*/ 726 w 1690"/>
                      <a:gd name="T113" fmla="*/ 1362 h 1640"/>
                      <a:gd name="T114" fmla="*/ 870 w 1690"/>
                      <a:gd name="T115" fmla="*/ 1480 h 1640"/>
                      <a:gd name="T116" fmla="*/ 1004 w 1690"/>
                      <a:gd name="T117" fmla="*/ 1530 h 1640"/>
                      <a:gd name="T118" fmla="*/ 1102 w 1690"/>
                      <a:gd name="T119" fmla="*/ 1540 h 16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1690" h="1640">
                        <a:moveTo>
                          <a:pt x="204" y="616"/>
                        </a:moveTo>
                        <a:lnTo>
                          <a:pt x="204" y="616"/>
                        </a:lnTo>
                        <a:lnTo>
                          <a:pt x="410" y="616"/>
                        </a:lnTo>
                        <a:lnTo>
                          <a:pt x="410" y="616"/>
                        </a:lnTo>
                        <a:lnTo>
                          <a:pt x="410" y="530"/>
                        </a:lnTo>
                        <a:lnTo>
                          <a:pt x="410" y="530"/>
                        </a:lnTo>
                        <a:lnTo>
                          <a:pt x="410" y="248"/>
                        </a:lnTo>
                        <a:lnTo>
                          <a:pt x="410" y="248"/>
                        </a:lnTo>
                        <a:lnTo>
                          <a:pt x="412" y="226"/>
                        </a:lnTo>
                        <a:lnTo>
                          <a:pt x="416" y="206"/>
                        </a:lnTo>
                        <a:lnTo>
                          <a:pt x="414" y="206"/>
                        </a:lnTo>
                        <a:lnTo>
                          <a:pt x="414" y="206"/>
                        </a:lnTo>
                        <a:lnTo>
                          <a:pt x="616" y="206"/>
                        </a:lnTo>
                        <a:lnTo>
                          <a:pt x="616" y="206"/>
                        </a:lnTo>
                        <a:lnTo>
                          <a:pt x="616" y="292"/>
                        </a:lnTo>
                        <a:lnTo>
                          <a:pt x="614" y="372"/>
                        </a:lnTo>
                        <a:lnTo>
                          <a:pt x="614" y="372"/>
                        </a:lnTo>
                        <a:lnTo>
                          <a:pt x="616" y="392"/>
                        </a:lnTo>
                        <a:lnTo>
                          <a:pt x="618" y="398"/>
                        </a:lnTo>
                        <a:lnTo>
                          <a:pt x="622" y="404"/>
                        </a:lnTo>
                        <a:lnTo>
                          <a:pt x="626" y="408"/>
                        </a:lnTo>
                        <a:lnTo>
                          <a:pt x="634" y="412"/>
                        </a:lnTo>
                        <a:lnTo>
                          <a:pt x="642" y="414"/>
                        </a:lnTo>
                        <a:lnTo>
                          <a:pt x="654" y="414"/>
                        </a:lnTo>
                        <a:lnTo>
                          <a:pt x="654" y="414"/>
                        </a:lnTo>
                        <a:lnTo>
                          <a:pt x="820" y="412"/>
                        </a:lnTo>
                        <a:lnTo>
                          <a:pt x="984" y="414"/>
                        </a:lnTo>
                        <a:lnTo>
                          <a:pt x="984" y="414"/>
                        </a:lnTo>
                        <a:lnTo>
                          <a:pt x="996" y="414"/>
                        </a:lnTo>
                        <a:lnTo>
                          <a:pt x="1006" y="412"/>
                        </a:lnTo>
                        <a:lnTo>
                          <a:pt x="1014" y="408"/>
                        </a:lnTo>
                        <a:lnTo>
                          <a:pt x="1018" y="404"/>
                        </a:lnTo>
                        <a:lnTo>
                          <a:pt x="1022" y="398"/>
                        </a:lnTo>
                        <a:lnTo>
                          <a:pt x="1024" y="390"/>
                        </a:lnTo>
                        <a:lnTo>
                          <a:pt x="1026" y="370"/>
                        </a:lnTo>
                        <a:lnTo>
                          <a:pt x="1026" y="370"/>
                        </a:lnTo>
                        <a:lnTo>
                          <a:pt x="1026" y="330"/>
                        </a:lnTo>
                        <a:lnTo>
                          <a:pt x="1026" y="288"/>
                        </a:lnTo>
                        <a:lnTo>
                          <a:pt x="1028" y="208"/>
                        </a:lnTo>
                        <a:lnTo>
                          <a:pt x="1028" y="208"/>
                        </a:lnTo>
                        <a:lnTo>
                          <a:pt x="1028" y="208"/>
                        </a:lnTo>
                        <a:lnTo>
                          <a:pt x="1228" y="208"/>
                        </a:lnTo>
                        <a:lnTo>
                          <a:pt x="1228" y="208"/>
                        </a:lnTo>
                        <a:lnTo>
                          <a:pt x="1228" y="0"/>
                        </a:lnTo>
                        <a:lnTo>
                          <a:pt x="1228" y="0"/>
                        </a:lnTo>
                        <a:lnTo>
                          <a:pt x="1228" y="0"/>
                        </a:lnTo>
                        <a:lnTo>
                          <a:pt x="1486" y="0"/>
                        </a:lnTo>
                        <a:lnTo>
                          <a:pt x="1486" y="0"/>
                        </a:lnTo>
                        <a:lnTo>
                          <a:pt x="1486" y="156"/>
                        </a:lnTo>
                        <a:lnTo>
                          <a:pt x="1486" y="156"/>
                        </a:lnTo>
                        <a:lnTo>
                          <a:pt x="1484" y="568"/>
                        </a:lnTo>
                        <a:lnTo>
                          <a:pt x="1484" y="568"/>
                        </a:lnTo>
                        <a:lnTo>
                          <a:pt x="1486" y="586"/>
                        </a:lnTo>
                        <a:lnTo>
                          <a:pt x="1490" y="602"/>
                        </a:lnTo>
                        <a:lnTo>
                          <a:pt x="1498" y="616"/>
                        </a:lnTo>
                        <a:lnTo>
                          <a:pt x="1510" y="630"/>
                        </a:lnTo>
                        <a:lnTo>
                          <a:pt x="1510" y="630"/>
                        </a:lnTo>
                        <a:lnTo>
                          <a:pt x="1532" y="652"/>
                        </a:lnTo>
                        <a:lnTo>
                          <a:pt x="1550" y="674"/>
                        </a:lnTo>
                        <a:lnTo>
                          <a:pt x="1568" y="696"/>
                        </a:lnTo>
                        <a:lnTo>
                          <a:pt x="1586" y="718"/>
                        </a:lnTo>
                        <a:lnTo>
                          <a:pt x="1602" y="742"/>
                        </a:lnTo>
                        <a:lnTo>
                          <a:pt x="1616" y="766"/>
                        </a:lnTo>
                        <a:lnTo>
                          <a:pt x="1628" y="792"/>
                        </a:lnTo>
                        <a:lnTo>
                          <a:pt x="1640" y="816"/>
                        </a:lnTo>
                        <a:lnTo>
                          <a:pt x="1652" y="842"/>
                        </a:lnTo>
                        <a:lnTo>
                          <a:pt x="1660" y="868"/>
                        </a:lnTo>
                        <a:lnTo>
                          <a:pt x="1668" y="894"/>
                        </a:lnTo>
                        <a:lnTo>
                          <a:pt x="1676" y="922"/>
                        </a:lnTo>
                        <a:lnTo>
                          <a:pt x="1682" y="948"/>
                        </a:lnTo>
                        <a:lnTo>
                          <a:pt x="1686" y="976"/>
                        </a:lnTo>
                        <a:lnTo>
                          <a:pt x="1688" y="1002"/>
                        </a:lnTo>
                        <a:lnTo>
                          <a:pt x="1690" y="1030"/>
                        </a:lnTo>
                        <a:lnTo>
                          <a:pt x="1690" y="1056"/>
                        </a:lnTo>
                        <a:lnTo>
                          <a:pt x="1690" y="1084"/>
                        </a:lnTo>
                        <a:lnTo>
                          <a:pt x="1688" y="1112"/>
                        </a:lnTo>
                        <a:lnTo>
                          <a:pt x="1684" y="1138"/>
                        </a:lnTo>
                        <a:lnTo>
                          <a:pt x="1680" y="1166"/>
                        </a:lnTo>
                        <a:lnTo>
                          <a:pt x="1674" y="1192"/>
                        </a:lnTo>
                        <a:lnTo>
                          <a:pt x="1666" y="1220"/>
                        </a:lnTo>
                        <a:lnTo>
                          <a:pt x="1658" y="1246"/>
                        </a:lnTo>
                        <a:lnTo>
                          <a:pt x="1648" y="1272"/>
                        </a:lnTo>
                        <a:lnTo>
                          <a:pt x="1638" y="1298"/>
                        </a:lnTo>
                        <a:lnTo>
                          <a:pt x="1624" y="1322"/>
                        </a:lnTo>
                        <a:lnTo>
                          <a:pt x="1612" y="1348"/>
                        </a:lnTo>
                        <a:lnTo>
                          <a:pt x="1596" y="1372"/>
                        </a:lnTo>
                        <a:lnTo>
                          <a:pt x="1580" y="1396"/>
                        </a:lnTo>
                        <a:lnTo>
                          <a:pt x="1562" y="1418"/>
                        </a:lnTo>
                        <a:lnTo>
                          <a:pt x="1544" y="1440"/>
                        </a:lnTo>
                        <a:lnTo>
                          <a:pt x="1544" y="1440"/>
                        </a:lnTo>
                        <a:lnTo>
                          <a:pt x="1524" y="1462"/>
                        </a:lnTo>
                        <a:lnTo>
                          <a:pt x="1504" y="1482"/>
                        </a:lnTo>
                        <a:lnTo>
                          <a:pt x="1482" y="1502"/>
                        </a:lnTo>
                        <a:lnTo>
                          <a:pt x="1460" y="1520"/>
                        </a:lnTo>
                        <a:lnTo>
                          <a:pt x="1436" y="1536"/>
                        </a:lnTo>
                        <a:lnTo>
                          <a:pt x="1414" y="1552"/>
                        </a:lnTo>
                        <a:lnTo>
                          <a:pt x="1390" y="1566"/>
                        </a:lnTo>
                        <a:lnTo>
                          <a:pt x="1364" y="1578"/>
                        </a:lnTo>
                        <a:lnTo>
                          <a:pt x="1340" y="1590"/>
                        </a:lnTo>
                        <a:lnTo>
                          <a:pt x="1314" y="1602"/>
                        </a:lnTo>
                        <a:lnTo>
                          <a:pt x="1288" y="1610"/>
                        </a:lnTo>
                        <a:lnTo>
                          <a:pt x="1262" y="1618"/>
                        </a:lnTo>
                        <a:lnTo>
                          <a:pt x="1236" y="1626"/>
                        </a:lnTo>
                        <a:lnTo>
                          <a:pt x="1208" y="1630"/>
                        </a:lnTo>
                        <a:lnTo>
                          <a:pt x="1182" y="1636"/>
                        </a:lnTo>
                        <a:lnTo>
                          <a:pt x="1154" y="1638"/>
                        </a:lnTo>
                        <a:lnTo>
                          <a:pt x="1126" y="1640"/>
                        </a:lnTo>
                        <a:lnTo>
                          <a:pt x="1100" y="1640"/>
                        </a:lnTo>
                        <a:lnTo>
                          <a:pt x="1072" y="1640"/>
                        </a:lnTo>
                        <a:lnTo>
                          <a:pt x="1044" y="1638"/>
                        </a:lnTo>
                        <a:lnTo>
                          <a:pt x="1018" y="1634"/>
                        </a:lnTo>
                        <a:lnTo>
                          <a:pt x="990" y="1630"/>
                        </a:lnTo>
                        <a:lnTo>
                          <a:pt x="964" y="1624"/>
                        </a:lnTo>
                        <a:lnTo>
                          <a:pt x="936" y="1618"/>
                        </a:lnTo>
                        <a:lnTo>
                          <a:pt x="910" y="1608"/>
                        </a:lnTo>
                        <a:lnTo>
                          <a:pt x="884" y="1600"/>
                        </a:lnTo>
                        <a:lnTo>
                          <a:pt x="858" y="1588"/>
                        </a:lnTo>
                        <a:lnTo>
                          <a:pt x="832" y="1576"/>
                        </a:lnTo>
                        <a:lnTo>
                          <a:pt x="806" y="1562"/>
                        </a:lnTo>
                        <a:lnTo>
                          <a:pt x="782" y="1548"/>
                        </a:lnTo>
                        <a:lnTo>
                          <a:pt x="758" y="1532"/>
                        </a:lnTo>
                        <a:lnTo>
                          <a:pt x="734" y="1514"/>
                        </a:lnTo>
                        <a:lnTo>
                          <a:pt x="734" y="1514"/>
                        </a:lnTo>
                        <a:lnTo>
                          <a:pt x="718" y="1504"/>
                        </a:lnTo>
                        <a:lnTo>
                          <a:pt x="700" y="1496"/>
                        </a:lnTo>
                        <a:lnTo>
                          <a:pt x="682" y="1490"/>
                        </a:lnTo>
                        <a:lnTo>
                          <a:pt x="664" y="1488"/>
                        </a:lnTo>
                        <a:lnTo>
                          <a:pt x="664" y="1488"/>
                        </a:lnTo>
                        <a:lnTo>
                          <a:pt x="382" y="1488"/>
                        </a:lnTo>
                        <a:lnTo>
                          <a:pt x="100" y="1488"/>
                        </a:lnTo>
                        <a:lnTo>
                          <a:pt x="100" y="1488"/>
                        </a:lnTo>
                        <a:lnTo>
                          <a:pt x="74" y="1486"/>
                        </a:lnTo>
                        <a:lnTo>
                          <a:pt x="54" y="1482"/>
                        </a:lnTo>
                        <a:lnTo>
                          <a:pt x="36" y="1476"/>
                        </a:lnTo>
                        <a:lnTo>
                          <a:pt x="22" y="1466"/>
                        </a:lnTo>
                        <a:lnTo>
                          <a:pt x="12" y="1452"/>
                        </a:lnTo>
                        <a:lnTo>
                          <a:pt x="6" y="1436"/>
                        </a:lnTo>
                        <a:lnTo>
                          <a:pt x="2" y="1414"/>
                        </a:lnTo>
                        <a:lnTo>
                          <a:pt x="2" y="1388"/>
                        </a:lnTo>
                        <a:lnTo>
                          <a:pt x="2" y="1388"/>
                        </a:lnTo>
                        <a:lnTo>
                          <a:pt x="0" y="864"/>
                        </a:lnTo>
                        <a:lnTo>
                          <a:pt x="0" y="864"/>
                        </a:lnTo>
                        <a:lnTo>
                          <a:pt x="0" y="824"/>
                        </a:lnTo>
                        <a:lnTo>
                          <a:pt x="0" y="824"/>
                        </a:lnTo>
                        <a:lnTo>
                          <a:pt x="204" y="824"/>
                        </a:lnTo>
                        <a:lnTo>
                          <a:pt x="204" y="824"/>
                        </a:lnTo>
                        <a:lnTo>
                          <a:pt x="204" y="616"/>
                        </a:lnTo>
                        <a:lnTo>
                          <a:pt x="204" y="616"/>
                        </a:lnTo>
                        <a:close/>
                        <a:moveTo>
                          <a:pt x="1102" y="1540"/>
                        </a:moveTo>
                        <a:lnTo>
                          <a:pt x="1102" y="1540"/>
                        </a:lnTo>
                        <a:lnTo>
                          <a:pt x="1128" y="1538"/>
                        </a:lnTo>
                        <a:lnTo>
                          <a:pt x="1152" y="1536"/>
                        </a:lnTo>
                        <a:lnTo>
                          <a:pt x="1176" y="1534"/>
                        </a:lnTo>
                        <a:lnTo>
                          <a:pt x="1200" y="1530"/>
                        </a:lnTo>
                        <a:lnTo>
                          <a:pt x="1224" y="1524"/>
                        </a:lnTo>
                        <a:lnTo>
                          <a:pt x="1246" y="1518"/>
                        </a:lnTo>
                        <a:lnTo>
                          <a:pt x="1292" y="1500"/>
                        </a:lnTo>
                        <a:lnTo>
                          <a:pt x="1334" y="1480"/>
                        </a:lnTo>
                        <a:lnTo>
                          <a:pt x="1374" y="1456"/>
                        </a:lnTo>
                        <a:lnTo>
                          <a:pt x="1412" y="1428"/>
                        </a:lnTo>
                        <a:lnTo>
                          <a:pt x="1446" y="1396"/>
                        </a:lnTo>
                        <a:lnTo>
                          <a:pt x="1476" y="1362"/>
                        </a:lnTo>
                        <a:lnTo>
                          <a:pt x="1504" y="1324"/>
                        </a:lnTo>
                        <a:lnTo>
                          <a:pt x="1530" y="1284"/>
                        </a:lnTo>
                        <a:lnTo>
                          <a:pt x="1550" y="1242"/>
                        </a:lnTo>
                        <a:lnTo>
                          <a:pt x="1566" y="1196"/>
                        </a:lnTo>
                        <a:lnTo>
                          <a:pt x="1572" y="1174"/>
                        </a:lnTo>
                        <a:lnTo>
                          <a:pt x="1578" y="1150"/>
                        </a:lnTo>
                        <a:lnTo>
                          <a:pt x="1582" y="1126"/>
                        </a:lnTo>
                        <a:lnTo>
                          <a:pt x="1584" y="1102"/>
                        </a:lnTo>
                        <a:lnTo>
                          <a:pt x="1586" y="1078"/>
                        </a:lnTo>
                        <a:lnTo>
                          <a:pt x="1588" y="1052"/>
                        </a:lnTo>
                        <a:lnTo>
                          <a:pt x="1588" y="1052"/>
                        </a:lnTo>
                        <a:lnTo>
                          <a:pt x="1586" y="1028"/>
                        </a:lnTo>
                        <a:lnTo>
                          <a:pt x="1584" y="1002"/>
                        </a:lnTo>
                        <a:lnTo>
                          <a:pt x="1582" y="978"/>
                        </a:lnTo>
                        <a:lnTo>
                          <a:pt x="1578" y="954"/>
                        </a:lnTo>
                        <a:lnTo>
                          <a:pt x="1572" y="930"/>
                        </a:lnTo>
                        <a:lnTo>
                          <a:pt x="1566" y="908"/>
                        </a:lnTo>
                        <a:lnTo>
                          <a:pt x="1548" y="862"/>
                        </a:lnTo>
                        <a:lnTo>
                          <a:pt x="1528" y="820"/>
                        </a:lnTo>
                        <a:lnTo>
                          <a:pt x="1504" y="780"/>
                        </a:lnTo>
                        <a:lnTo>
                          <a:pt x="1476" y="742"/>
                        </a:lnTo>
                        <a:lnTo>
                          <a:pt x="1444" y="708"/>
                        </a:lnTo>
                        <a:lnTo>
                          <a:pt x="1410" y="676"/>
                        </a:lnTo>
                        <a:lnTo>
                          <a:pt x="1372" y="648"/>
                        </a:lnTo>
                        <a:lnTo>
                          <a:pt x="1332" y="624"/>
                        </a:lnTo>
                        <a:lnTo>
                          <a:pt x="1290" y="604"/>
                        </a:lnTo>
                        <a:lnTo>
                          <a:pt x="1246" y="588"/>
                        </a:lnTo>
                        <a:lnTo>
                          <a:pt x="1222" y="582"/>
                        </a:lnTo>
                        <a:lnTo>
                          <a:pt x="1200" y="576"/>
                        </a:lnTo>
                        <a:lnTo>
                          <a:pt x="1176" y="572"/>
                        </a:lnTo>
                        <a:lnTo>
                          <a:pt x="1150" y="568"/>
                        </a:lnTo>
                        <a:lnTo>
                          <a:pt x="1126" y="568"/>
                        </a:lnTo>
                        <a:lnTo>
                          <a:pt x="1102" y="566"/>
                        </a:lnTo>
                        <a:lnTo>
                          <a:pt x="1102" y="566"/>
                        </a:lnTo>
                        <a:lnTo>
                          <a:pt x="1076" y="568"/>
                        </a:lnTo>
                        <a:lnTo>
                          <a:pt x="1052" y="568"/>
                        </a:lnTo>
                        <a:lnTo>
                          <a:pt x="1026" y="572"/>
                        </a:lnTo>
                        <a:lnTo>
                          <a:pt x="1004" y="576"/>
                        </a:lnTo>
                        <a:lnTo>
                          <a:pt x="980" y="582"/>
                        </a:lnTo>
                        <a:lnTo>
                          <a:pt x="956" y="588"/>
                        </a:lnTo>
                        <a:lnTo>
                          <a:pt x="912" y="604"/>
                        </a:lnTo>
                        <a:lnTo>
                          <a:pt x="870" y="626"/>
                        </a:lnTo>
                        <a:lnTo>
                          <a:pt x="830" y="650"/>
                        </a:lnTo>
                        <a:lnTo>
                          <a:pt x="792" y="678"/>
                        </a:lnTo>
                        <a:lnTo>
                          <a:pt x="758" y="708"/>
                        </a:lnTo>
                        <a:lnTo>
                          <a:pt x="726" y="744"/>
                        </a:lnTo>
                        <a:lnTo>
                          <a:pt x="698" y="780"/>
                        </a:lnTo>
                        <a:lnTo>
                          <a:pt x="674" y="820"/>
                        </a:lnTo>
                        <a:lnTo>
                          <a:pt x="654" y="864"/>
                        </a:lnTo>
                        <a:lnTo>
                          <a:pt x="638" y="908"/>
                        </a:lnTo>
                        <a:lnTo>
                          <a:pt x="626" y="954"/>
                        </a:lnTo>
                        <a:lnTo>
                          <a:pt x="622" y="978"/>
                        </a:lnTo>
                        <a:lnTo>
                          <a:pt x="618" y="1004"/>
                        </a:lnTo>
                        <a:lnTo>
                          <a:pt x="616" y="1028"/>
                        </a:lnTo>
                        <a:lnTo>
                          <a:pt x="616" y="1054"/>
                        </a:lnTo>
                        <a:lnTo>
                          <a:pt x="616" y="1054"/>
                        </a:lnTo>
                        <a:lnTo>
                          <a:pt x="616" y="1078"/>
                        </a:lnTo>
                        <a:lnTo>
                          <a:pt x="618" y="1102"/>
                        </a:lnTo>
                        <a:lnTo>
                          <a:pt x="622" y="1128"/>
                        </a:lnTo>
                        <a:lnTo>
                          <a:pt x="626" y="1152"/>
                        </a:lnTo>
                        <a:lnTo>
                          <a:pt x="632" y="1174"/>
                        </a:lnTo>
                        <a:lnTo>
                          <a:pt x="638" y="1198"/>
                        </a:lnTo>
                        <a:lnTo>
                          <a:pt x="654" y="1242"/>
                        </a:lnTo>
                        <a:lnTo>
                          <a:pt x="674" y="1284"/>
                        </a:lnTo>
                        <a:lnTo>
                          <a:pt x="698" y="1324"/>
                        </a:lnTo>
                        <a:lnTo>
                          <a:pt x="726" y="1362"/>
                        </a:lnTo>
                        <a:lnTo>
                          <a:pt x="758" y="1396"/>
                        </a:lnTo>
                        <a:lnTo>
                          <a:pt x="792" y="1428"/>
                        </a:lnTo>
                        <a:lnTo>
                          <a:pt x="830" y="1456"/>
                        </a:lnTo>
                        <a:lnTo>
                          <a:pt x="870" y="1480"/>
                        </a:lnTo>
                        <a:lnTo>
                          <a:pt x="912" y="1502"/>
                        </a:lnTo>
                        <a:lnTo>
                          <a:pt x="958" y="1518"/>
                        </a:lnTo>
                        <a:lnTo>
                          <a:pt x="980" y="1524"/>
                        </a:lnTo>
                        <a:lnTo>
                          <a:pt x="1004" y="1530"/>
                        </a:lnTo>
                        <a:lnTo>
                          <a:pt x="1028" y="1534"/>
                        </a:lnTo>
                        <a:lnTo>
                          <a:pt x="1052" y="1536"/>
                        </a:lnTo>
                        <a:lnTo>
                          <a:pt x="1078" y="1538"/>
                        </a:lnTo>
                        <a:lnTo>
                          <a:pt x="1102" y="1540"/>
                        </a:lnTo>
                        <a:lnTo>
                          <a:pt x="1102" y="154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1" name="Freeform 94">
                    <a:extLst>
                      <a:ext uri="{FF2B5EF4-FFF2-40B4-BE49-F238E27FC236}">
                        <a16:creationId xmlns:a16="http://schemas.microsoft.com/office/drawing/2014/main" id="{9B1E3BB1-3D35-75C0-33D3-22A9BA0008B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494838" y="666750"/>
                    <a:ext cx="323850" cy="330200"/>
                  </a:xfrm>
                  <a:custGeom>
                    <a:avLst/>
                    <a:gdLst>
                      <a:gd name="T0" fmla="*/ 204 w 204"/>
                      <a:gd name="T1" fmla="*/ 208 h 208"/>
                      <a:gd name="T2" fmla="*/ 204 w 204"/>
                      <a:gd name="T3" fmla="*/ 208 h 208"/>
                      <a:gd name="T4" fmla="*/ 0 w 204"/>
                      <a:gd name="T5" fmla="*/ 208 h 208"/>
                      <a:gd name="T6" fmla="*/ 0 w 204"/>
                      <a:gd name="T7" fmla="*/ 208 h 208"/>
                      <a:gd name="T8" fmla="*/ 0 w 204"/>
                      <a:gd name="T9" fmla="*/ 0 h 208"/>
                      <a:gd name="T10" fmla="*/ 0 w 204"/>
                      <a:gd name="T11" fmla="*/ 0 h 208"/>
                      <a:gd name="T12" fmla="*/ 204 w 204"/>
                      <a:gd name="T13" fmla="*/ 0 h 208"/>
                      <a:gd name="T14" fmla="*/ 204 w 204"/>
                      <a:gd name="T15" fmla="*/ 0 h 208"/>
                      <a:gd name="T16" fmla="*/ 204 w 204"/>
                      <a:gd name="T17" fmla="*/ 0 h 208"/>
                      <a:gd name="T18" fmla="*/ 204 w 204"/>
                      <a:gd name="T19" fmla="*/ 208 h 208"/>
                      <a:gd name="T20" fmla="*/ 204 w 204"/>
                      <a:gd name="T21" fmla="*/ 208 h 2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04" h="208">
                        <a:moveTo>
                          <a:pt x="204" y="208"/>
                        </a:moveTo>
                        <a:lnTo>
                          <a:pt x="204" y="208"/>
                        </a:lnTo>
                        <a:lnTo>
                          <a:pt x="0" y="208"/>
                        </a:lnTo>
                        <a:lnTo>
                          <a:pt x="0" y="208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204" y="0"/>
                        </a:lnTo>
                        <a:lnTo>
                          <a:pt x="204" y="0"/>
                        </a:lnTo>
                        <a:lnTo>
                          <a:pt x="204" y="0"/>
                        </a:lnTo>
                        <a:lnTo>
                          <a:pt x="204" y="208"/>
                        </a:lnTo>
                        <a:lnTo>
                          <a:pt x="204" y="20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2" name="Freeform 95">
                    <a:extLst>
                      <a:ext uri="{FF2B5EF4-FFF2-40B4-BE49-F238E27FC236}">
                        <a16:creationId xmlns:a16="http://schemas.microsoft.com/office/drawing/2014/main" id="{FBA47AB4-35F3-0B2D-8E96-16A1D42235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516938" y="676275"/>
                    <a:ext cx="330200" cy="317500"/>
                  </a:xfrm>
                  <a:custGeom>
                    <a:avLst/>
                    <a:gdLst>
                      <a:gd name="T0" fmla="*/ 208 w 208"/>
                      <a:gd name="T1" fmla="*/ 200 h 200"/>
                      <a:gd name="T2" fmla="*/ 208 w 208"/>
                      <a:gd name="T3" fmla="*/ 200 h 200"/>
                      <a:gd name="T4" fmla="*/ 0 w 208"/>
                      <a:gd name="T5" fmla="*/ 200 h 200"/>
                      <a:gd name="T6" fmla="*/ 0 w 208"/>
                      <a:gd name="T7" fmla="*/ 200 h 200"/>
                      <a:gd name="T8" fmla="*/ 0 w 208"/>
                      <a:gd name="T9" fmla="*/ 0 h 200"/>
                      <a:gd name="T10" fmla="*/ 0 w 208"/>
                      <a:gd name="T11" fmla="*/ 0 h 200"/>
                      <a:gd name="T12" fmla="*/ 206 w 208"/>
                      <a:gd name="T13" fmla="*/ 0 h 200"/>
                      <a:gd name="T14" fmla="*/ 206 w 208"/>
                      <a:gd name="T15" fmla="*/ 0 h 200"/>
                      <a:gd name="T16" fmla="*/ 206 w 208"/>
                      <a:gd name="T17" fmla="*/ 200 h 200"/>
                      <a:gd name="T18" fmla="*/ 206 w 208"/>
                      <a:gd name="T19" fmla="*/ 200 h 200"/>
                      <a:gd name="T20" fmla="*/ 208 w 208"/>
                      <a:gd name="T21" fmla="*/ 200 h 200"/>
                      <a:gd name="T22" fmla="*/ 208 w 208"/>
                      <a:gd name="T23" fmla="*/ 200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08" h="200">
                        <a:moveTo>
                          <a:pt x="208" y="200"/>
                        </a:moveTo>
                        <a:lnTo>
                          <a:pt x="208" y="200"/>
                        </a:lnTo>
                        <a:lnTo>
                          <a:pt x="0" y="200"/>
                        </a:lnTo>
                        <a:lnTo>
                          <a:pt x="0" y="20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206" y="0"/>
                        </a:lnTo>
                        <a:lnTo>
                          <a:pt x="206" y="0"/>
                        </a:lnTo>
                        <a:lnTo>
                          <a:pt x="206" y="200"/>
                        </a:lnTo>
                        <a:lnTo>
                          <a:pt x="206" y="200"/>
                        </a:lnTo>
                        <a:lnTo>
                          <a:pt x="208" y="200"/>
                        </a:lnTo>
                        <a:lnTo>
                          <a:pt x="208" y="20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3" name="Freeform 96">
                    <a:extLst>
                      <a:ext uri="{FF2B5EF4-FFF2-40B4-BE49-F238E27FC236}">
                        <a16:creationId xmlns:a16="http://schemas.microsoft.com/office/drawing/2014/main" id="{E515533D-73A8-8FF6-410A-AD5D475AF7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18688" y="352425"/>
                    <a:ext cx="317500" cy="314325"/>
                  </a:xfrm>
                  <a:custGeom>
                    <a:avLst/>
                    <a:gdLst>
                      <a:gd name="T0" fmla="*/ 0 w 200"/>
                      <a:gd name="T1" fmla="*/ 198 h 198"/>
                      <a:gd name="T2" fmla="*/ 0 w 200"/>
                      <a:gd name="T3" fmla="*/ 198 h 198"/>
                      <a:gd name="T4" fmla="*/ 0 w 200"/>
                      <a:gd name="T5" fmla="*/ 0 h 198"/>
                      <a:gd name="T6" fmla="*/ 0 w 200"/>
                      <a:gd name="T7" fmla="*/ 0 h 198"/>
                      <a:gd name="T8" fmla="*/ 200 w 200"/>
                      <a:gd name="T9" fmla="*/ 0 h 198"/>
                      <a:gd name="T10" fmla="*/ 200 w 200"/>
                      <a:gd name="T11" fmla="*/ 0 h 198"/>
                      <a:gd name="T12" fmla="*/ 200 w 200"/>
                      <a:gd name="T13" fmla="*/ 198 h 198"/>
                      <a:gd name="T14" fmla="*/ 200 w 200"/>
                      <a:gd name="T15" fmla="*/ 198 h 198"/>
                      <a:gd name="T16" fmla="*/ 200 w 200"/>
                      <a:gd name="T17" fmla="*/ 198 h 198"/>
                      <a:gd name="T18" fmla="*/ 0 w 200"/>
                      <a:gd name="T19" fmla="*/ 198 h 198"/>
                      <a:gd name="T20" fmla="*/ 0 w 200"/>
                      <a:gd name="T21" fmla="*/ 198 h 1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00" h="198">
                        <a:moveTo>
                          <a:pt x="0" y="198"/>
                        </a:moveTo>
                        <a:lnTo>
                          <a:pt x="0" y="198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200" y="0"/>
                        </a:lnTo>
                        <a:lnTo>
                          <a:pt x="200" y="0"/>
                        </a:lnTo>
                        <a:lnTo>
                          <a:pt x="200" y="198"/>
                        </a:lnTo>
                        <a:lnTo>
                          <a:pt x="200" y="198"/>
                        </a:lnTo>
                        <a:lnTo>
                          <a:pt x="200" y="198"/>
                        </a:lnTo>
                        <a:lnTo>
                          <a:pt x="0" y="198"/>
                        </a:lnTo>
                        <a:lnTo>
                          <a:pt x="0" y="19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4" name="Freeform 97">
                    <a:extLst>
                      <a:ext uri="{FF2B5EF4-FFF2-40B4-BE49-F238E27FC236}">
                        <a16:creationId xmlns:a16="http://schemas.microsoft.com/office/drawing/2014/main" id="{1194228D-4622-CEB3-961F-305D7B34A5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93088" y="1327150"/>
                    <a:ext cx="317500" cy="317500"/>
                  </a:xfrm>
                  <a:custGeom>
                    <a:avLst/>
                    <a:gdLst>
                      <a:gd name="T0" fmla="*/ 200 w 200"/>
                      <a:gd name="T1" fmla="*/ 200 h 200"/>
                      <a:gd name="T2" fmla="*/ 200 w 200"/>
                      <a:gd name="T3" fmla="*/ 200 h 200"/>
                      <a:gd name="T4" fmla="*/ 0 w 200"/>
                      <a:gd name="T5" fmla="*/ 200 h 200"/>
                      <a:gd name="T6" fmla="*/ 0 w 200"/>
                      <a:gd name="T7" fmla="*/ 200 h 200"/>
                      <a:gd name="T8" fmla="*/ 0 w 200"/>
                      <a:gd name="T9" fmla="*/ 0 h 200"/>
                      <a:gd name="T10" fmla="*/ 0 w 200"/>
                      <a:gd name="T11" fmla="*/ 0 h 200"/>
                      <a:gd name="T12" fmla="*/ 200 w 200"/>
                      <a:gd name="T13" fmla="*/ 0 h 200"/>
                      <a:gd name="T14" fmla="*/ 200 w 200"/>
                      <a:gd name="T15" fmla="*/ 0 h 200"/>
                      <a:gd name="T16" fmla="*/ 200 w 200"/>
                      <a:gd name="T17" fmla="*/ 200 h 200"/>
                      <a:gd name="T18" fmla="*/ 200 w 200"/>
                      <a:gd name="T19" fmla="*/ 200 h 200"/>
                      <a:gd name="T20" fmla="*/ 200 w 200"/>
                      <a:gd name="T21" fmla="*/ 200 h 200"/>
                      <a:gd name="T22" fmla="*/ 200 w 200"/>
                      <a:gd name="T23" fmla="*/ 200 h 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00" h="200">
                        <a:moveTo>
                          <a:pt x="200" y="200"/>
                        </a:moveTo>
                        <a:lnTo>
                          <a:pt x="200" y="200"/>
                        </a:lnTo>
                        <a:lnTo>
                          <a:pt x="0" y="200"/>
                        </a:lnTo>
                        <a:lnTo>
                          <a:pt x="0" y="20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200" y="0"/>
                        </a:lnTo>
                        <a:lnTo>
                          <a:pt x="200" y="0"/>
                        </a:lnTo>
                        <a:lnTo>
                          <a:pt x="200" y="200"/>
                        </a:lnTo>
                        <a:lnTo>
                          <a:pt x="200" y="200"/>
                        </a:lnTo>
                        <a:lnTo>
                          <a:pt x="200" y="200"/>
                        </a:lnTo>
                        <a:lnTo>
                          <a:pt x="200" y="20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75" name="Freeform 98">
                    <a:extLst>
                      <a:ext uri="{FF2B5EF4-FFF2-40B4-BE49-F238E27FC236}">
                        <a16:creationId xmlns:a16="http://schemas.microsoft.com/office/drawing/2014/main" id="{4F8E04B8-35CE-3B5F-C6FA-51E2E49D9A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732963" y="2136775"/>
                    <a:ext cx="406400" cy="403225"/>
                  </a:xfrm>
                  <a:custGeom>
                    <a:avLst/>
                    <a:gdLst>
                      <a:gd name="T0" fmla="*/ 128 w 256"/>
                      <a:gd name="T1" fmla="*/ 0 h 254"/>
                      <a:gd name="T2" fmla="*/ 128 w 256"/>
                      <a:gd name="T3" fmla="*/ 0 h 254"/>
                      <a:gd name="T4" fmla="*/ 142 w 256"/>
                      <a:gd name="T5" fmla="*/ 0 h 254"/>
                      <a:gd name="T6" fmla="*/ 154 w 256"/>
                      <a:gd name="T7" fmla="*/ 2 h 254"/>
                      <a:gd name="T8" fmla="*/ 166 w 256"/>
                      <a:gd name="T9" fmla="*/ 6 h 254"/>
                      <a:gd name="T10" fmla="*/ 178 w 256"/>
                      <a:gd name="T11" fmla="*/ 10 h 254"/>
                      <a:gd name="T12" fmla="*/ 200 w 256"/>
                      <a:gd name="T13" fmla="*/ 22 h 254"/>
                      <a:gd name="T14" fmla="*/ 218 w 256"/>
                      <a:gd name="T15" fmla="*/ 38 h 254"/>
                      <a:gd name="T16" fmla="*/ 234 w 256"/>
                      <a:gd name="T17" fmla="*/ 56 h 254"/>
                      <a:gd name="T18" fmla="*/ 246 w 256"/>
                      <a:gd name="T19" fmla="*/ 78 h 254"/>
                      <a:gd name="T20" fmla="*/ 250 w 256"/>
                      <a:gd name="T21" fmla="*/ 90 h 254"/>
                      <a:gd name="T22" fmla="*/ 252 w 256"/>
                      <a:gd name="T23" fmla="*/ 102 h 254"/>
                      <a:gd name="T24" fmla="*/ 254 w 256"/>
                      <a:gd name="T25" fmla="*/ 114 h 254"/>
                      <a:gd name="T26" fmla="*/ 256 w 256"/>
                      <a:gd name="T27" fmla="*/ 128 h 254"/>
                      <a:gd name="T28" fmla="*/ 256 w 256"/>
                      <a:gd name="T29" fmla="*/ 128 h 254"/>
                      <a:gd name="T30" fmla="*/ 254 w 256"/>
                      <a:gd name="T31" fmla="*/ 140 h 254"/>
                      <a:gd name="T32" fmla="*/ 252 w 256"/>
                      <a:gd name="T33" fmla="*/ 154 h 254"/>
                      <a:gd name="T34" fmla="*/ 250 w 256"/>
                      <a:gd name="T35" fmla="*/ 166 h 254"/>
                      <a:gd name="T36" fmla="*/ 244 w 256"/>
                      <a:gd name="T37" fmla="*/ 178 h 254"/>
                      <a:gd name="T38" fmla="*/ 240 w 256"/>
                      <a:gd name="T39" fmla="*/ 188 h 254"/>
                      <a:gd name="T40" fmla="*/ 232 w 256"/>
                      <a:gd name="T41" fmla="*/ 200 h 254"/>
                      <a:gd name="T42" fmla="*/ 224 w 256"/>
                      <a:gd name="T43" fmla="*/ 210 h 254"/>
                      <a:gd name="T44" fmla="*/ 216 w 256"/>
                      <a:gd name="T45" fmla="*/ 218 h 254"/>
                      <a:gd name="T46" fmla="*/ 208 w 256"/>
                      <a:gd name="T47" fmla="*/ 226 h 254"/>
                      <a:gd name="T48" fmla="*/ 198 w 256"/>
                      <a:gd name="T49" fmla="*/ 234 h 254"/>
                      <a:gd name="T50" fmla="*/ 186 w 256"/>
                      <a:gd name="T51" fmla="*/ 240 h 254"/>
                      <a:gd name="T52" fmla="*/ 174 w 256"/>
                      <a:gd name="T53" fmla="*/ 244 h 254"/>
                      <a:gd name="T54" fmla="*/ 162 w 256"/>
                      <a:gd name="T55" fmla="*/ 248 h 254"/>
                      <a:gd name="T56" fmla="*/ 150 w 256"/>
                      <a:gd name="T57" fmla="*/ 252 h 254"/>
                      <a:gd name="T58" fmla="*/ 138 w 256"/>
                      <a:gd name="T59" fmla="*/ 254 h 254"/>
                      <a:gd name="T60" fmla="*/ 124 w 256"/>
                      <a:gd name="T61" fmla="*/ 254 h 254"/>
                      <a:gd name="T62" fmla="*/ 124 w 256"/>
                      <a:gd name="T63" fmla="*/ 254 h 254"/>
                      <a:gd name="T64" fmla="*/ 112 w 256"/>
                      <a:gd name="T65" fmla="*/ 252 h 254"/>
                      <a:gd name="T66" fmla="*/ 98 w 256"/>
                      <a:gd name="T67" fmla="*/ 250 h 254"/>
                      <a:gd name="T68" fmla="*/ 86 w 256"/>
                      <a:gd name="T69" fmla="*/ 246 h 254"/>
                      <a:gd name="T70" fmla="*/ 74 w 256"/>
                      <a:gd name="T71" fmla="*/ 242 h 254"/>
                      <a:gd name="T72" fmla="*/ 54 w 256"/>
                      <a:gd name="T73" fmla="*/ 230 h 254"/>
                      <a:gd name="T74" fmla="*/ 34 w 256"/>
                      <a:gd name="T75" fmla="*/ 214 h 254"/>
                      <a:gd name="T76" fmla="*/ 20 w 256"/>
                      <a:gd name="T77" fmla="*/ 194 h 254"/>
                      <a:gd name="T78" fmla="*/ 8 w 256"/>
                      <a:gd name="T79" fmla="*/ 174 h 254"/>
                      <a:gd name="T80" fmla="*/ 4 w 256"/>
                      <a:gd name="T81" fmla="*/ 162 h 254"/>
                      <a:gd name="T82" fmla="*/ 2 w 256"/>
                      <a:gd name="T83" fmla="*/ 150 h 254"/>
                      <a:gd name="T84" fmla="*/ 0 w 256"/>
                      <a:gd name="T85" fmla="*/ 138 h 254"/>
                      <a:gd name="T86" fmla="*/ 0 w 256"/>
                      <a:gd name="T87" fmla="*/ 124 h 254"/>
                      <a:gd name="T88" fmla="*/ 0 w 256"/>
                      <a:gd name="T89" fmla="*/ 124 h 254"/>
                      <a:gd name="T90" fmla="*/ 0 w 256"/>
                      <a:gd name="T91" fmla="*/ 112 h 254"/>
                      <a:gd name="T92" fmla="*/ 2 w 256"/>
                      <a:gd name="T93" fmla="*/ 98 h 254"/>
                      <a:gd name="T94" fmla="*/ 6 w 256"/>
                      <a:gd name="T95" fmla="*/ 86 h 254"/>
                      <a:gd name="T96" fmla="*/ 10 w 256"/>
                      <a:gd name="T97" fmla="*/ 76 h 254"/>
                      <a:gd name="T98" fmla="*/ 22 w 256"/>
                      <a:gd name="T99" fmla="*/ 54 h 254"/>
                      <a:gd name="T100" fmla="*/ 38 w 256"/>
                      <a:gd name="T101" fmla="*/ 36 h 254"/>
                      <a:gd name="T102" fmla="*/ 58 w 256"/>
                      <a:gd name="T103" fmla="*/ 20 h 254"/>
                      <a:gd name="T104" fmla="*/ 80 w 256"/>
                      <a:gd name="T105" fmla="*/ 10 h 254"/>
                      <a:gd name="T106" fmla="*/ 92 w 256"/>
                      <a:gd name="T107" fmla="*/ 6 h 254"/>
                      <a:gd name="T108" fmla="*/ 104 w 256"/>
                      <a:gd name="T109" fmla="*/ 2 h 254"/>
                      <a:gd name="T110" fmla="*/ 116 w 256"/>
                      <a:gd name="T111" fmla="*/ 0 h 254"/>
                      <a:gd name="T112" fmla="*/ 128 w 256"/>
                      <a:gd name="T113" fmla="*/ 0 h 254"/>
                      <a:gd name="T114" fmla="*/ 128 w 256"/>
                      <a:gd name="T115" fmla="*/ 0 h 2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256" h="254">
                        <a:moveTo>
                          <a:pt x="128" y="0"/>
                        </a:moveTo>
                        <a:lnTo>
                          <a:pt x="128" y="0"/>
                        </a:lnTo>
                        <a:lnTo>
                          <a:pt x="142" y="0"/>
                        </a:lnTo>
                        <a:lnTo>
                          <a:pt x="154" y="2"/>
                        </a:lnTo>
                        <a:lnTo>
                          <a:pt x="166" y="6"/>
                        </a:lnTo>
                        <a:lnTo>
                          <a:pt x="178" y="10"/>
                        </a:lnTo>
                        <a:lnTo>
                          <a:pt x="200" y="22"/>
                        </a:lnTo>
                        <a:lnTo>
                          <a:pt x="218" y="38"/>
                        </a:lnTo>
                        <a:lnTo>
                          <a:pt x="234" y="56"/>
                        </a:lnTo>
                        <a:lnTo>
                          <a:pt x="246" y="78"/>
                        </a:lnTo>
                        <a:lnTo>
                          <a:pt x="250" y="90"/>
                        </a:lnTo>
                        <a:lnTo>
                          <a:pt x="252" y="102"/>
                        </a:lnTo>
                        <a:lnTo>
                          <a:pt x="254" y="114"/>
                        </a:lnTo>
                        <a:lnTo>
                          <a:pt x="256" y="128"/>
                        </a:lnTo>
                        <a:lnTo>
                          <a:pt x="256" y="128"/>
                        </a:lnTo>
                        <a:lnTo>
                          <a:pt x="254" y="140"/>
                        </a:lnTo>
                        <a:lnTo>
                          <a:pt x="252" y="154"/>
                        </a:lnTo>
                        <a:lnTo>
                          <a:pt x="250" y="166"/>
                        </a:lnTo>
                        <a:lnTo>
                          <a:pt x="244" y="178"/>
                        </a:lnTo>
                        <a:lnTo>
                          <a:pt x="240" y="188"/>
                        </a:lnTo>
                        <a:lnTo>
                          <a:pt x="232" y="200"/>
                        </a:lnTo>
                        <a:lnTo>
                          <a:pt x="224" y="210"/>
                        </a:lnTo>
                        <a:lnTo>
                          <a:pt x="216" y="218"/>
                        </a:lnTo>
                        <a:lnTo>
                          <a:pt x="208" y="226"/>
                        </a:lnTo>
                        <a:lnTo>
                          <a:pt x="198" y="234"/>
                        </a:lnTo>
                        <a:lnTo>
                          <a:pt x="186" y="240"/>
                        </a:lnTo>
                        <a:lnTo>
                          <a:pt x="174" y="244"/>
                        </a:lnTo>
                        <a:lnTo>
                          <a:pt x="162" y="248"/>
                        </a:lnTo>
                        <a:lnTo>
                          <a:pt x="150" y="252"/>
                        </a:lnTo>
                        <a:lnTo>
                          <a:pt x="138" y="254"/>
                        </a:lnTo>
                        <a:lnTo>
                          <a:pt x="124" y="254"/>
                        </a:lnTo>
                        <a:lnTo>
                          <a:pt x="124" y="254"/>
                        </a:lnTo>
                        <a:lnTo>
                          <a:pt x="112" y="252"/>
                        </a:lnTo>
                        <a:lnTo>
                          <a:pt x="98" y="250"/>
                        </a:lnTo>
                        <a:lnTo>
                          <a:pt x="86" y="246"/>
                        </a:lnTo>
                        <a:lnTo>
                          <a:pt x="74" y="242"/>
                        </a:lnTo>
                        <a:lnTo>
                          <a:pt x="54" y="230"/>
                        </a:lnTo>
                        <a:lnTo>
                          <a:pt x="34" y="214"/>
                        </a:lnTo>
                        <a:lnTo>
                          <a:pt x="20" y="194"/>
                        </a:lnTo>
                        <a:lnTo>
                          <a:pt x="8" y="174"/>
                        </a:lnTo>
                        <a:lnTo>
                          <a:pt x="4" y="162"/>
                        </a:lnTo>
                        <a:lnTo>
                          <a:pt x="2" y="150"/>
                        </a:lnTo>
                        <a:lnTo>
                          <a:pt x="0" y="138"/>
                        </a:lnTo>
                        <a:lnTo>
                          <a:pt x="0" y="124"/>
                        </a:lnTo>
                        <a:lnTo>
                          <a:pt x="0" y="124"/>
                        </a:lnTo>
                        <a:lnTo>
                          <a:pt x="0" y="112"/>
                        </a:lnTo>
                        <a:lnTo>
                          <a:pt x="2" y="98"/>
                        </a:lnTo>
                        <a:lnTo>
                          <a:pt x="6" y="86"/>
                        </a:lnTo>
                        <a:lnTo>
                          <a:pt x="10" y="76"/>
                        </a:lnTo>
                        <a:lnTo>
                          <a:pt x="22" y="54"/>
                        </a:lnTo>
                        <a:lnTo>
                          <a:pt x="38" y="36"/>
                        </a:lnTo>
                        <a:lnTo>
                          <a:pt x="58" y="20"/>
                        </a:lnTo>
                        <a:lnTo>
                          <a:pt x="80" y="10"/>
                        </a:lnTo>
                        <a:lnTo>
                          <a:pt x="92" y="6"/>
                        </a:lnTo>
                        <a:lnTo>
                          <a:pt x="104" y="2"/>
                        </a:lnTo>
                        <a:lnTo>
                          <a:pt x="116" y="0"/>
                        </a:lnTo>
                        <a:lnTo>
                          <a:pt x="128" y="0"/>
                        </a:lnTo>
                        <a:lnTo>
                          <a:pt x="128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2" name="Group 136">
                  <a:extLst>
                    <a:ext uri="{FF2B5EF4-FFF2-40B4-BE49-F238E27FC236}">
                      <a16:creationId xmlns:a16="http://schemas.microsoft.com/office/drawing/2014/main" id="{4DB36E5A-F243-13E6-CD6C-BA3146291D8D}"/>
                    </a:ext>
                  </a:extLst>
                </p:cNvPr>
                <p:cNvGrpSpPr/>
                <p:nvPr/>
              </p:nvGrpSpPr>
              <p:grpSpPr>
                <a:xfrm>
                  <a:off x="5219445" y="3567804"/>
                  <a:ext cx="413070" cy="413071"/>
                  <a:chOff x="798513" y="1881188"/>
                  <a:chExt cx="554037" cy="554038"/>
                </a:xfrm>
                <a:solidFill>
                  <a:schemeClr val="bg1">
                    <a:lumMod val="65000"/>
                  </a:schemeClr>
                </a:solidFill>
              </p:grpSpPr>
              <p:sp>
                <p:nvSpPr>
                  <p:cNvPr id="65" name="Freeform 829">
                    <a:extLst>
                      <a:ext uri="{FF2B5EF4-FFF2-40B4-BE49-F238E27FC236}">
                        <a16:creationId xmlns:a16="http://schemas.microsoft.com/office/drawing/2014/main" id="{7EFDE6BC-F8F9-DD4B-A412-AA05109BE76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981075" y="1881188"/>
                    <a:ext cx="371475" cy="373063"/>
                  </a:xfrm>
                  <a:custGeom>
                    <a:avLst/>
                    <a:gdLst>
                      <a:gd name="T0" fmla="*/ 805 w 936"/>
                      <a:gd name="T1" fmla="*/ 329 h 936"/>
                      <a:gd name="T2" fmla="*/ 838 w 936"/>
                      <a:gd name="T3" fmla="*/ 207 h 936"/>
                      <a:gd name="T4" fmla="*/ 838 w 936"/>
                      <a:gd name="T5" fmla="*/ 178 h 936"/>
                      <a:gd name="T6" fmla="*/ 770 w 936"/>
                      <a:gd name="T7" fmla="*/ 107 h 936"/>
                      <a:gd name="T8" fmla="*/ 747 w 936"/>
                      <a:gd name="T9" fmla="*/ 97 h 936"/>
                      <a:gd name="T10" fmla="*/ 654 w 936"/>
                      <a:gd name="T11" fmla="*/ 154 h 936"/>
                      <a:gd name="T12" fmla="*/ 558 w 936"/>
                      <a:gd name="T13" fmla="*/ 114 h 936"/>
                      <a:gd name="T14" fmla="*/ 537 w 936"/>
                      <a:gd name="T15" fmla="*/ 12 h 936"/>
                      <a:gd name="T16" fmla="*/ 511 w 936"/>
                      <a:gd name="T17" fmla="*/ 0 h 936"/>
                      <a:gd name="T18" fmla="*/ 411 w 936"/>
                      <a:gd name="T19" fmla="*/ 2 h 936"/>
                      <a:gd name="T20" fmla="*/ 391 w 936"/>
                      <a:gd name="T21" fmla="*/ 22 h 936"/>
                      <a:gd name="T22" fmla="*/ 326 w 936"/>
                      <a:gd name="T23" fmla="*/ 132 h 936"/>
                      <a:gd name="T24" fmla="*/ 205 w 936"/>
                      <a:gd name="T25" fmla="*/ 100 h 936"/>
                      <a:gd name="T26" fmla="*/ 184 w 936"/>
                      <a:gd name="T27" fmla="*/ 97 h 936"/>
                      <a:gd name="T28" fmla="*/ 106 w 936"/>
                      <a:gd name="T29" fmla="*/ 167 h 936"/>
                      <a:gd name="T30" fmla="*/ 96 w 936"/>
                      <a:gd name="T31" fmla="*/ 188 h 936"/>
                      <a:gd name="T32" fmla="*/ 153 w 936"/>
                      <a:gd name="T33" fmla="*/ 283 h 936"/>
                      <a:gd name="T34" fmla="*/ 114 w 936"/>
                      <a:gd name="T35" fmla="*/ 376 h 936"/>
                      <a:gd name="T36" fmla="*/ 12 w 936"/>
                      <a:gd name="T37" fmla="*/ 398 h 936"/>
                      <a:gd name="T38" fmla="*/ 0 w 936"/>
                      <a:gd name="T39" fmla="*/ 424 h 936"/>
                      <a:gd name="T40" fmla="*/ 2 w 936"/>
                      <a:gd name="T41" fmla="*/ 522 h 936"/>
                      <a:gd name="T42" fmla="*/ 22 w 936"/>
                      <a:gd name="T43" fmla="*/ 543 h 936"/>
                      <a:gd name="T44" fmla="*/ 132 w 936"/>
                      <a:gd name="T45" fmla="*/ 608 h 936"/>
                      <a:gd name="T46" fmla="*/ 101 w 936"/>
                      <a:gd name="T47" fmla="*/ 730 h 936"/>
                      <a:gd name="T48" fmla="*/ 100 w 936"/>
                      <a:gd name="T49" fmla="*/ 758 h 936"/>
                      <a:gd name="T50" fmla="*/ 168 w 936"/>
                      <a:gd name="T51" fmla="*/ 829 h 936"/>
                      <a:gd name="T52" fmla="*/ 192 w 936"/>
                      <a:gd name="T53" fmla="*/ 839 h 936"/>
                      <a:gd name="T54" fmla="*/ 283 w 936"/>
                      <a:gd name="T55" fmla="*/ 782 h 936"/>
                      <a:gd name="T56" fmla="*/ 375 w 936"/>
                      <a:gd name="T57" fmla="*/ 820 h 936"/>
                      <a:gd name="T58" fmla="*/ 396 w 936"/>
                      <a:gd name="T59" fmla="*/ 922 h 936"/>
                      <a:gd name="T60" fmla="*/ 422 w 936"/>
                      <a:gd name="T61" fmla="*/ 935 h 936"/>
                      <a:gd name="T62" fmla="*/ 521 w 936"/>
                      <a:gd name="T63" fmla="*/ 934 h 936"/>
                      <a:gd name="T64" fmla="*/ 541 w 936"/>
                      <a:gd name="T65" fmla="*/ 914 h 936"/>
                      <a:gd name="T66" fmla="*/ 607 w 936"/>
                      <a:gd name="T67" fmla="*/ 804 h 936"/>
                      <a:gd name="T68" fmla="*/ 728 w 936"/>
                      <a:gd name="T69" fmla="*/ 836 h 936"/>
                      <a:gd name="T70" fmla="*/ 750 w 936"/>
                      <a:gd name="T71" fmla="*/ 839 h 936"/>
                      <a:gd name="T72" fmla="*/ 829 w 936"/>
                      <a:gd name="T73" fmla="*/ 769 h 936"/>
                      <a:gd name="T74" fmla="*/ 838 w 936"/>
                      <a:gd name="T75" fmla="*/ 749 h 936"/>
                      <a:gd name="T76" fmla="*/ 781 w 936"/>
                      <a:gd name="T77" fmla="*/ 654 h 936"/>
                      <a:gd name="T78" fmla="*/ 820 w 936"/>
                      <a:gd name="T79" fmla="*/ 560 h 936"/>
                      <a:gd name="T80" fmla="*/ 924 w 936"/>
                      <a:gd name="T81" fmla="*/ 538 h 936"/>
                      <a:gd name="T82" fmla="*/ 936 w 936"/>
                      <a:gd name="T83" fmla="*/ 513 h 936"/>
                      <a:gd name="T84" fmla="*/ 934 w 936"/>
                      <a:gd name="T85" fmla="*/ 414 h 936"/>
                      <a:gd name="T86" fmla="*/ 914 w 936"/>
                      <a:gd name="T87" fmla="*/ 395 h 936"/>
                      <a:gd name="T88" fmla="*/ 517 w 936"/>
                      <a:gd name="T89" fmla="*/ 758 h 936"/>
                      <a:gd name="T90" fmla="*/ 442 w 936"/>
                      <a:gd name="T91" fmla="*/ 760 h 936"/>
                      <a:gd name="T92" fmla="*/ 326 w 936"/>
                      <a:gd name="T93" fmla="*/ 725 h 936"/>
                      <a:gd name="T94" fmla="*/ 234 w 936"/>
                      <a:gd name="T95" fmla="*/ 647 h 936"/>
                      <a:gd name="T96" fmla="*/ 182 w 936"/>
                      <a:gd name="T97" fmla="*/ 533 h 936"/>
                      <a:gd name="T98" fmla="*/ 174 w 936"/>
                      <a:gd name="T99" fmla="*/ 445 h 936"/>
                      <a:gd name="T100" fmla="*/ 219 w 936"/>
                      <a:gd name="T101" fmla="*/ 311 h 936"/>
                      <a:gd name="T102" fmla="*/ 320 w 936"/>
                      <a:gd name="T103" fmla="*/ 213 h 936"/>
                      <a:gd name="T104" fmla="*/ 402 w 936"/>
                      <a:gd name="T105" fmla="*/ 181 h 936"/>
                      <a:gd name="T106" fmla="*/ 469 w 936"/>
                      <a:gd name="T107" fmla="*/ 173 h 936"/>
                      <a:gd name="T108" fmla="*/ 565 w 936"/>
                      <a:gd name="T109" fmla="*/ 189 h 936"/>
                      <a:gd name="T110" fmla="*/ 668 w 936"/>
                      <a:gd name="T111" fmla="*/ 252 h 936"/>
                      <a:gd name="T112" fmla="*/ 739 w 936"/>
                      <a:gd name="T113" fmla="*/ 353 h 936"/>
                      <a:gd name="T114" fmla="*/ 760 w 936"/>
                      <a:gd name="T115" fmla="*/ 431 h 936"/>
                      <a:gd name="T116" fmla="*/ 752 w 936"/>
                      <a:gd name="T117" fmla="*/ 546 h 936"/>
                      <a:gd name="T118" fmla="*/ 683 w 936"/>
                      <a:gd name="T119" fmla="*/ 668 h 936"/>
                      <a:gd name="T120" fmla="*/ 577 w 936"/>
                      <a:gd name="T121" fmla="*/ 740 h 9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936" h="936">
                        <a:moveTo>
                          <a:pt x="909" y="393"/>
                        </a:moveTo>
                        <a:lnTo>
                          <a:pt x="821" y="378"/>
                        </a:lnTo>
                        <a:lnTo>
                          <a:pt x="821" y="378"/>
                        </a:lnTo>
                        <a:lnTo>
                          <a:pt x="814" y="353"/>
                        </a:lnTo>
                        <a:lnTo>
                          <a:pt x="805" y="329"/>
                        </a:lnTo>
                        <a:lnTo>
                          <a:pt x="795" y="307"/>
                        </a:lnTo>
                        <a:lnTo>
                          <a:pt x="783" y="284"/>
                        </a:lnTo>
                        <a:lnTo>
                          <a:pt x="834" y="212"/>
                        </a:lnTo>
                        <a:lnTo>
                          <a:pt x="834" y="212"/>
                        </a:lnTo>
                        <a:lnTo>
                          <a:pt x="838" y="207"/>
                        </a:lnTo>
                        <a:lnTo>
                          <a:pt x="839" y="202"/>
                        </a:lnTo>
                        <a:lnTo>
                          <a:pt x="840" y="196"/>
                        </a:lnTo>
                        <a:lnTo>
                          <a:pt x="840" y="189"/>
                        </a:lnTo>
                        <a:lnTo>
                          <a:pt x="839" y="184"/>
                        </a:lnTo>
                        <a:lnTo>
                          <a:pt x="838" y="178"/>
                        </a:lnTo>
                        <a:lnTo>
                          <a:pt x="835" y="173"/>
                        </a:lnTo>
                        <a:lnTo>
                          <a:pt x="831" y="169"/>
                        </a:lnTo>
                        <a:lnTo>
                          <a:pt x="800" y="138"/>
                        </a:lnTo>
                        <a:lnTo>
                          <a:pt x="770" y="107"/>
                        </a:lnTo>
                        <a:lnTo>
                          <a:pt x="770" y="107"/>
                        </a:lnTo>
                        <a:lnTo>
                          <a:pt x="765" y="103"/>
                        </a:lnTo>
                        <a:lnTo>
                          <a:pt x="759" y="100"/>
                        </a:lnTo>
                        <a:lnTo>
                          <a:pt x="753" y="98"/>
                        </a:lnTo>
                        <a:lnTo>
                          <a:pt x="747" y="97"/>
                        </a:lnTo>
                        <a:lnTo>
                          <a:pt x="747" y="97"/>
                        </a:lnTo>
                        <a:lnTo>
                          <a:pt x="742" y="98"/>
                        </a:lnTo>
                        <a:lnTo>
                          <a:pt x="737" y="100"/>
                        </a:lnTo>
                        <a:lnTo>
                          <a:pt x="732" y="101"/>
                        </a:lnTo>
                        <a:lnTo>
                          <a:pt x="727" y="103"/>
                        </a:lnTo>
                        <a:lnTo>
                          <a:pt x="654" y="154"/>
                        </a:lnTo>
                        <a:lnTo>
                          <a:pt x="654" y="154"/>
                        </a:lnTo>
                        <a:lnTo>
                          <a:pt x="632" y="142"/>
                        </a:lnTo>
                        <a:lnTo>
                          <a:pt x="608" y="131"/>
                        </a:lnTo>
                        <a:lnTo>
                          <a:pt x="583" y="122"/>
                        </a:lnTo>
                        <a:lnTo>
                          <a:pt x="558" y="114"/>
                        </a:lnTo>
                        <a:lnTo>
                          <a:pt x="543" y="28"/>
                        </a:lnTo>
                        <a:lnTo>
                          <a:pt x="543" y="28"/>
                        </a:lnTo>
                        <a:lnTo>
                          <a:pt x="542" y="22"/>
                        </a:lnTo>
                        <a:lnTo>
                          <a:pt x="540" y="17"/>
                        </a:lnTo>
                        <a:lnTo>
                          <a:pt x="537" y="12"/>
                        </a:lnTo>
                        <a:lnTo>
                          <a:pt x="532" y="9"/>
                        </a:lnTo>
                        <a:lnTo>
                          <a:pt x="528" y="5"/>
                        </a:lnTo>
                        <a:lnTo>
                          <a:pt x="522" y="2"/>
                        </a:lnTo>
                        <a:lnTo>
                          <a:pt x="517" y="1"/>
                        </a:lnTo>
                        <a:lnTo>
                          <a:pt x="511" y="0"/>
                        </a:lnTo>
                        <a:lnTo>
                          <a:pt x="467" y="0"/>
                        </a:lnTo>
                        <a:lnTo>
                          <a:pt x="424" y="0"/>
                        </a:lnTo>
                        <a:lnTo>
                          <a:pt x="424" y="0"/>
                        </a:lnTo>
                        <a:lnTo>
                          <a:pt x="417" y="0"/>
                        </a:lnTo>
                        <a:lnTo>
                          <a:pt x="411" y="2"/>
                        </a:lnTo>
                        <a:lnTo>
                          <a:pt x="406" y="5"/>
                        </a:lnTo>
                        <a:lnTo>
                          <a:pt x="401" y="7"/>
                        </a:lnTo>
                        <a:lnTo>
                          <a:pt x="397" y="12"/>
                        </a:lnTo>
                        <a:lnTo>
                          <a:pt x="395" y="16"/>
                        </a:lnTo>
                        <a:lnTo>
                          <a:pt x="391" y="22"/>
                        </a:lnTo>
                        <a:lnTo>
                          <a:pt x="390" y="27"/>
                        </a:lnTo>
                        <a:lnTo>
                          <a:pt x="375" y="116"/>
                        </a:lnTo>
                        <a:lnTo>
                          <a:pt x="375" y="116"/>
                        </a:lnTo>
                        <a:lnTo>
                          <a:pt x="350" y="123"/>
                        </a:lnTo>
                        <a:lnTo>
                          <a:pt x="326" y="132"/>
                        </a:lnTo>
                        <a:lnTo>
                          <a:pt x="303" y="142"/>
                        </a:lnTo>
                        <a:lnTo>
                          <a:pt x="282" y="154"/>
                        </a:lnTo>
                        <a:lnTo>
                          <a:pt x="210" y="102"/>
                        </a:lnTo>
                        <a:lnTo>
                          <a:pt x="210" y="102"/>
                        </a:lnTo>
                        <a:lnTo>
                          <a:pt x="205" y="100"/>
                        </a:lnTo>
                        <a:lnTo>
                          <a:pt x="201" y="98"/>
                        </a:lnTo>
                        <a:lnTo>
                          <a:pt x="196" y="97"/>
                        </a:lnTo>
                        <a:lnTo>
                          <a:pt x="191" y="96"/>
                        </a:lnTo>
                        <a:lnTo>
                          <a:pt x="191" y="96"/>
                        </a:lnTo>
                        <a:lnTo>
                          <a:pt x="184" y="97"/>
                        </a:lnTo>
                        <a:lnTo>
                          <a:pt x="178" y="98"/>
                        </a:lnTo>
                        <a:lnTo>
                          <a:pt x="172" y="102"/>
                        </a:lnTo>
                        <a:lnTo>
                          <a:pt x="167" y="106"/>
                        </a:lnTo>
                        <a:lnTo>
                          <a:pt x="137" y="136"/>
                        </a:lnTo>
                        <a:lnTo>
                          <a:pt x="106" y="167"/>
                        </a:lnTo>
                        <a:lnTo>
                          <a:pt x="106" y="167"/>
                        </a:lnTo>
                        <a:lnTo>
                          <a:pt x="102" y="172"/>
                        </a:lnTo>
                        <a:lnTo>
                          <a:pt x="98" y="177"/>
                        </a:lnTo>
                        <a:lnTo>
                          <a:pt x="97" y="182"/>
                        </a:lnTo>
                        <a:lnTo>
                          <a:pt x="96" y="188"/>
                        </a:lnTo>
                        <a:lnTo>
                          <a:pt x="96" y="193"/>
                        </a:lnTo>
                        <a:lnTo>
                          <a:pt x="97" y="199"/>
                        </a:lnTo>
                        <a:lnTo>
                          <a:pt x="98" y="204"/>
                        </a:lnTo>
                        <a:lnTo>
                          <a:pt x="102" y="209"/>
                        </a:lnTo>
                        <a:lnTo>
                          <a:pt x="153" y="283"/>
                        </a:lnTo>
                        <a:lnTo>
                          <a:pt x="153" y="283"/>
                        </a:lnTo>
                        <a:lnTo>
                          <a:pt x="142" y="304"/>
                        </a:lnTo>
                        <a:lnTo>
                          <a:pt x="131" y="328"/>
                        </a:lnTo>
                        <a:lnTo>
                          <a:pt x="122" y="351"/>
                        </a:lnTo>
                        <a:lnTo>
                          <a:pt x="114" y="376"/>
                        </a:lnTo>
                        <a:lnTo>
                          <a:pt x="28" y="391"/>
                        </a:lnTo>
                        <a:lnTo>
                          <a:pt x="28" y="391"/>
                        </a:lnTo>
                        <a:lnTo>
                          <a:pt x="22" y="393"/>
                        </a:lnTo>
                        <a:lnTo>
                          <a:pt x="17" y="395"/>
                        </a:lnTo>
                        <a:lnTo>
                          <a:pt x="12" y="398"/>
                        </a:lnTo>
                        <a:lnTo>
                          <a:pt x="9" y="403"/>
                        </a:lnTo>
                        <a:lnTo>
                          <a:pt x="5" y="406"/>
                        </a:lnTo>
                        <a:lnTo>
                          <a:pt x="2" y="412"/>
                        </a:lnTo>
                        <a:lnTo>
                          <a:pt x="1" y="417"/>
                        </a:lnTo>
                        <a:lnTo>
                          <a:pt x="0" y="424"/>
                        </a:lnTo>
                        <a:lnTo>
                          <a:pt x="0" y="467"/>
                        </a:lnTo>
                        <a:lnTo>
                          <a:pt x="0" y="511"/>
                        </a:lnTo>
                        <a:lnTo>
                          <a:pt x="0" y="511"/>
                        </a:lnTo>
                        <a:lnTo>
                          <a:pt x="0" y="517"/>
                        </a:lnTo>
                        <a:lnTo>
                          <a:pt x="2" y="522"/>
                        </a:lnTo>
                        <a:lnTo>
                          <a:pt x="5" y="528"/>
                        </a:lnTo>
                        <a:lnTo>
                          <a:pt x="7" y="533"/>
                        </a:lnTo>
                        <a:lnTo>
                          <a:pt x="12" y="537"/>
                        </a:lnTo>
                        <a:lnTo>
                          <a:pt x="16" y="541"/>
                        </a:lnTo>
                        <a:lnTo>
                          <a:pt x="22" y="543"/>
                        </a:lnTo>
                        <a:lnTo>
                          <a:pt x="27" y="545"/>
                        </a:lnTo>
                        <a:lnTo>
                          <a:pt x="116" y="560"/>
                        </a:lnTo>
                        <a:lnTo>
                          <a:pt x="116" y="560"/>
                        </a:lnTo>
                        <a:lnTo>
                          <a:pt x="123" y="585"/>
                        </a:lnTo>
                        <a:lnTo>
                          <a:pt x="132" y="608"/>
                        </a:lnTo>
                        <a:lnTo>
                          <a:pt x="142" y="632"/>
                        </a:lnTo>
                        <a:lnTo>
                          <a:pt x="154" y="654"/>
                        </a:lnTo>
                        <a:lnTo>
                          <a:pt x="103" y="725"/>
                        </a:lnTo>
                        <a:lnTo>
                          <a:pt x="103" y="725"/>
                        </a:lnTo>
                        <a:lnTo>
                          <a:pt x="101" y="730"/>
                        </a:lnTo>
                        <a:lnTo>
                          <a:pt x="98" y="735"/>
                        </a:lnTo>
                        <a:lnTo>
                          <a:pt x="97" y="742"/>
                        </a:lnTo>
                        <a:lnTo>
                          <a:pt x="97" y="747"/>
                        </a:lnTo>
                        <a:lnTo>
                          <a:pt x="98" y="753"/>
                        </a:lnTo>
                        <a:lnTo>
                          <a:pt x="100" y="758"/>
                        </a:lnTo>
                        <a:lnTo>
                          <a:pt x="103" y="763"/>
                        </a:lnTo>
                        <a:lnTo>
                          <a:pt x="107" y="768"/>
                        </a:lnTo>
                        <a:lnTo>
                          <a:pt x="137" y="799"/>
                        </a:lnTo>
                        <a:lnTo>
                          <a:pt x="168" y="829"/>
                        </a:lnTo>
                        <a:lnTo>
                          <a:pt x="168" y="829"/>
                        </a:lnTo>
                        <a:lnTo>
                          <a:pt x="173" y="834"/>
                        </a:lnTo>
                        <a:lnTo>
                          <a:pt x="178" y="836"/>
                        </a:lnTo>
                        <a:lnTo>
                          <a:pt x="184" y="839"/>
                        </a:lnTo>
                        <a:lnTo>
                          <a:pt x="192" y="839"/>
                        </a:lnTo>
                        <a:lnTo>
                          <a:pt x="192" y="839"/>
                        </a:lnTo>
                        <a:lnTo>
                          <a:pt x="197" y="839"/>
                        </a:lnTo>
                        <a:lnTo>
                          <a:pt x="202" y="838"/>
                        </a:lnTo>
                        <a:lnTo>
                          <a:pt x="205" y="835"/>
                        </a:lnTo>
                        <a:lnTo>
                          <a:pt x="210" y="833"/>
                        </a:lnTo>
                        <a:lnTo>
                          <a:pt x="283" y="782"/>
                        </a:lnTo>
                        <a:lnTo>
                          <a:pt x="283" y="782"/>
                        </a:lnTo>
                        <a:lnTo>
                          <a:pt x="305" y="793"/>
                        </a:lnTo>
                        <a:lnTo>
                          <a:pt x="328" y="804"/>
                        </a:lnTo>
                        <a:lnTo>
                          <a:pt x="351" y="813"/>
                        </a:lnTo>
                        <a:lnTo>
                          <a:pt x="375" y="820"/>
                        </a:lnTo>
                        <a:lnTo>
                          <a:pt x="389" y="906"/>
                        </a:lnTo>
                        <a:lnTo>
                          <a:pt x="389" y="906"/>
                        </a:lnTo>
                        <a:lnTo>
                          <a:pt x="390" y="912"/>
                        </a:lnTo>
                        <a:lnTo>
                          <a:pt x="392" y="917"/>
                        </a:lnTo>
                        <a:lnTo>
                          <a:pt x="396" y="922"/>
                        </a:lnTo>
                        <a:lnTo>
                          <a:pt x="400" y="927"/>
                        </a:lnTo>
                        <a:lnTo>
                          <a:pt x="405" y="930"/>
                        </a:lnTo>
                        <a:lnTo>
                          <a:pt x="410" y="932"/>
                        </a:lnTo>
                        <a:lnTo>
                          <a:pt x="416" y="935"/>
                        </a:lnTo>
                        <a:lnTo>
                          <a:pt x="422" y="935"/>
                        </a:lnTo>
                        <a:lnTo>
                          <a:pt x="466" y="935"/>
                        </a:lnTo>
                        <a:lnTo>
                          <a:pt x="510" y="936"/>
                        </a:lnTo>
                        <a:lnTo>
                          <a:pt x="510" y="936"/>
                        </a:lnTo>
                        <a:lnTo>
                          <a:pt x="516" y="935"/>
                        </a:lnTo>
                        <a:lnTo>
                          <a:pt x="521" y="934"/>
                        </a:lnTo>
                        <a:lnTo>
                          <a:pt x="526" y="931"/>
                        </a:lnTo>
                        <a:lnTo>
                          <a:pt x="531" y="927"/>
                        </a:lnTo>
                        <a:lnTo>
                          <a:pt x="535" y="924"/>
                        </a:lnTo>
                        <a:lnTo>
                          <a:pt x="538" y="919"/>
                        </a:lnTo>
                        <a:lnTo>
                          <a:pt x="541" y="914"/>
                        </a:lnTo>
                        <a:lnTo>
                          <a:pt x="542" y="907"/>
                        </a:lnTo>
                        <a:lnTo>
                          <a:pt x="557" y="820"/>
                        </a:lnTo>
                        <a:lnTo>
                          <a:pt x="557" y="820"/>
                        </a:lnTo>
                        <a:lnTo>
                          <a:pt x="582" y="813"/>
                        </a:lnTo>
                        <a:lnTo>
                          <a:pt x="607" y="804"/>
                        </a:lnTo>
                        <a:lnTo>
                          <a:pt x="629" y="794"/>
                        </a:lnTo>
                        <a:lnTo>
                          <a:pt x="652" y="782"/>
                        </a:lnTo>
                        <a:lnTo>
                          <a:pt x="724" y="834"/>
                        </a:lnTo>
                        <a:lnTo>
                          <a:pt x="724" y="834"/>
                        </a:lnTo>
                        <a:lnTo>
                          <a:pt x="728" y="836"/>
                        </a:lnTo>
                        <a:lnTo>
                          <a:pt x="733" y="839"/>
                        </a:lnTo>
                        <a:lnTo>
                          <a:pt x="738" y="839"/>
                        </a:lnTo>
                        <a:lnTo>
                          <a:pt x="743" y="840"/>
                        </a:lnTo>
                        <a:lnTo>
                          <a:pt x="743" y="840"/>
                        </a:lnTo>
                        <a:lnTo>
                          <a:pt x="750" y="839"/>
                        </a:lnTo>
                        <a:lnTo>
                          <a:pt x="755" y="838"/>
                        </a:lnTo>
                        <a:lnTo>
                          <a:pt x="761" y="834"/>
                        </a:lnTo>
                        <a:lnTo>
                          <a:pt x="766" y="830"/>
                        </a:lnTo>
                        <a:lnTo>
                          <a:pt x="798" y="800"/>
                        </a:lnTo>
                        <a:lnTo>
                          <a:pt x="829" y="769"/>
                        </a:lnTo>
                        <a:lnTo>
                          <a:pt x="829" y="769"/>
                        </a:lnTo>
                        <a:lnTo>
                          <a:pt x="833" y="765"/>
                        </a:lnTo>
                        <a:lnTo>
                          <a:pt x="835" y="759"/>
                        </a:lnTo>
                        <a:lnTo>
                          <a:pt x="838" y="754"/>
                        </a:lnTo>
                        <a:lnTo>
                          <a:pt x="838" y="749"/>
                        </a:lnTo>
                        <a:lnTo>
                          <a:pt x="838" y="743"/>
                        </a:lnTo>
                        <a:lnTo>
                          <a:pt x="838" y="737"/>
                        </a:lnTo>
                        <a:lnTo>
                          <a:pt x="835" y="732"/>
                        </a:lnTo>
                        <a:lnTo>
                          <a:pt x="833" y="727"/>
                        </a:lnTo>
                        <a:lnTo>
                          <a:pt x="781" y="654"/>
                        </a:lnTo>
                        <a:lnTo>
                          <a:pt x="781" y="654"/>
                        </a:lnTo>
                        <a:lnTo>
                          <a:pt x="794" y="632"/>
                        </a:lnTo>
                        <a:lnTo>
                          <a:pt x="804" y="608"/>
                        </a:lnTo>
                        <a:lnTo>
                          <a:pt x="813" y="585"/>
                        </a:lnTo>
                        <a:lnTo>
                          <a:pt x="820" y="560"/>
                        </a:lnTo>
                        <a:lnTo>
                          <a:pt x="907" y="546"/>
                        </a:lnTo>
                        <a:lnTo>
                          <a:pt x="907" y="546"/>
                        </a:lnTo>
                        <a:lnTo>
                          <a:pt x="914" y="545"/>
                        </a:lnTo>
                        <a:lnTo>
                          <a:pt x="919" y="542"/>
                        </a:lnTo>
                        <a:lnTo>
                          <a:pt x="924" y="538"/>
                        </a:lnTo>
                        <a:lnTo>
                          <a:pt x="927" y="535"/>
                        </a:lnTo>
                        <a:lnTo>
                          <a:pt x="931" y="530"/>
                        </a:lnTo>
                        <a:lnTo>
                          <a:pt x="934" y="525"/>
                        </a:lnTo>
                        <a:lnTo>
                          <a:pt x="935" y="518"/>
                        </a:lnTo>
                        <a:lnTo>
                          <a:pt x="936" y="513"/>
                        </a:lnTo>
                        <a:lnTo>
                          <a:pt x="936" y="469"/>
                        </a:lnTo>
                        <a:lnTo>
                          <a:pt x="936" y="425"/>
                        </a:lnTo>
                        <a:lnTo>
                          <a:pt x="936" y="425"/>
                        </a:lnTo>
                        <a:lnTo>
                          <a:pt x="936" y="420"/>
                        </a:lnTo>
                        <a:lnTo>
                          <a:pt x="934" y="414"/>
                        </a:lnTo>
                        <a:lnTo>
                          <a:pt x="931" y="409"/>
                        </a:lnTo>
                        <a:lnTo>
                          <a:pt x="929" y="405"/>
                        </a:lnTo>
                        <a:lnTo>
                          <a:pt x="924" y="400"/>
                        </a:lnTo>
                        <a:lnTo>
                          <a:pt x="920" y="398"/>
                        </a:lnTo>
                        <a:lnTo>
                          <a:pt x="914" y="395"/>
                        </a:lnTo>
                        <a:lnTo>
                          <a:pt x="909" y="393"/>
                        </a:lnTo>
                        <a:lnTo>
                          <a:pt x="909" y="393"/>
                        </a:lnTo>
                        <a:close/>
                        <a:moveTo>
                          <a:pt x="533" y="754"/>
                        </a:moveTo>
                        <a:lnTo>
                          <a:pt x="533" y="754"/>
                        </a:lnTo>
                        <a:lnTo>
                          <a:pt x="517" y="758"/>
                        </a:lnTo>
                        <a:lnTo>
                          <a:pt x="501" y="760"/>
                        </a:lnTo>
                        <a:lnTo>
                          <a:pt x="483" y="762"/>
                        </a:lnTo>
                        <a:lnTo>
                          <a:pt x="467" y="762"/>
                        </a:lnTo>
                        <a:lnTo>
                          <a:pt x="467" y="762"/>
                        </a:lnTo>
                        <a:lnTo>
                          <a:pt x="442" y="760"/>
                        </a:lnTo>
                        <a:lnTo>
                          <a:pt x="419" y="758"/>
                        </a:lnTo>
                        <a:lnTo>
                          <a:pt x="394" y="752"/>
                        </a:lnTo>
                        <a:lnTo>
                          <a:pt x="371" y="745"/>
                        </a:lnTo>
                        <a:lnTo>
                          <a:pt x="348" y="737"/>
                        </a:lnTo>
                        <a:lnTo>
                          <a:pt x="326" y="725"/>
                        </a:lnTo>
                        <a:lnTo>
                          <a:pt x="305" y="713"/>
                        </a:lnTo>
                        <a:lnTo>
                          <a:pt x="287" y="698"/>
                        </a:lnTo>
                        <a:lnTo>
                          <a:pt x="268" y="683"/>
                        </a:lnTo>
                        <a:lnTo>
                          <a:pt x="250" y="666"/>
                        </a:lnTo>
                        <a:lnTo>
                          <a:pt x="234" y="647"/>
                        </a:lnTo>
                        <a:lnTo>
                          <a:pt x="220" y="627"/>
                        </a:lnTo>
                        <a:lnTo>
                          <a:pt x="208" y="604"/>
                        </a:lnTo>
                        <a:lnTo>
                          <a:pt x="197" y="582"/>
                        </a:lnTo>
                        <a:lnTo>
                          <a:pt x="188" y="558"/>
                        </a:lnTo>
                        <a:lnTo>
                          <a:pt x="182" y="533"/>
                        </a:lnTo>
                        <a:lnTo>
                          <a:pt x="182" y="533"/>
                        </a:lnTo>
                        <a:lnTo>
                          <a:pt x="178" y="518"/>
                        </a:lnTo>
                        <a:lnTo>
                          <a:pt x="176" y="503"/>
                        </a:lnTo>
                        <a:lnTo>
                          <a:pt x="174" y="475"/>
                        </a:lnTo>
                        <a:lnTo>
                          <a:pt x="174" y="445"/>
                        </a:lnTo>
                        <a:lnTo>
                          <a:pt x="178" y="416"/>
                        </a:lnTo>
                        <a:lnTo>
                          <a:pt x="184" y="389"/>
                        </a:lnTo>
                        <a:lnTo>
                          <a:pt x="193" y="361"/>
                        </a:lnTo>
                        <a:lnTo>
                          <a:pt x="204" y="336"/>
                        </a:lnTo>
                        <a:lnTo>
                          <a:pt x="219" y="311"/>
                        </a:lnTo>
                        <a:lnTo>
                          <a:pt x="234" y="288"/>
                        </a:lnTo>
                        <a:lnTo>
                          <a:pt x="253" y="267"/>
                        </a:lnTo>
                        <a:lnTo>
                          <a:pt x="273" y="247"/>
                        </a:lnTo>
                        <a:lnTo>
                          <a:pt x="295" y="229"/>
                        </a:lnTo>
                        <a:lnTo>
                          <a:pt x="320" y="213"/>
                        </a:lnTo>
                        <a:lnTo>
                          <a:pt x="345" y="201"/>
                        </a:lnTo>
                        <a:lnTo>
                          <a:pt x="359" y="194"/>
                        </a:lnTo>
                        <a:lnTo>
                          <a:pt x="373" y="189"/>
                        </a:lnTo>
                        <a:lnTo>
                          <a:pt x="387" y="184"/>
                        </a:lnTo>
                        <a:lnTo>
                          <a:pt x="402" y="181"/>
                        </a:lnTo>
                        <a:lnTo>
                          <a:pt x="402" y="181"/>
                        </a:lnTo>
                        <a:lnTo>
                          <a:pt x="419" y="177"/>
                        </a:lnTo>
                        <a:lnTo>
                          <a:pt x="435" y="176"/>
                        </a:lnTo>
                        <a:lnTo>
                          <a:pt x="452" y="174"/>
                        </a:lnTo>
                        <a:lnTo>
                          <a:pt x="469" y="173"/>
                        </a:lnTo>
                        <a:lnTo>
                          <a:pt x="469" y="173"/>
                        </a:lnTo>
                        <a:lnTo>
                          <a:pt x="493" y="174"/>
                        </a:lnTo>
                        <a:lnTo>
                          <a:pt x="517" y="178"/>
                        </a:lnTo>
                        <a:lnTo>
                          <a:pt x="542" y="183"/>
                        </a:lnTo>
                        <a:lnTo>
                          <a:pt x="565" y="189"/>
                        </a:lnTo>
                        <a:lnTo>
                          <a:pt x="588" y="199"/>
                        </a:lnTo>
                        <a:lnTo>
                          <a:pt x="609" y="209"/>
                        </a:lnTo>
                        <a:lnTo>
                          <a:pt x="631" y="222"/>
                        </a:lnTo>
                        <a:lnTo>
                          <a:pt x="649" y="237"/>
                        </a:lnTo>
                        <a:lnTo>
                          <a:pt x="668" y="252"/>
                        </a:lnTo>
                        <a:lnTo>
                          <a:pt x="685" y="269"/>
                        </a:lnTo>
                        <a:lnTo>
                          <a:pt x="702" y="288"/>
                        </a:lnTo>
                        <a:lnTo>
                          <a:pt x="715" y="309"/>
                        </a:lnTo>
                        <a:lnTo>
                          <a:pt x="728" y="330"/>
                        </a:lnTo>
                        <a:lnTo>
                          <a:pt x="739" y="353"/>
                        </a:lnTo>
                        <a:lnTo>
                          <a:pt x="748" y="376"/>
                        </a:lnTo>
                        <a:lnTo>
                          <a:pt x="754" y="401"/>
                        </a:lnTo>
                        <a:lnTo>
                          <a:pt x="754" y="401"/>
                        </a:lnTo>
                        <a:lnTo>
                          <a:pt x="758" y="416"/>
                        </a:lnTo>
                        <a:lnTo>
                          <a:pt x="760" y="431"/>
                        </a:lnTo>
                        <a:lnTo>
                          <a:pt x="761" y="446"/>
                        </a:lnTo>
                        <a:lnTo>
                          <a:pt x="761" y="461"/>
                        </a:lnTo>
                        <a:lnTo>
                          <a:pt x="761" y="490"/>
                        </a:lnTo>
                        <a:lnTo>
                          <a:pt x="758" y="518"/>
                        </a:lnTo>
                        <a:lnTo>
                          <a:pt x="752" y="546"/>
                        </a:lnTo>
                        <a:lnTo>
                          <a:pt x="743" y="573"/>
                        </a:lnTo>
                        <a:lnTo>
                          <a:pt x="730" y="600"/>
                        </a:lnTo>
                        <a:lnTo>
                          <a:pt x="717" y="623"/>
                        </a:lnTo>
                        <a:lnTo>
                          <a:pt x="700" y="647"/>
                        </a:lnTo>
                        <a:lnTo>
                          <a:pt x="683" y="668"/>
                        </a:lnTo>
                        <a:lnTo>
                          <a:pt x="662" y="688"/>
                        </a:lnTo>
                        <a:lnTo>
                          <a:pt x="641" y="705"/>
                        </a:lnTo>
                        <a:lnTo>
                          <a:pt x="616" y="722"/>
                        </a:lnTo>
                        <a:lnTo>
                          <a:pt x="591" y="735"/>
                        </a:lnTo>
                        <a:lnTo>
                          <a:pt x="577" y="740"/>
                        </a:lnTo>
                        <a:lnTo>
                          <a:pt x="562" y="745"/>
                        </a:lnTo>
                        <a:lnTo>
                          <a:pt x="548" y="750"/>
                        </a:lnTo>
                        <a:lnTo>
                          <a:pt x="533" y="754"/>
                        </a:lnTo>
                        <a:lnTo>
                          <a:pt x="533" y="754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6" name="Freeform 830">
                    <a:extLst>
                      <a:ext uri="{FF2B5EF4-FFF2-40B4-BE49-F238E27FC236}">
                        <a16:creationId xmlns:a16="http://schemas.microsoft.com/office/drawing/2014/main" id="{6EAA7069-9F91-3523-BCC5-150D7F6365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84263" y="2090738"/>
                    <a:ext cx="163513" cy="77788"/>
                  </a:xfrm>
                  <a:custGeom>
                    <a:avLst/>
                    <a:gdLst>
                      <a:gd name="T0" fmla="*/ 374 w 412"/>
                      <a:gd name="T1" fmla="*/ 42 h 197"/>
                      <a:gd name="T2" fmla="*/ 337 w 412"/>
                      <a:gd name="T3" fmla="*/ 30 h 197"/>
                      <a:gd name="T4" fmla="*/ 308 w 412"/>
                      <a:gd name="T5" fmla="*/ 16 h 197"/>
                      <a:gd name="T6" fmla="*/ 280 w 412"/>
                      <a:gd name="T7" fmla="*/ 0 h 197"/>
                      <a:gd name="T8" fmla="*/ 240 w 412"/>
                      <a:gd name="T9" fmla="*/ 123 h 197"/>
                      <a:gd name="T10" fmla="*/ 235 w 412"/>
                      <a:gd name="T11" fmla="*/ 140 h 197"/>
                      <a:gd name="T12" fmla="*/ 218 w 412"/>
                      <a:gd name="T13" fmla="*/ 91 h 197"/>
                      <a:gd name="T14" fmla="*/ 230 w 412"/>
                      <a:gd name="T15" fmla="*/ 71 h 197"/>
                      <a:gd name="T16" fmla="*/ 234 w 412"/>
                      <a:gd name="T17" fmla="*/ 56 h 197"/>
                      <a:gd name="T18" fmla="*/ 234 w 412"/>
                      <a:gd name="T19" fmla="*/ 45 h 197"/>
                      <a:gd name="T20" fmla="*/ 229 w 412"/>
                      <a:gd name="T21" fmla="*/ 39 h 197"/>
                      <a:gd name="T22" fmla="*/ 214 w 412"/>
                      <a:gd name="T23" fmla="*/ 32 h 197"/>
                      <a:gd name="T24" fmla="*/ 207 w 412"/>
                      <a:gd name="T25" fmla="*/ 32 h 197"/>
                      <a:gd name="T26" fmla="*/ 190 w 412"/>
                      <a:gd name="T27" fmla="*/ 35 h 197"/>
                      <a:gd name="T28" fmla="*/ 182 w 412"/>
                      <a:gd name="T29" fmla="*/ 41 h 197"/>
                      <a:gd name="T30" fmla="*/ 178 w 412"/>
                      <a:gd name="T31" fmla="*/ 50 h 197"/>
                      <a:gd name="T32" fmla="*/ 179 w 412"/>
                      <a:gd name="T33" fmla="*/ 62 h 197"/>
                      <a:gd name="T34" fmla="*/ 188 w 412"/>
                      <a:gd name="T35" fmla="*/ 80 h 197"/>
                      <a:gd name="T36" fmla="*/ 177 w 412"/>
                      <a:gd name="T37" fmla="*/ 141 h 197"/>
                      <a:gd name="T38" fmla="*/ 133 w 412"/>
                      <a:gd name="T39" fmla="*/ 0 h 197"/>
                      <a:gd name="T40" fmla="*/ 125 w 412"/>
                      <a:gd name="T41" fmla="*/ 5 h 197"/>
                      <a:gd name="T42" fmla="*/ 91 w 412"/>
                      <a:gd name="T43" fmla="*/ 24 h 197"/>
                      <a:gd name="T44" fmla="*/ 57 w 412"/>
                      <a:gd name="T45" fmla="*/ 37 h 197"/>
                      <a:gd name="T46" fmla="*/ 38 w 412"/>
                      <a:gd name="T47" fmla="*/ 44 h 197"/>
                      <a:gd name="T48" fmla="*/ 22 w 412"/>
                      <a:gd name="T49" fmla="*/ 51 h 197"/>
                      <a:gd name="T50" fmla="*/ 11 w 412"/>
                      <a:gd name="T51" fmla="*/ 62 h 197"/>
                      <a:gd name="T52" fmla="*/ 3 w 412"/>
                      <a:gd name="T53" fmla="*/ 77 h 197"/>
                      <a:gd name="T54" fmla="*/ 0 w 412"/>
                      <a:gd name="T55" fmla="*/ 92 h 197"/>
                      <a:gd name="T56" fmla="*/ 10 w 412"/>
                      <a:gd name="T57" fmla="*/ 105 h 197"/>
                      <a:gd name="T58" fmla="*/ 30 w 412"/>
                      <a:gd name="T59" fmla="*/ 126 h 197"/>
                      <a:gd name="T60" fmla="*/ 52 w 412"/>
                      <a:gd name="T61" fmla="*/ 145 h 197"/>
                      <a:gd name="T62" fmla="*/ 76 w 412"/>
                      <a:gd name="T63" fmla="*/ 161 h 197"/>
                      <a:gd name="T64" fmla="*/ 102 w 412"/>
                      <a:gd name="T65" fmla="*/ 174 h 197"/>
                      <a:gd name="T66" fmla="*/ 130 w 412"/>
                      <a:gd name="T67" fmla="*/ 186 h 197"/>
                      <a:gd name="T68" fmla="*/ 159 w 412"/>
                      <a:gd name="T69" fmla="*/ 192 h 197"/>
                      <a:gd name="T70" fmla="*/ 190 w 412"/>
                      <a:gd name="T71" fmla="*/ 196 h 197"/>
                      <a:gd name="T72" fmla="*/ 205 w 412"/>
                      <a:gd name="T73" fmla="*/ 197 h 197"/>
                      <a:gd name="T74" fmla="*/ 234 w 412"/>
                      <a:gd name="T75" fmla="*/ 194 h 197"/>
                      <a:gd name="T76" fmla="*/ 263 w 412"/>
                      <a:gd name="T77" fmla="*/ 189 h 197"/>
                      <a:gd name="T78" fmla="*/ 285 w 412"/>
                      <a:gd name="T79" fmla="*/ 183 h 197"/>
                      <a:gd name="T80" fmla="*/ 327 w 412"/>
                      <a:gd name="T81" fmla="*/ 166 h 197"/>
                      <a:gd name="T82" fmla="*/ 365 w 412"/>
                      <a:gd name="T83" fmla="*/ 141 h 197"/>
                      <a:gd name="T84" fmla="*/ 397 w 412"/>
                      <a:gd name="T85" fmla="*/ 108 h 197"/>
                      <a:gd name="T86" fmla="*/ 412 w 412"/>
                      <a:gd name="T87" fmla="*/ 91 h 197"/>
                      <a:gd name="T88" fmla="*/ 408 w 412"/>
                      <a:gd name="T89" fmla="*/ 76 h 197"/>
                      <a:gd name="T90" fmla="*/ 401 w 412"/>
                      <a:gd name="T91" fmla="*/ 61 h 197"/>
                      <a:gd name="T92" fmla="*/ 390 w 412"/>
                      <a:gd name="T93" fmla="*/ 50 h 197"/>
                      <a:gd name="T94" fmla="*/ 374 w 412"/>
                      <a:gd name="T95" fmla="*/ 42 h 1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</a:cxnLst>
                    <a:rect l="0" t="0" r="r" b="b"/>
                    <a:pathLst>
                      <a:path w="412" h="197">
                        <a:moveTo>
                          <a:pt x="374" y="42"/>
                        </a:moveTo>
                        <a:lnTo>
                          <a:pt x="374" y="42"/>
                        </a:lnTo>
                        <a:lnTo>
                          <a:pt x="355" y="37"/>
                        </a:lnTo>
                        <a:lnTo>
                          <a:pt x="337" y="30"/>
                        </a:lnTo>
                        <a:lnTo>
                          <a:pt x="321" y="24"/>
                        </a:lnTo>
                        <a:lnTo>
                          <a:pt x="308" y="16"/>
                        </a:lnTo>
                        <a:lnTo>
                          <a:pt x="288" y="5"/>
                        </a:lnTo>
                        <a:lnTo>
                          <a:pt x="280" y="0"/>
                        </a:lnTo>
                        <a:lnTo>
                          <a:pt x="246" y="103"/>
                        </a:lnTo>
                        <a:lnTo>
                          <a:pt x="240" y="123"/>
                        </a:lnTo>
                        <a:lnTo>
                          <a:pt x="240" y="123"/>
                        </a:lnTo>
                        <a:lnTo>
                          <a:pt x="235" y="140"/>
                        </a:lnTo>
                        <a:lnTo>
                          <a:pt x="218" y="91"/>
                        </a:lnTo>
                        <a:lnTo>
                          <a:pt x="218" y="91"/>
                        </a:lnTo>
                        <a:lnTo>
                          <a:pt x="225" y="80"/>
                        </a:lnTo>
                        <a:lnTo>
                          <a:pt x="230" y="71"/>
                        </a:lnTo>
                        <a:lnTo>
                          <a:pt x="233" y="62"/>
                        </a:lnTo>
                        <a:lnTo>
                          <a:pt x="234" y="56"/>
                        </a:lnTo>
                        <a:lnTo>
                          <a:pt x="234" y="50"/>
                        </a:lnTo>
                        <a:lnTo>
                          <a:pt x="234" y="45"/>
                        </a:lnTo>
                        <a:lnTo>
                          <a:pt x="231" y="41"/>
                        </a:lnTo>
                        <a:lnTo>
                          <a:pt x="229" y="39"/>
                        </a:lnTo>
                        <a:lnTo>
                          <a:pt x="221" y="35"/>
                        </a:lnTo>
                        <a:lnTo>
                          <a:pt x="214" y="32"/>
                        </a:lnTo>
                        <a:lnTo>
                          <a:pt x="207" y="32"/>
                        </a:lnTo>
                        <a:lnTo>
                          <a:pt x="207" y="32"/>
                        </a:lnTo>
                        <a:lnTo>
                          <a:pt x="198" y="32"/>
                        </a:lnTo>
                        <a:lnTo>
                          <a:pt x="190" y="35"/>
                        </a:lnTo>
                        <a:lnTo>
                          <a:pt x="184" y="39"/>
                        </a:lnTo>
                        <a:lnTo>
                          <a:pt x="182" y="41"/>
                        </a:lnTo>
                        <a:lnTo>
                          <a:pt x="179" y="45"/>
                        </a:lnTo>
                        <a:lnTo>
                          <a:pt x="178" y="50"/>
                        </a:lnTo>
                        <a:lnTo>
                          <a:pt x="178" y="56"/>
                        </a:lnTo>
                        <a:lnTo>
                          <a:pt x="179" y="62"/>
                        </a:lnTo>
                        <a:lnTo>
                          <a:pt x="183" y="71"/>
                        </a:lnTo>
                        <a:lnTo>
                          <a:pt x="188" y="80"/>
                        </a:lnTo>
                        <a:lnTo>
                          <a:pt x="194" y="91"/>
                        </a:lnTo>
                        <a:lnTo>
                          <a:pt x="177" y="141"/>
                        </a:lnTo>
                        <a:lnTo>
                          <a:pt x="172" y="123"/>
                        </a:lnTo>
                        <a:lnTo>
                          <a:pt x="133" y="0"/>
                        </a:lnTo>
                        <a:lnTo>
                          <a:pt x="133" y="0"/>
                        </a:lnTo>
                        <a:lnTo>
                          <a:pt x="125" y="5"/>
                        </a:lnTo>
                        <a:lnTo>
                          <a:pt x="104" y="16"/>
                        </a:lnTo>
                        <a:lnTo>
                          <a:pt x="91" y="24"/>
                        </a:lnTo>
                        <a:lnTo>
                          <a:pt x="74" y="31"/>
                        </a:lnTo>
                        <a:lnTo>
                          <a:pt x="57" y="37"/>
                        </a:lnTo>
                        <a:lnTo>
                          <a:pt x="38" y="44"/>
                        </a:lnTo>
                        <a:lnTo>
                          <a:pt x="38" y="44"/>
                        </a:lnTo>
                        <a:lnTo>
                          <a:pt x="30" y="46"/>
                        </a:lnTo>
                        <a:lnTo>
                          <a:pt x="22" y="51"/>
                        </a:lnTo>
                        <a:lnTo>
                          <a:pt x="16" y="56"/>
                        </a:lnTo>
                        <a:lnTo>
                          <a:pt x="11" y="62"/>
                        </a:lnTo>
                        <a:lnTo>
                          <a:pt x="7" y="70"/>
                        </a:lnTo>
                        <a:lnTo>
                          <a:pt x="3" y="77"/>
                        </a:lnTo>
                        <a:lnTo>
                          <a:pt x="1" y="85"/>
                        </a:lnTo>
                        <a:lnTo>
                          <a:pt x="0" y="92"/>
                        </a:lnTo>
                        <a:lnTo>
                          <a:pt x="0" y="92"/>
                        </a:lnTo>
                        <a:lnTo>
                          <a:pt x="10" y="105"/>
                        </a:lnTo>
                        <a:lnTo>
                          <a:pt x="18" y="116"/>
                        </a:lnTo>
                        <a:lnTo>
                          <a:pt x="30" y="126"/>
                        </a:lnTo>
                        <a:lnTo>
                          <a:pt x="39" y="136"/>
                        </a:lnTo>
                        <a:lnTo>
                          <a:pt x="52" y="145"/>
                        </a:lnTo>
                        <a:lnTo>
                          <a:pt x="63" y="153"/>
                        </a:lnTo>
                        <a:lnTo>
                          <a:pt x="76" y="161"/>
                        </a:lnTo>
                        <a:lnTo>
                          <a:pt x="89" y="168"/>
                        </a:lnTo>
                        <a:lnTo>
                          <a:pt x="102" y="174"/>
                        </a:lnTo>
                        <a:lnTo>
                          <a:pt x="116" y="181"/>
                        </a:lnTo>
                        <a:lnTo>
                          <a:pt x="130" y="186"/>
                        </a:lnTo>
                        <a:lnTo>
                          <a:pt x="144" y="189"/>
                        </a:lnTo>
                        <a:lnTo>
                          <a:pt x="159" y="192"/>
                        </a:lnTo>
                        <a:lnTo>
                          <a:pt x="174" y="194"/>
                        </a:lnTo>
                        <a:lnTo>
                          <a:pt x="190" y="196"/>
                        </a:lnTo>
                        <a:lnTo>
                          <a:pt x="205" y="197"/>
                        </a:lnTo>
                        <a:lnTo>
                          <a:pt x="205" y="197"/>
                        </a:lnTo>
                        <a:lnTo>
                          <a:pt x="220" y="196"/>
                        </a:lnTo>
                        <a:lnTo>
                          <a:pt x="234" y="194"/>
                        </a:lnTo>
                        <a:lnTo>
                          <a:pt x="249" y="193"/>
                        </a:lnTo>
                        <a:lnTo>
                          <a:pt x="263" y="189"/>
                        </a:lnTo>
                        <a:lnTo>
                          <a:pt x="263" y="189"/>
                        </a:lnTo>
                        <a:lnTo>
                          <a:pt x="285" y="183"/>
                        </a:lnTo>
                        <a:lnTo>
                          <a:pt x="306" y="176"/>
                        </a:lnTo>
                        <a:lnTo>
                          <a:pt x="327" y="166"/>
                        </a:lnTo>
                        <a:lnTo>
                          <a:pt x="346" y="155"/>
                        </a:lnTo>
                        <a:lnTo>
                          <a:pt x="365" y="141"/>
                        </a:lnTo>
                        <a:lnTo>
                          <a:pt x="382" y="126"/>
                        </a:lnTo>
                        <a:lnTo>
                          <a:pt x="397" y="108"/>
                        </a:lnTo>
                        <a:lnTo>
                          <a:pt x="412" y="91"/>
                        </a:lnTo>
                        <a:lnTo>
                          <a:pt x="412" y="91"/>
                        </a:lnTo>
                        <a:lnTo>
                          <a:pt x="411" y="83"/>
                        </a:lnTo>
                        <a:lnTo>
                          <a:pt x="408" y="76"/>
                        </a:lnTo>
                        <a:lnTo>
                          <a:pt x="405" y="69"/>
                        </a:lnTo>
                        <a:lnTo>
                          <a:pt x="401" y="61"/>
                        </a:lnTo>
                        <a:lnTo>
                          <a:pt x="396" y="55"/>
                        </a:lnTo>
                        <a:lnTo>
                          <a:pt x="390" y="50"/>
                        </a:lnTo>
                        <a:lnTo>
                          <a:pt x="382" y="46"/>
                        </a:lnTo>
                        <a:lnTo>
                          <a:pt x="374" y="42"/>
                        </a:lnTo>
                        <a:lnTo>
                          <a:pt x="374" y="4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7" name="Freeform 831">
                    <a:extLst>
                      <a:ext uri="{FF2B5EF4-FFF2-40B4-BE49-F238E27FC236}">
                        <a16:creationId xmlns:a16="http://schemas.microsoft.com/office/drawing/2014/main" id="{CDB70273-9EE3-C80E-EFA4-67ED9494069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98513" y="2085976"/>
                    <a:ext cx="225425" cy="225425"/>
                  </a:xfrm>
                  <a:custGeom>
                    <a:avLst/>
                    <a:gdLst>
                      <a:gd name="T0" fmla="*/ 478 w 569"/>
                      <a:gd name="T1" fmla="*/ 489 h 569"/>
                      <a:gd name="T2" fmla="*/ 453 w 569"/>
                      <a:gd name="T3" fmla="*/ 427 h 569"/>
                      <a:gd name="T4" fmla="*/ 486 w 569"/>
                      <a:gd name="T5" fmla="*/ 375 h 569"/>
                      <a:gd name="T6" fmla="*/ 553 w 569"/>
                      <a:gd name="T7" fmla="*/ 370 h 569"/>
                      <a:gd name="T8" fmla="*/ 569 w 569"/>
                      <a:gd name="T9" fmla="*/ 305 h 569"/>
                      <a:gd name="T10" fmla="*/ 560 w 569"/>
                      <a:gd name="T11" fmla="*/ 286 h 569"/>
                      <a:gd name="T12" fmla="*/ 501 w 569"/>
                      <a:gd name="T13" fmla="*/ 250 h 569"/>
                      <a:gd name="T14" fmla="*/ 528 w 569"/>
                      <a:gd name="T15" fmla="*/ 168 h 569"/>
                      <a:gd name="T16" fmla="*/ 533 w 569"/>
                      <a:gd name="T17" fmla="*/ 148 h 569"/>
                      <a:gd name="T18" fmla="*/ 500 w 569"/>
                      <a:gd name="T19" fmla="*/ 99 h 569"/>
                      <a:gd name="T20" fmla="*/ 486 w 569"/>
                      <a:gd name="T21" fmla="*/ 90 h 569"/>
                      <a:gd name="T22" fmla="*/ 427 w 569"/>
                      <a:gd name="T23" fmla="*/ 115 h 569"/>
                      <a:gd name="T24" fmla="*/ 387 w 569"/>
                      <a:gd name="T25" fmla="*/ 89 h 569"/>
                      <a:gd name="T26" fmla="*/ 372 w 569"/>
                      <a:gd name="T27" fmla="*/ 22 h 569"/>
                      <a:gd name="T28" fmla="*/ 329 w 569"/>
                      <a:gd name="T29" fmla="*/ 4 h 569"/>
                      <a:gd name="T30" fmla="*/ 290 w 569"/>
                      <a:gd name="T31" fmla="*/ 3 h 569"/>
                      <a:gd name="T32" fmla="*/ 263 w 569"/>
                      <a:gd name="T33" fmla="*/ 65 h 569"/>
                      <a:gd name="T34" fmla="*/ 202 w 569"/>
                      <a:gd name="T35" fmla="*/ 79 h 569"/>
                      <a:gd name="T36" fmla="*/ 155 w 569"/>
                      <a:gd name="T37" fmla="*/ 35 h 569"/>
                      <a:gd name="T38" fmla="*/ 144 w 569"/>
                      <a:gd name="T39" fmla="*/ 37 h 569"/>
                      <a:gd name="T40" fmla="*/ 91 w 569"/>
                      <a:gd name="T41" fmla="*/ 74 h 569"/>
                      <a:gd name="T42" fmla="*/ 114 w 569"/>
                      <a:gd name="T43" fmla="*/ 143 h 569"/>
                      <a:gd name="T44" fmla="*/ 89 w 569"/>
                      <a:gd name="T45" fmla="*/ 181 h 569"/>
                      <a:gd name="T46" fmla="*/ 21 w 569"/>
                      <a:gd name="T47" fmla="*/ 196 h 569"/>
                      <a:gd name="T48" fmla="*/ 4 w 569"/>
                      <a:gd name="T49" fmla="*/ 239 h 569"/>
                      <a:gd name="T50" fmla="*/ 3 w 569"/>
                      <a:gd name="T51" fmla="*/ 279 h 569"/>
                      <a:gd name="T52" fmla="*/ 65 w 569"/>
                      <a:gd name="T53" fmla="*/ 305 h 569"/>
                      <a:gd name="T54" fmla="*/ 79 w 569"/>
                      <a:gd name="T55" fmla="*/ 366 h 569"/>
                      <a:gd name="T56" fmla="*/ 35 w 569"/>
                      <a:gd name="T57" fmla="*/ 416 h 569"/>
                      <a:gd name="T58" fmla="*/ 69 w 569"/>
                      <a:gd name="T59" fmla="*/ 472 h 569"/>
                      <a:gd name="T60" fmla="*/ 79 w 569"/>
                      <a:gd name="T61" fmla="*/ 479 h 569"/>
                      <a:gd name="T62" fmla="*/ 95 w 569"/>
                      <a:gd name="T63" fmla="*/ 478 h 569"/>
                      <a:gd name="T64" fmla="*/ 167 w 569"/>
                      <a:gd name="T65" fmla="*/ 472 h 569"/>
                      <a:gd name="T66" fmla="*/ 195 w 569"/>
                      <a:gd name="T67" fmla="*/ 540 h 569"/>
                      <a:gd name="T68" fmla="*/ 211 w 569"/>
                      <a:gd name="T69" fmla="*/ 560 h 569"/>
                      <a:gd name="T70" fmla="*/ 271 w 569"/>
                      <a:gd name="T71" fmla="*/ 569 h 569"/>
                      <a:gd name="T72" fmla="*/ 303 w 569"/>
                      <a:gd name="T73" fmla="*/ 505 h 569"/>
                      <a:gd name="T74" fmla="*/ 349 w 569"/>
                      <a:gd name="T75" fmla="*/ 497 h 569"/>
                      <a:gd name="T76" fmla="*/ 407 w 569"/>
                      <a:gd name="T77" fmla="*/ 533 h 569"/>
                      <a:gd name="T78" fmla="*/ 420 w 569"/>
                      <a:gd name="T79" fmla="*/ 534 h 569"/>
                      <a:gd name="T80" fmla="*/ 470 w 569"/>
                      <a:gd name="T81" fmla="*/ 500 h 569"/>
                      <a:gd name="T82" fmla="*/ 395 w 569"/>
                      <a:gd name="T83" fmla="*/ 317 h 569"/>
                      <a:gd name="T84" fmla="*/ 374 w 569"/>
                      <a:gd name="T85" fmla="*/ 357 h 569"/>
                      <a:gd name="T86" fmla="*/ 341 w 569"/>
                      <a:gd name="T87" fmla="*/ 386 h 569"/>
                      <a:gd name="T88" fmla="*/ 298 w 569"/>
                      <a:gd name="T89" fmla="*/ 399 h 569"/>
                      <a:gd name="T90" fmla="*/ 262 w 569"/>
                      <a:gd name="T91" fmla="*/ 399 h 569"/>
                      <a:gd name="T92" fmla="*/ 221 w 569"/>
                      <a:gd name="T93" fmla="*/ 382 h 569"/>
                      <a:gd name="T94" fmla="*/ 189 w 569"/>
                      <a:gd name="T95" fmla="*/ 351 h 569"/>
                      <a:gd name="T96" fmla="*/ 171 w 569"/>
                      <a:gd name="T97" fmla="*/ 310 h 569"/>
                      <a:gd name="T98" fmla="*/ 169 w 569"/>
                      <a:gd name="T99" fmla="*/ 275 h 569"/>
                      <a:gd name="T100" fmla="*/ 181 w 569"/>
                      <a:gd name="T101" fmla="*/ 231 h 569"/>
                      <a:gd name="T102" fmla="*/ 208 w 569"/>
                      <a:gd name="T103" fmla="*/ 196 h 569"/>
                      <a:gd name="T104" fmla="*/ 247 w 569"/>
                      <a:gd name="T105" fmla="*/ 175 h 569"/>
                      <a:gd name="T106" fmla="*/ 293 w 569"/>
                      <a:gd name="T107" fmla="*/ 169 h 569"/>
                      <a:gd name="T108" fmla="*/ 327 w 569"/>
                      <a:gd name="T109" fmla="*/ 178 h 569"/>
                      <a:gd name="T110" fmla="*/ 364 w 569"/>
                      <a:gd name="T111" fmla="*/ 201 h 569"/>
                      <a:gd name="T112" fmla="*/ 390 w 569"/>
                      <a:gd name="T113" fmla="*/ 239 h 569"/>
                      <a:gd name="T114" fmla="*/ 399 w 569"/>
                      <a:gd name="T115" fmla="*/ 282 h 5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569" h="569">
                        <a:moveTo>
                          <a:pt x="470" y="500"/>
                        </a:moveTo>
                        <a:lnTo>
                          <a:pt x="470" y="500"/>
                        </a:lnTo>
                        <a:lnTo>
                          <a:pt x="475" y="495"/>
                        </a:lnTo>
                        <a:lnTo>
                          <a:pt x="478" y="489"/>
                        </a:lnTo>
                        <a:lnTo>
                          <a:pt x="479" y="482"/>
                        </a:lnTo>
                        <a:lnTo>
                          <a:pt x="476" y="476"/>
                        </a:lnTo>
                        <a:lnTo>
                          <a:pt x="453" y="427"/>
                        </a:lnTo>
                        <a:lnTo>
                          <a:pt x="453" y="427"/>
                        </a:lnTo>
                        <a:lnTo>
                          <a:pt x="463" y="414"/>
                        </a:lnTo>
                        <a:lnTo>
                          <a:pt x="472" y="402"/>
                        </a:lnTo>
                        <a:lnTo>
                          <a:pt x="479" y="388"/>
                        </a:lnTo>
                        <a:lnTo>
                          <a:pt x="486" y="375"/>
                        </a:lnTo>
                        <a:lnTo>
                          <a:pt x="540" y="375"/>
                        </a:lnTo>
                        <a:lnTo>
                          <a:pt x="540" y="375"/>
                        </a:lnTo>
                        <a:lnTo>
                          <a:pt x="546" y="373"/>
                        </a:lnTo>
                        <a:lnTo>
                          <a:pt x="553" y="370"/>
                        </a:lnTo>
                        <a:lnTo>
                          <a:pt x="558" y="365"/>
                        </a:lnTo>
                        <a:lnTo>
                          <a:pt x="560" y="357"/>
                        </a:lnTo>
                        <a:lnTo>
                          <a:pt x="564" y="331"/>
                        </a:lnTo>
                        <a:lnTo>
                          <a:pt x="569" y="305"/>
                        </a:lnTo>
                        <a:lnTo>
                          <a:pt x="569" y="305"/>
                        </a:lnTo>
                        <a:lnTo>
                          <a:pt x="567" y="298"/>
                        </a:lnTo>
                        <a:lnTo>
                          <a:pt x="565" y="292"/>
                        </a:lnTo>
                        <a:lnTo>
                          <a:pt x="560" y="286"/>
                        </a:lnTo>
                        <a:lnTo>
                          <a:pt x="555" y="284"/>
                        </a:lnTo>
                        <a:lnTo>
                          <a:pt x="504" y="266"/>
                        </a:lnTo>
                        <a:lnTo>
                          <a:pt x="504" y="266"/>
                        </a:lnTo>
                        <a:lnTo>
                          <a:pt x="501" y="250"/>
                        </a:lnTo>
                        <a:lnTo>
                          <a:pt x="499" y="235"/>
                        </a:lnTo>
                        <a:lnTo>
                          <a:pt x="495" y="220"/>
                        </a:lnTo>
                        <a:lnTo>
                          <a:pt x="490" y="205"/>
                        </a:lnTo>
                        <a:lnTo>
                          <a:pt x="528" y="168"/>
                        </a:lnTo>
                        <a:lnTo>
                          <a:pt x="528" y="168"/>
                        </a:lnTo>
                        <a:lnTo>
                          <a:pt x="533" y="161"/>
                        </a:lnTo>
                        <a:lnTo>
                          <a:pt x="534" y="155"/>
                        </a:lnTo>
                        <a:lnTo>
                          <a:pt x="533" y="148"/>
                        </a:lnTo>
                        <a:lnTo>
                          <a:pt x="530" y="141"/>
                        </a:lnTo>
                        <a:lnTo>
                          <a:pt x="515" y="120"/>
                        </a:lnTo>
                        <a:lnTo>
                          <a:pt x="500" y="99"/>
                        </a:lnTo>
                        <a:lnTo>
                          <a:pt x="500" y="99"/>
                        </a:lnTo>
                        <a:lnTo>
                          <a:pt x="498" y="95"/>
                        </a:lnTo>
                        <a:lnTo>
                          <a:pt x="494" y="93"/>
                        </a:lnTo>
                        <a:lnTo>
                          <a:pt x="490" y="91"/>
                        </a:lnTo>
                        <a:lnTo>
                          <a:pt x="486" y="90"/>
                        </a:lnTo>
                        <a:lnTo>
                          <a:pt x="486" y="90"/>
                        </a:lnTo>
                        <a:lnTo>
                          <a:pt x="480" y="90"/>
                        </a:lnTo>
                        <a:lnTo>
                          <a:pt x="474" y="93"/>
                        </a:lnTo>
                        <a:lnTo>
                          <a:pt x="427" y="115"/>
                        </a:lnTo>
                        <a:lnTo>
                          <a:pt x="427" y="115"/>
                        </a:lnTo>
                        <a:lnTo>
                          <a:pt x="414" y="105"/>
                        </a:lnTo>
                        <a:lnTo>
                          <a:pt x="400" y="96"/>
                        </a:lnTo>
                        <a:lnTo>
                          <a:pt x="387" y="89"/>
                        </a:lnTo>
                        <a:lnTo>
                          <a:pt x="373" y="82"/>
                        </a:lnTo>
                        <a:lnTo>
                          <a:pt x="373" y="29"/>
                        </a:lnTo>
                        <a:lnTo>
                          <a:pt x="373" y="29"/>
                        </a:lnTo>
                        <a:lnTo>
                          <a:pt x="372" y="22"/>
                        </a:lnTo>
                        <a:lnTo>
                          <a:pt x="368" y="15"/>
                        </a:lnTo>
                        <a:lnTo>
                          <a:pt x="362" y="12"/>
                        </a:lnTo>
                        <a:lnTo>
                          <a:pt x="356" y="9"/>
                        </a:lnTo>
                        <a:lnTo>
                          <a:pt x="329" y="4"/>
                        </a:lnTo>
                        <a:lnTo>
                          <a:pt x="303" y="0"/>
                        </a:lnTo>
                        <a:lnTo>
                          <a:pt x="303" y="0"/>
                        </a:lnTo>
                        <a:lnTo>
                          <a:pt x="296" y="0"/>
                        </a:lnTo>
                        <a:lnTo>
                          <a:pt x="290" y="3"/>
                        </a:lnTo>
                        <a:lnTo>
                          <a:pt x="285" y="8"/>
                        </a:lnTo>
                        <a:lnTo>
                          <a:pt x="281" y="14"/>
                        </a:lnTo>
                        <a:lnTo>
                          <a:pt x="263" y="65"/>
                        </a:lnTo>
                        <a:lnTo>
                          <a:pt x="263" y="65"/>
                        </a:lnTo>
                        <a:lnTo>
                          <a:pt x="247" y="67"/>
                        </a:lnTo>
                        <a:lnTo>
                          <a:pt x="232" y="70"/>
                        </a:lnTo>
                        <a:lnTo>
                          <a:pt x="217" y="74"/>
                        </a:lnTo>
                        <a:lnTo>
                          <a:pt x="202" y="79"/>
                        </a:lnTo>
                        <a:lnTo>
                          <a:pt x="166" y="42"/>
                        </a:lnTo>
                        <a:lnTo>
                          <a:pt x="166" y="42"/>
                        </a:lnTo>
                        <a:lnTo>
                          <a:pt x="161" y="38"/>
                        </a:lnTo>
                        <a:lnTo>
                          <a:pt x="155" y="35"/>
                        </a:lnTo>
                        <a:lnTo>
                          <a:pt x="155" y="35"/>
                        </a:lnTo>
                        <a:lnTo>
                          <a:pt x="151" y="35"/>
                        </a:lnTo>
                        <a:lnTo>
                          <a:pt x="147" y="35"/>
                        </a:lnTo>
                        <a:lnTo>
                          <a:pt x="144" y="37"/>
                        </a:lnTo>
                        <a:lnTo>
                          <a:pt x="140" y="39"/>
                        </a:lnTo>
                        <a:lnTo>
                          <a:pt x="96" y="69"/>
                        </a:lnTo>
                        <a:lnTo>
                          <a:pt x="96" y="69"/>
                        </a:lnTo>
                        <a:lnTo>
                          <a:pt x="91" y="74"/>
                        </a:lnTo>
                        <a:lnTo>
                          <a:pt x="89" y="80"/>
                        </a:lnTo>
                        <a:lnTo>
                          <a:pt x="89" y="88"/>
                        </a:lnTo>
                        <a:lnTo>
                          <a:pt x="90" y="94"/>
                        </a:lnTo>
                        <a:lnTo>
                          <a:pt x="114" y="143"/>
                        </a:lnTo>
                        <a:lnTo>
                          <a:pt x="114" y="143"/>
                        </a:lnTo>
                        <a:lnTo>
                          <a:pt x="105" y="155"/>
                        </a:lnTo>
                        <a:lnTo>
                          <a:pt x="96" y="168"/>
                        </a:lnTo>
                        <a:lnTo>
                          <a:pt x="89" y="181"/>
                        </a:lnTo>
                        <a:lnTo>
                          <a:pt x="81" y="195"/>
                        </a:lnTo>
                        <a:lnTo>
                          <a:pt x="29" y="195"/>
                        </a:lnTo>
                        <a:lnTo>
                          <a:pt x="29" y="195"/>
                        </a:lnTo>
                        <a:lnTo>
                          <a:pt x="21" y="196"/>
                        </a:lnTo>
                        <a:lnTo>
                          <a:pt x="15" y="200"/>
                        </a:lnTo>
                        <a:lnTo>
                          <a:pt x="12" y="206"/>
                        </a:lnTo>
                        <a:lnTo>
                          <a:pt x="9" y="212"/>
                        </a:lnTo>
                        <a:lnTo>
                          <a:pt x="4" y="239"/>
                        </a:lnTo>
                        <a:lnTo>
                          <a:pt x="0" y="265"/>
                        </a:lnTo>
                        <a:lnTo>
                          <a:pt x="0" y="265"/>
                        </a:lnTo>
                        <a:lnTo>
                          <a:pt x="0" y="272"/>
                        </a:lnTo>
                        <a:lnTo>
                          <a:pt x="3" y="279"/>
                        </a:lnTo>
                        <a:lnTo>
                          <a:pt x="8" y="284"/>
                        </a:lnTo>
                        <a:lnTo>
                          <a:pt x="14" y="287"/>
                        </a:lnTo>
                        <a:lnTo>
                          <a:pt x="65" y="305"/>
                        </a:lnTo>
                        <a:lnTo>
                          <a:pt x="65" y="305"/>
                        </a:lnTo>
                        <a:lnTo>
                          <a:pt x="66" y="321"/>
                        </a:lnTo>
                        <a:lnTo>
                          <a:pt x="70" y="336"/>
                        </a:lnTo>
                        <a:lnTo>
                          <a:pt x="74" y="351"/>
                        </a:lnTo>
                        <a:lnTo>
                          <a:pt x="79" y="366"/>
                        </a:lnTo>
                        <a:lnTo>
                          <a:pt x="41" y="403"/>
                        </a:lnTo>
                        <a:lnTo>
                          <a:pt x="41" y="403"/>
                        </a:lnTo>
                        <a:lnTo>
                          <a:pt x="38" y="409"/>
                        </a:lnTo>
                        <a:lnTo>
                          <a:pt x="35" y="416"/>
                        </a:lnTo>
                        <a:lnTo>
                          <a:pt x="36" y="423"/>
                        </a:lnTo>
                        <a:lnTo>
                          <a:pt x="39" y="429"/>
                        </a:lnTo>
                        <a:lnTo>
                          <a:pt x="54" y="451"/>
                        </a:lnTo>
                        <a:lnTo>
                          <a:pt x="69" y="472"/>
                        </a:lnTo>
                        <a:lnTo>
                          <a:pt x="69" y="472"/>
                        </a:lnTo>
                        <a:lnTo>
                          <a:pt x="73" y="476"/>
                        </a:lnTo>
                        <a:lnTo>
                          <a:pt x="75" y="478"/>
                        </a:lnTo>
                        <a:lnTo>
                          <a:pt x="79" y="479"/>
                        </a:lnTo>
                        <a:lnTo>
                          <a:pt x="83" y="481"/>
                        </a:lnTo>
                        <a:lnTo>
                          <a:pt x="83" y="481"/>
                        </a:lnTo>
                        <a:lnTo>
                          <a:pt x="89" y="481"/>
                        </a:lnTo>
                        <a:lnTo>
                          <a:pt x="95" y="478"/>
                        </a:lnTo>
                        <a:lnTo>
                          <a:pt x="144" y="454"/>
                        </a:lnTo>
                        <a:lnTo>
                          <a:pt x="144" y="454"/>
                        </a:lnTo>
                        <a:lnTo>
                          <a:pt x="155" y="464"/>
                        </a:lnTo>
                        <a:lnTo>
                          <a:pt x="167" y="472"/>
                        </a:lnTo>
                        <a:lnTo>
                          <a:pt x="181" y="481"/>
                        </a:lnTo>
                        <a:lnTo>
                          <a:pt x="195" y="487"/>
                        </a:lnTo>
                        <a:lnTo>
                          <a:pt x="195" y="540"/>
                        </a:lnTo>
                        <a:lnTo>
                          <a:pt x="195" y="540"/>
                        </a:lnTo>
                        <a:lnTo>
                          <a:pt x="196" y="548"/>
                        </a:lnTo>
                        <a:lnTo>
                          <a:pt x="200" y="553"/>
                        </a:lnTo>
                        <a:lnTo>
                          <a:pt x="205" y="558"/>
                        </a:lnTo>
                        <a:lnTo>
                          <a:pt x="211" y="560"/>
                        </a:lnTo>
                        <a:lnTo>
                          <a:pt x="237" y="564"/>
                        </a:lnTo>
                        <a:lnTo>
                          <a:pt x="263" y="569"/>
                        </a:lnTo>
                        <a:lnTo>
                          <a:pt x="263" y="569"/>
                        </a:lnTo>
                        <a:lnTo>
                          <a:pt x="271" y="569"/>
                        </a:lnTo>
                        <a:lnTo>
                          <a:pt x="277" y="567"/>
                        </a:lnTo>
                        <a:lnTo>
                          <a:pt x="283" y="562"/>
                        </a:lnTo>
                        <a:lnTo>
                          <a:pt x="286" y="555"/>
                        </a:lnTo>
                        <a:lnTo>
                          <a:pt x="303" y="505"/>
                        </a:lnTo>
                        <a:lnTo>
                          <a:pt x="303" y="505"/>
                        </a:lnTo>
                        <a:lnTo>
                          <a:pt x="319" y="503"/>
                        </a:lnTo>
                        <a:lnTo>
                          <a:pt x="334" y="500"/>
                        </a:lnTo>
                        <a:lnTo>
                          <a:pt x="349" y="497"/>
                        </a:lnTo>
                        <a:lnTo>
                          <a:pt x="364" y="490"/>
                        </a:lnTo>
                        <a:lnTo>
                          <a:pt x="402" y="529"/>
                        </a:lnTo>
                        <a:lnTo>
                          <a:pt x="402" y="529"/>
                        </a:lnTo>
                        <a:lnTo>
                          <a:pt x="407" y="533"/>
                        </a:lnTo>
                        <a:lnTo>
                          <a:pt x="413" y="534"/>
                        </a:lnTo>
                        <a:lnTo>
                          <a:pt x="413" y="534"/>
                        </a:lnTo>
                        <a:lnTo>
                          <a:pt x="417" y="535"/>
                        </a:lnTo>
                        <a:lnTo>
                          <a:pt x="420" y="534"/>
                        </a:lnTo>
                        <a:lnTo>
                          <a:pt x="424" y="533"/>
                        </a:lnTo>
                        <a:lnTo>
                          <a:pt x="428" y="532"/>
                        </a:lnTo>
                        <a:lnTo>
                          <a:pt x="449" y="515"/>
                        </a:lnTo>
                        <a:lnTo>
                          <a:pt x="470" y="500"/>
                        </a:lnTo>
                        <a:close/>
                        <a:moveTo>
                          <a:pt x="399" y="295"/>
                        </a:moveTo>
                        <a:lnTo>
                          <a:pt x="399" y="295"/>
                        </a:lnTo>
                        <a:lnTo>
                          <a:pt x="398" y="306"/>
                        </a:lnTo>
                        <a:lnTo>
                          <a:pt x="395" y="317"/>
                        </a:lnTo>
                        <a:lnTo>
                          <a:pt x="392" y="328"/>
                        </a:lnTo>
                        <a:lnTo>
                          <a:pt x="387" y="338"/>
                        </a:lnTo>
                        <a:lnTo>
                          <a:pt x="381" y="348"/>
                        </a:lnTo>
                        <a:lnTo>
                          <a:pt x="374" y="357"/>
                        </a:lnTo>
                        <a:lnTo>
                          <a:pt x="367" y="366"/>
                        </a:lnTo>
                        <a:lnTo>
                          <a:pt x="359" y="373"/>
                        </a:lnTo>
                        <a:lnTo>
                          <a:pt x="351" y="380"/>
                        </a:lnTo>
                        <a:lnTo>
                          <a:pt x="341" y="386"/>
                        </a:lnTo>
                        <a:lnTo>
                          <a:pt x="331" y="391"/>
                        </a:lnTo>
                        <a:lnTo>
                          <a:pt x="321" y="394"/>
                        </a:lnTo>
                        <a:lnTo>
                          <a:pt x="309" y="398"/>
                        </a:lnTo>
                        <a:lnTo>
                          <a:pt x="298" y="399"/>
                        </a:lnTo>
                        <a:lnTo>
                          <a:pt x="286" y="401"/>
                        </a:lnTo>
                        <a:lnTo>
                          <a:pt x="275" y="401"/>
                        </a:lnTo>
                        <a:lnTo>
                          <a:pt x="275" y="401"/>
                        </a:lnTo>
                        <a:lnTo>
                          <a:pt x="262" y="399"/>
                        </a:lnTo>
                        <a:lnTo>
                          <a:pt x="251" y="396"/>
                        </a:lnTo>
                        <a:lnTo>
                          <a:pt x="241" y="392"/>
                        </a:lnTo>
                        <a:lnTo>
                          <a:pt x="230" y="388"/>
                        </a:lnTo>
                        <a:lnTo>
                          <a:pt x="221" y="382"/>
                        </a:lnTo>
                        <a:lnTo>
                          <a:pt x="211" y="376"/>
                        </a:lnTo>
                        <a:lnTo>
                          <a:pt x="203" y="368"/>
                        </a:lnTo>
                        <a:lnTo>
                          <a:pt x="196" y="360"/>
                        </a:lnTo>
                        <a:lnTo>
                          <a:pt x="189" y="351"/>
                        </a:lnTo>
                        <a:lnTo>
                          <a:pt x="182" y="342"/>
                        </a:lnTo>
                        <a:lnTo>
                          <a:pt x="177" y="332"/>
                        </a:lnTo>
                        <a:lnTo>
                          <a:pt x="174" y="321"/>
                        </a:lnTo>
                        <a:lnTo>
                          <a:pt x="171" y="310"/>
                        </a:lnTo>
                        <a:lnTo>
                          <a:pt x="169" y="298"/>
                        </a:lnTo>
                        <a:lnTo>
                          <a:pt x="169" y="287"/>
                        </a:lnTo>
                        <a:lnTo>
                          <a:pt x="169" y="275"/>
                        </a:lnTo>
                        <a:lnTo>
                          <a:pt x="169" y="275"/>
                        </a:lnTo>
                        <a:lnTo>
                          <a:pt x="170" y="264"/>
                        </a:lnTo>
                        <a:lnTo>
                          <a:pt x="172" y="252"/>
                        </a:lnTo>
                        <a:lnTo>
                          <a:pt x="176" y="241"/>
                        </a:lnTo>
                        <a:lnTo>
                          <a:pt x="181" y="231"/>
                        </a:lnTo>
                        <a:lnTo>
                          <a:pt x="187" y="221"/>
                        </a:lnTo>
                        <a:lnTo>
                          <a:pt x="194" y="212"/>
                        </a:lnTo>
                        <a:lnTo>
                          <a:pt x="201" y="204"/>
                        </a:lnTo>
                        <a:lnTo>
                          <a:pt x="208" y="196"/>
                        </a:lnTo>
                        <a:lnTo>
                          <a:pt x="217" y="190"/>
                        </a:lnTo>
                        <a:lnTo>
                          <a:pt x="227" y="184"/>
                        </a:lnTo>
                        <a:lnTo>
                          <a:pt x="237" y="179"/>
                        </a:lnTo>
                        <a:lnTo>
                          <a:pt x="247" y="175"/>
                        </a:lnTo>
                        <a:lnTo>
                          <a:pt x="258" y="171"/>
                        </a:lnTo>
                        <a:lnTo>
                          <a:pt x="270" y="170"/>
                        </a:lnTo>
                        <a:lnTo>
                          <a:pt x="282" y="169"/>
                        </a:lnTo>
                        <a:lnTo>
                          <a:pt x="293" y="169"/>
                        </a:lnTo>
                        <a:lnTo>
                          <a:pt x="293" y="169"/>
                        </a:lnTo>
                        <a:lnTo>
                          <a:pt x="306" y="171"/>
                        </a:lnTo>
                        <a:lnTo>
                          <a:pt x="317" y="174"/>
                        </a:lnTo>
                        <a:lnTo>
                          <a:pt x="327" y="178"/>
                        </a:lnTo>
                        <a:lnTo>
                          <a:pt x="338" y="183"/>
                        </a:lnTo>
                        <a:lnTo>
                          <a:pt x="347" y="187"/>
                        </a:lnTo>
                        <a:lnTo>
                          <a:pt x="357" y="194"/>
                        </a:lnTo>
                        <a:lnTo>
                          <a:pt x="364" y="201"/>
                        </a:lnTo>
                        <a:lnTo>
                          <a:pt x="372" y="210"/>
                        </a:lnTo>
                        <a:lnTo>
                          <a:pt x="379" y="219"/>
                        </a:lnTo>
                        <a:lnTo>
                          <a:pt x="385" y="229"/>
                        </a:lnTo>
                        <a:lnTo>
                          <a:pt x="390" y="239"/>
                        </a:lnTo>
                        <a:lnTo>
                          <a:pt x="394" y="249"/>
                        </a:lnTo>
                        <a:lnTo>
                          <a:pt x="397" y="260"/>
                        </a:lnTo>
                        <a:lnTo>
                          <a:pt x="399" y="271"/>
                        </a:lnTo>
                        <a:lnTo>
                          <a:pt x="399" y="282"/>
                        </a:lnTo>
                        <a:lnTo>
                          <a:pt x="399" y="295"/>
                        </a:lnTo>
                        <a:lnTo>
                          <a:pt x="399" y="295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8" name="Freeform 832">
                    <a:extLst>
                      <a:ext uri="{FF2B5EF4-FFF2-40B4-BE49-F238E27FC236}">
                        <a16:creationId xmlns:a16="http://schemas.microsoft.com/office/drawing/2014/main" id="{9F0E9DD5-C940-02F0-FE37-59AC6278297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969963" y="2254251"/>
                    <a:ext cx="180975" cy="180975"/>
                  </a:xfrm>
                  <a:custGeom>
                    <a:avLst/>
                    <a:gdLst>
                      <a:gd name="T0" fmla="*/ 409 w 458"/>
                      <a:gd name="T1" fmla="*/ 221 h 456"/>
                      <a:gd name="T2" fmla="*/ 436 w 458"/>
                      <a:gd name="T3" fmla="*/ 156 h 456"/>
                      <a:gd name="T4" fmla="*/ 443 w 458"/>
                      <a:gd name="T5" fmla="*/ 140 h 456"/>
                      <a:gd name="T6" fmla="*/ 419 w 458"/>
                      <a:gd name="T7" fmla="*/ 97 h 456"/>
                      <a:gd name="T8" fmla="*/ 400 w 458"/>
                      <a:gd name="T9" fmla="*/ 90 h 456"/>
                      <a:gd name="T10" fmla="*/ 340 w 458"/>
                      <a:gd name="T11" fmla="*/ 87 h 456"/>
                      <a:gd name="T12" fmla="*/ 324 w 458"/>
                      <a:gd name="T13" fmla="*/ 30 h 456"/>
                      <a:gd name="T14" fmla="*/ 312 w 458"/>
                      <a:gd name="T15" fmla="*/ 13 h 456"/>
                      <a:gd name="T16" fmla="*/ 264 w 458"/>
                      <a:gd name="T17" fmla="*/ 0 h 456"/>
                      <a:gd name="T18" fmla="*/ 251 w 458"/>
                      <a:gd name="T19" fmla="*/ 10 h 456"/>
                      <a:gd name="T20" fmla="*/ 207 w 458"/>
                      <a:gd name="T21" fmla="*/ 50 h 456"/>
                      <a:gd name="T22" fmla="*/ 155 w 458"/>
                      <a:gd name="T23" fmla="*/ 21 h 456"/>
                      <a:gd name="T24" fmla="*/ 134 w 458"/>
                      <a:gd name="T25" fmla="*/ 18 h 456"/>
                      <a:gd name="T26" fmla="*/ 91 w 458"/>
                      <a:gd name="T27" fmla="*/ 43 h 456"/>
                      <a:gd name="T28" fmla="*/ 104 w 458"/>
                      <a:gd name="T29" fmla="*/ 100 h 456"/>
                      <a:gd name="T30" fmla="*/ 79 w 458"/>
                      <a:gd name="T31" fmla="*/ 129 h 456"/>
                      <a:gd name="T32" fmla="*/ 25 w 458"/>
                      <a:gd name="T33" fmla="*/ 135 h 456"/>
                      <a:gd name="T34" fmla="*/ 13 w 458"/>
                      <a:gd name="T35" fmla="*/ 146 h 456"/>
                      <a:gd name="T36" fmla="*/ 0 w 458"/>
                      <a:gd name="T37" fmla="*/ 193 h 456"/>
                      <a:gd name="T38" fmla="*/ 49 w 458"/>
                      <a:gd name="T39" fmla="*/ 226 h 456"/>
                      <a:gd name="T40" fmla="*/ 52 w 458"/>
                      <a:gd name="T41" fmla="*/ 263 h 456"/>
                      <a:gd name="T42" fmla="*/ 18 w 458"/>
                      <a:gd name="T43" fmla="*/ 307 h 456"/>
                      <a:gd name="T44" fmla="*/ 29 w 458"/>
                      <a:gd name="T45" fmla="*/ 342 h 456"/>
                      <a:gd name="T46" fmla="*/ 47 w 458"/>
                      <a:gd name="T47" fmla="*/ 368 h 456"/>
                      <a:gd name="T48" fmla="*/ 101 w 458"/>
                      <a:gd name="T49" fmla="*/ 353 h 456"/>
                      <a:gd name="T50" fmla="*/ 140 w 458"/>
                      <a:gd name="T51" fmla="*/ 384 h 456"/>
                      <a:gd name="T52" fmla="*/ 138 w 458"/>
                      <a:gd name="T53" fmla="*/ 438 h 456"/>
                      <a:gd name="T54" fmla="*/ 188 w 458"/>
                      <a:gd name="T55" fmla="*/ 456 h 456"/>
                      <a:gd name="T56" fmla="*/ 201 w 458"/>
                      <a:gd name="T57" fmla="*/ 455 h 456"/>
                      <a:gd name="T58" fmla="*/ 227 w 458"/>
                      <a:gd name="T59" fmla="*/ 408 h 456"/>
                      <a:gd name="T60" fmla="*/ 276 w 458"/>
                      <a:gd name="T61" fmla="*/ 402 h 456"/>
                      <a:gd name="T62" fmla="*/ 313 w 458"/>
                      <a:gd name="T63" fmla="*/ 442 h 456"/>
                      <a:gd name="T64" fmla="*/ 362 w 458"/>
                      <a:gd name="T65" fmla="*/ 419 h 456"/>
                      <a:gd name="T66" fmla="*/ 369 w 458"/>
                      <a:gd name="T67" fmla="*/ 404 h 456"/>
                      <a:gd name="T68" fmla="*/ 363 w 458"/>
                      <a:gd name="T69" fmla="*/ 349 h 456"/>
                      <a:gd name="T70" fmla="*/ 429 w 458"/>
                      <a:gd name="T71" fmla="*/ 323 h 456"/>
                      <a:gd name="T72" fmla="*/ 438 w 458"/>
                      <a:gd name="T73" fmla="*/ 321 h 456"/>
                      <a:gd name="T74" fmla="*/ 458 w 458"/>
                      <a:gd name="T75" fmla="*/ 269 h 456"/>
                      <a:gd name="T76" fmla="*/ 453 w 458"/>
                      <a:gd name="T77" fmla="*/ 255 h 456"/>
                      <a:gd name="T78" fmla="*/ 282 w 458"/>
                      <a:gd name="T79" fmla="*/ 307 h 456"/>
                      <a:gd name="T80" fmla="*/ 247 w 458"/>
                      <a:gd name="T81" fmla="*/ 322 h 456"/>
                      <a:gd name="T82" fmla="*/ 211 w 458"/>
                      <a:gd name="T83" fmla="*/ 322 h 456"/>
                      <a:gd name="T84" fmla="*/ 177 w 458"/>
                      <a:gd name="T85" fmla="*/ 308 h 456"/>
                      <a:gd name="T86" fmla="*/ 151 w 458"/>
                      <a:gd name="T87" fmla="*/ 282 h 456"/>
                      <a:gd name="T88" fmla="*/ 138 w 458"/>
                      <a:gd name="T89" fmla="*/ 256 h 456"/>
                      <a:gd name="T90" fmla="*/ 135 w 458"/>
                      <a:gd name="T91" fmla="*/ 220 h 456"/>
                      <a:gd name="T92" fmla="*/ 145 w 458"/>
                      <a:gd name="T93" fmla="*/ 185 h 456"/>
                      <a:gd name="T94" fmla="*/ 168 w 458"/>
                      <a:gd name="T95" fmla="*/ 156 h 456"/>
                      <a:gd name="T96" fmla="*/ 192 w 458"/>
                      <a:gd name="T97" fmla="*/ 141 h 456"/>
                      <a:gd name="T98" fmla="*/ 228 w 458"/>
                      <a:gd name="T99" fmla="*/ 135 h 456"/>
                      <a:gd name="T100" fmla="*/ 264 w 458"/>
                      <a:gd name="T101" fmla="*/ 141 h 456"/>
                      <a:gd name="T102" fmla="*/ 294 w 458"/>
                      <a:gd name="T103" fmla="*/ 161 h 456"/>
                      <a:gd name="T104" fmla="*/ 312 w 458"/>
                      <a:gd name="T105" fmla="*/ 185 h 456"/>
                      <a:gd name="T106" fmla="*/ 323 w 458"/>
                      <a:gd name="T107" fmla="*/ 220 h 456"/>
                      <a:gd name="T108" fmla="*/ 319 w 458"/>
                      <a:gd name="T109" fmla="*/ 256 h 456"/>
                      <a:gd name="T110" fmla="*/ 302 w 458"/>
                      <a:gd name="T111" fmla="*/ 288 h 456"/>
                      <a:gd name="T112" fmla="*/ 282 w 458"/>
                      <a:gd name="T113" fmla="*/ 307 h 4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</a:cxnLst>
                    <a:rect l="0" t="0" r="r" b="b"/>
                    <a:pathLst>
                      <a:path w="458" h="456">
                        <a:moveTo>
                          <a:pt x="448" y="252"/>
                        </a:moveTo>
                        <a:lnTo>
                          <a:pt x="409" y="233"/>
                        </a:lnTo>
                        <a:lnTo>
                          <a:pt x="409" y="233"/>
                        </a:lnTo>
                        <a:lnTo>
                          <a:pt x="409" y="221"/>
                        </a:lnTo>
                        <a:lnTo>
                          <a:pt x="408" y="208"/>
                        </a:lnTo>
                        <a:lnTo>
                          <a:pt x="405" y="195"/>
                        </a:lnTo>
                        <a:lnTo>
                          <a:pt x="403" y="182"/>
                        </a:lnTo>
                        <a:lnTo>
                          <a:pt x="436" y="156"/>
                        </a:lnTo>
                        <a:lnTo>
                          <a:pt x="436" y="156"/>
                        </a:lnTo>
                        <a:lnTo>
                          <a:pt x="440" y="151"/>
                        </a:lnTo>
                        <a:lnTo>
                          <a:pt x="443" y="146"/>
                        </a:lnTo>
                        <a:lnTo>
                          <a:pt x="443" y="140"/>
                        </a:lnTo>
                        <a:lnTo>
                          <a:pt x="441" y="135"/>
                        </a:lnTo>
                        <a:lnTo>
                          <a:pt x="430" y="116"/>
                        </a:lnTo>
                        <a:lnTo>
                          <a:pt x="419" y="97"/>
                        </a:lnTo>
                        <a:lnTo>
                          <a:pt x="419" y="97"/>
                        </a:lnTo>
                        <a:lnTo>
                          <a:pt x="415" y="92"/>
                        </a:lnTo>
                        <a:lnTo>
                          <a:pt x="410" y="90"/>
                        </a:lnTo>
                        <a:lnTo>
                          <a:pt x="405" y="89"/>
                        </a:lnTo>
                        <a:lnTo>
                          <a:pt x="400" y="90"/>
                        </a:lnTo>
                        <a:lnTo>
                          <a:pt x="359" y="105"/>
                        </a:lnTo>
                        <a:lnTo>
                          <a:pt x="359" y="105"/>
                        </a:lnTo>
                        <a:lnTo>
                          <a:pt x="349" y="96"/>
                        </a:lnTo>
                        <a:lnTo>
                          <a:pt x="340" y="87"/>
                        </a:lnTo>
                        <a:lnTo>
                          <a:pt x="329" y="80"/>
                        </a:lnTo>
                        <a:lnTo>
                          <a:pt x="319" y="74"/>
                        </a:lnTo>
                        <a:lnTo>
                          <a:pt x="324" y="30"/>
                        </a:lnTo>
                        <a:lnTo>
                          <a:pt x="324" y="30"/>
                        </a:lnTo>
                        <a:lnTo>
                          <a:pt x="323" y="24"/>
                        </a:lnTo>
                        <a:lnTo>
                          <a:pt x="321" y="19"/>
                        </a:lnTo>
                        <a:lnTo>
                          <a:pt x="317" y="15"/>
                        </a:lnTo>
                        <a:lnTo>
                          <a:pt x="312" y="13"/>
                        </a:lnTo>
                        <a:lnTo>
                          <a:pt x="292" y="6"/>
                        </a:lnTo>
                        <a:lnTo>
                          <a:pt x="271" y="1"/>
                        </a:lnTo>
                        <a:lnTo>
                          <a:pt x="271" y="1"/>
                        </a:lnTo>
                        <a:lnTo>
                          <a:pt x="264" y="0"/>
                        </a:lnTo>
                        <a:lnTo>
                          <a:pt x="258" y="3"/>
                        </a:lnTo>
                        <a:lnTo>
                          <a:pt x="258" y="3"/>
                        </a:lnTo>
                        <a:lnTo>
                          <a:pt x="254" y="5"/>
                        </a:lnTo>
                        <a:lnTo>
                          <a:pt x="251" y="10"/>
                        </a:lnTo>
                        <a:lnTo>
                          <a:pt x="232" y="49"/>
                        </a:lnTo>
                        <a:lnTo>
                          <a:pt x="232" y="49"/>
                        </a:lnTo>
                        <a:lnTo>
                          <a:pt x="220" y="49"/>
                        </a:lnTo>
                        <a:lnTo>
                          <a:pt x="207" y="50"/>
                        </a:lnTo>
                        <a:lnTo>
                          <a:pt x="195" y="53"/>
                        </a:lnTo>
                        <a:lnTo>
                          <a:pt x="181" y="55"/>
                        </a:lnTo>
                        <a:lnTo>
                          <a:pt x="155" y="21"/>
                        </a:lnTo>
                        <a:lnTo>
                          <a:pt x="155" y="21"/>
                        </a:lnTo>
                        <a:lnTo>
                          <a:pt x="150" y="18"/>
                        </a:lnTo>
                        <a:lnTo>
                          <a:pt x="145" y="16"/>
                        </a:lnTo>
                        <a:lnTo>
                          <a:pt x="138" y="16"/>
                        </a:lnTo>
                        <a:lnTo>
                          <a:pt x="134" y="18"/>
                        </a:lnTo>
                        <a:lnTo>
                          <a:pt x="115" y="29"/>
                        </a:lnTo>
                        <a:lnTo>
                          <a:pt x="96" y="39"/>
                        </a:lnTo>
                        <a:lnTo>
                          <a:pt x="96" y="39"/>
                        </a:lnTo>
                        <a:lnTo>
                          <a:pt x="91" y="43"/>
                        </a:lnTo>
                        <a:lnTo>
                          <a:pt x="89" y="48"/>
                        </a:lnTo>
                        <a:lnTo>
                          <a:pt x="87" y="53"/>
                        </a:lnTo>
                        <a:lnTo>
                          <a:pt x="89" y="59"/>
                        </a:lnTo>
                        <a:lnTo>
                          <a:pt x="104" y="100"/>
                        </a:lnTo>
                        <a:lnTo>
                          <a:pt x="104" y="100"/>
                        </a:lnTo>
                        <a:lnTo>
                          <a:pt x="95" y="110"/>
                        </a:lnTo>
                        <a:lnTo>
                          <a:pt x="86" y="119"/>
                        </a:lnTo>
                        <a:lnTo>
                          <a:pt x="79" y="129"/>
                        </a:lnTo>
                        <a:lnTo>
                          <a:pt x="72" y="140"/>
                        </a:lnTo>
                        <a:lnTo>
                          <a:pt x="30" y="135"/>
                        </a:lnTo>
                        <a:lnTo>
                          <a:pt x="30" y="135"/>
                        </a:lnTo>
                        <a:lnTo>
                          <a:pt x="25" y="135"/>
                        </a:lnTo>
                        <a:lnTo>
                          <a:pt x="20" y="136"/>
                        </a:lnTo>
                        <a:lnTo>
                          <a:pt x="20" y="136"/>
                        </a:lnTo>
                        <a:lnTo>
                          <a:pt x="15" y="141"/>
                        </a:lnTo>
                        <a:lnTo>
                          <a:pt x="13" y="146"/>
                        </a:lnTo>
                        <a:lnTo>
                          <a:pt x="6" y="167"/>
                        </a:lnTo>
                        <a:lnTo>
                          <a:pt x="0" y="187"/>
                        </a:lnTo>
                        <a:lnTo>
                          <a:pt x="0" y="187"/>
                        </a:lnTo>
                        <a:lnTo>
                          <a:pt x="0" y="193"/>
                        </a:lnTo>
                        <a:lnTo>
                          <a:pt x="1" y="198"/>
                        </a:lnTo>
                        <a:lnTo>
                          <a:pt x="5" y="203"/>
                        </a:lnTo>
                        <a:lnTo>
                          <a:pt x="10" y="207"/>
                        </a:lnTo>
                        <a:lnTo>
                          <a:pt x="49" y="226"/>
                        </a:lnTo>
                        <a:lnTo>
                          <a:pt x="49" y="226"/>
                        </a:lnTo>
                        <a:lnTo>
                          <a:pt x="50" y="238"/>
                        </a:lnTo>
                        <a:lnTo>
                          <a:pt x="50" y="251"/>
                        </a:lnTo>
                        <a:lnTo>
                          <a:pt x="52" y="263"/>
                        </a:lnTo>
                        <a:lnTo>
                          <a:pt x="55" y="276"/>
                        </a:lnTo>
                        <a:lnTo>
                          <a:pt x="21" y="302"/>
                        </a:lnTo>
                        <a:lnTo>
                          <a:pt x="21" y="302"/>
                        </a:lnTo>
                        <a:lnTo>
                          <a:pt x="18" y="307"/>
                        </a:lnTo>
                        <a:lnTo>
                          <a:pt x="16" y="312"/>
                        </a:lnTo>
                        <a:lnTo>
                          <a:pt x="16" y="318"/>
                        </a:lnTo>
                        <a:lnTo>
                          <a:pt x="18" y="323"/>
                        </a:lnTo>
                        <a:lnTo>
                          <a:pt x="29" y="342"/>
                        </a:lnTo>
                        <a:lnTo>
                          <a:pt x="39" y="360"/>
                        </a:lnTo>
                        <a:lnTo>
                          <a:pt x="39" y="360"/>
                        </a:lnTo>
                        <a:lnTo>
                          <a:pt x="43" y="365"/>
                        </a:lnTo>
                        <a:lnTo>
                          <a:pt x="47" y="368"/>
                        </a:lnTo>
                        <a:lnTo>
                          <a:pt x="54" y="369"/>
                        </a:lnTo>
                        <a:lnTo>
                          <a:pt x="59" y="368"/>
                        </a:lnTo>
                        <a:lnTo>
                          <a:pt x="101" y="353"/>
                        </a:lnTo>
                        <a:lnTo>
                          <a:pt x="101" y="353"/>
                        </a:lnTo>
                        <a:lnTo>
                          <a:pt x="110" y="363"/>
                        </a:lnTo>
                        <a:lnTo>
                          <a:pt x="120" y="370"/>
                        </a:lnTo>
                        <a:lnTo>
                          <a:pt x="130" y="378"/>
                        </a:lnTo>
                        <a:lnTo>
                          <a:pt x="140" y="384"/>
                        </a:lnTo>
                        <a:lnTo>
                          <a:pt x="136" y="427"/>
                        </a:lnTo>
                        <a:lnTo>
                          <a:pt x="136" y="427"/>
                        </a:lnTo>
                        <a:lnTo>
                          <a:pt x="136" y="433"/>
                        </a:lnTo>
                        <a:lnTo>
                          <a:pt x="138" y="438"/>
                        </a:lnTo>
                        <a:lnTo>
                          <a:pt x="142" y="443"/>
                        </a:lnTo>
                        <a:lnTo>
                          <a:pt x="147" y="445"/>
                        </a:lnTo>
                        <a:lnTo>
                          <a:pt x="168" y="450"/>
                        </a:lnTo>
                        <a:lnTo>
                          <a:pt x="188" y="456"/>
                        </a:lnTo>
                        <a:lnTo>
                          <a:pt x="188" y="456"/>
                        </a:lnTo>
                        <a:lnTo>
                          <a:pt x="195" y="456"/>
                        </a:lnTo>
                        <a:lnTo>
                          <a:pt x="201" y="455"/>
                        </a:lnTo>
                        <a:lnTo>
                          <a:pt x="201" y="455"/>
                        </a:lnTo>
                        <a:lnTo>
                          <a:pt x="206" y="452"/>
                        </a:lnTo>
                        <a:lnTo>
                          <a:pt x="208" y="448"/>
                        </a:lnTo>
                        <a:lnTo>
                          <a:pt x="227" y="408"/>
                        </a:lnTo>
                        <a:lnTo>
                          <a:pt x="227" y="408"/>
                        </a:lnTo>
                        <a:lnTo>
                          <a:pt x="239" y="408"/>
                        </a:lnTo>
                        <a:lnTo>
                          <a:pt x="251" y="407"/>
                        </a:lnTo>
                        <a:lnTo>
                          <a:pt x="263" y="405"/>
                        </a:lnTo>
                        <a:lnTo>
                          <a:pt x="276" y="402"/>
                        </a:lnTo>
                        <a:lnTo>
                          <a:pt x="303" y="437"/>
                        </a:lnTo>
                        <a:lnTo>
                          <a:pt x="303" y="437"/>
                        </a:lnTo>
                        <a:lnTo>
                          <a:pt x="307" y="440"/>
                        </a:lnTo>
                        <a:lnTo>
                          <a:pt x="313" y="442"/>
                        </a:lnTo>
                        <a:lnTo>
                          <a:pt x="318" y="442"/>
                        </a:lnTo>
                        <a:lnTo>
                          <a:pt x="324" y="440"/>
                        </a:lnTo>
                        <a:lnTo>
                          <a:pt x="343" y="429"/>
                        </a:lnTo>
                        <a:lnTo>
                          <a:pt x="362" y="419"/>
                        </a:lnTo>
                        <a:lnTo>
                          <a:pt x="362" y="419"/>
                        </a:lnTo>
                        <a:lnTo>
                          <a:pt x="365" y="415"/>
                        </a:lnTo>
                        <a:lnTo>
                          <a:pt x="368" y="410"/>
                        </a:lnTo>
                        <a:lnTo>
                          <a:pt x="369" y="404"/>
                        </a:lnTo>
                        <a:lnTo>
                          <a:pt x="369" y="399"/>
                        </a:lnTo>
                        <a:lnTo>
                          <a:pt x="354" y="358"/>
                        </a:lnTo>
                        <a:lnTo>
                          <a:pt x="354" y="358"/>
                        </a:lnTo>
                        <a:lnTo>
                          <a:pt x="363" y="349"/>
                        </a:lnTo>
                        <a:lnTo>
                          <a:pt x="372" y="339"/>
                        </a:lnTo>
                        <a:lnTo>
                          <a:pt x="378" y="329"/>
                        </a:lnTo>
                        <a:lnTo>
                          <a:pt x="385" y="318"/>
                        </a:lnTo>
                        <a:lnTo>
                          <a:pt x="429" y="323"/>
                        </a:lnTo>
                        <a:lnTo>
                          <a:pt x="429" y="323"/>
                        </a:lnTo>
                        <a:lnTo>
                          <a:pt x="434" y="323"/>
                        </a:lnTo>
                        <a:lnTo>
                          <a:pt x="438" y="321"/>
                        </a:lnTo>
                        <a:lnTo>
                          <a:pt x="438" y="321"/>
                        </a:lnTo>
                        <a:lnTo>
                          <a:pt x="443" y="317"/>
                        </a:lnTo>
                        <a:lnTo>
                          <a:pt x="446" y="312"/>
                        </a:lnTo>
                        <a:lnTo>
                          <a:pt x="451" y="291"/>
                        </a:lnTo>
                        <a:lnTo>
                          <a:pt x="458" y="269"/>
                        </a:lnTo>
                        <a:lnTo>
                          <a:pt x="458" y="269"/>
                        </a:lnTo>
                        <a:lnTo>
                          <a:pt x="458" y="264"/>
                        </a:lnTo>
                        <a:lnTo>
                          <a:pt x="456" y="259"/>
                        </a:lnTo>
                        <a:lnTo>
                          <a:pt x="453" y="255"/>
                        </a:lnTo>
                        <a:lnTo>
                          <a:pt x="448" y="252"/>
                        </a:lnTo>
                        <a:lnTo>
                          <a:pt x="448" y="252"/>
                        </a:lnTo>
                        <a:close/>
                        <a:moveTo>
                          <a:pt x="282" y="307"/>
                        </a:moveTo>
                        <a:lnTo>
                          <a:pt x="282" y="307"/>
                        </a:lnTo>
                        <a:lnTo>
                          <a:pt x="273" y="312"/>
                        </a:lnTo>
                        <a:lnTo>
                          <a:pt x="264" y="316"/>
                        </a:lnTo>
                        <a:lnTo>
                          <a:pt x="256" y="319"/>
                        </a:lnTo>
                        <a:lnTo>
                          <a:pt x="247" y="322"/>
                        </a:lnTo>
                        <a:lnTo>
                          <a:pt x="238" y="323"/>
                        </a:lnTo>
                        <a:lnTo>
                          <a:pt x="228" y="323"/>
                        </a:lnTo>
                        <a:lnTo>
                          <a:pt x="220" y="323"/>
                        </a:lnTo>
                        <a:lnTo>
                          <a:pt x="211" y="322"/>
                        </a:lnTo>
                        <a:lnTo>
                          <a:pt x="202" y="319"/>
                        </a:lnTo>
                        <a:lnTo>
                          <a:pt x="193" y="317"/>
                        </a:lnTo>
                        <a:lnTo>
                          <a:pt x="185" y="313"/>
                        </a:lnTo>
                        <a:lnTo>
                          <a:pt x="177" y="308"/>
                        </a:lnTo>
                        <a:lnTo>
                          <a:pt x="170" y="302"/>
                        </a:lnTo>
                        <a:lnTo>
                          <a:pt x="162" y="297"/>
                        </a:lnTo>
                        <a:lnTo>
                          <a:pt x="156" y="289"/>
                        </a:lnTo>
                        <a:lnTo>
                          <a:pt x="151" y="282"/>
                        </a:lnTo>
                        <a:lnTo>
                          <a:pt x="151" y="282"/>
                        </a:lnTo>
                        <a:lnTo>
                          <a:pt x="146" y="273"/>
                        </a:lnTo>
                        <a:lnTo>
                          <a:pt x="141" y="264"/>
                        </a:lnTo>
                        <a:lnTo>
                          <a:pt x="138" y="256"/>
                        </a:lnTo>
                        <a:lnTo>
                          <a:pt x="136" y="247"/>
                        </a:lnTo>
                        <a:lnTo>
                          <a:pt x="135" y="238"/>
                        </a:lnTo>
                        <a:lnTo>
                          <a:pt x="135" y="230"/>
                        </a:lnTo>
                        <a:lnTo>
                          <a:pt x="135" y="220"/>
                        </a:lnTo>
                        <a:lnTo>
                          <a:pt x="136" y="211"/>
                        </a:lnTo>
                        <a:lnTo>
                          <a:pt x="138" y="202"/>
                        </a:lnTo>
                        <a:lnTo>
                          <a:pt x="141" y="193"/>
                        </a:lnTo>
                        <a:lnTo>
                          <a:pt x="145" y="185"/>
                        </a:lnTo>
                        <a:lnTo>
                          <a:pt x="150" y="177"/>
                        </a:lnTo>
                        <a:lnTo>
                          <a:pt x="155" y="170"/>
                        </a:lnTo>
                        <a:lnTo>
                          <a:pt x="161" y="162"/>
                        </a:lnTo>
                        <a:lnTo>
                          <a:pt x="168" y="156"/>
                        </a:lnTo>
                        <a:lnTo>
                          <a:pt x="176" y="151"/>
                        </a:lnTo>
                        <a:lnTo>
                          <a:pt x="176" y="151"/>
                        </a:lnTo>
                        <a:lnTo>
                          <a:pt x="183" y="146"/>
                        </a:lnTo>
                        <a:lnTo>
                          <a:pt x="192" y="141"/>
                        </a:lnTo>
                        <a:lnTo>
                          <a:pt x="201" y="139"/>
                        </a:lnTo>
                        <a:lnTo>
                          <a:pt x="211" y="136"/>
                        </a:lnTo>
                        <a:lnTo>
                          <a:pt x="220" y="135"/>
                        </a:lnTo>
                        <a:lnTo>
                          <a:pt x="228" y="135"/>
                        </a:lnTo>
                        <a:lnTo>
                          <a:pt x="237" y="135"/>
                        </a:lnTo>
                        <a:lnTo>
                          <a:pt x="247" y="136"/>
                        </a:lnTo>
                        <a:lnTo>
                          <a:pt x="256" y="139"/>
                        </a:lnTo>
                        <a:lnTo>
                          <a:pt x="264" y="141"/>
                        </a:lnTo>
                        <a:lnTo>
                          <a:pt x="272" y="145"/>
                        </a:lnTo>
                        <a:lnTo>
                          <a:pt x="281" y="150"/>
                        </a:lnTo>
                        <a:lnTo>
                          <a:pt x="288" y="155"/>
                        </a:lnTo>
                        <a:lnTo>
                          <a:pt x="294" y="161"/>
                        </a:lnTo>
                        <a:lnTo>
                          <a:pt x="301" y="168"/>
                        </a:lnTo>
                        <a:lnTo>
                          <a:pt x="307" y="176"/>
                        </a:lnTo>
                        <a:lnTo>
                          <a:pt x="307" y="176"/>
                        </a:lnTo>
                        <a:lnTo>
                          <a:pt x="312" y="185"/>
                        </a:lnTo>
                        <a:lnTo>
                          <a:pt x="316" y="192"/>
                        </a:lnTo>
                        <a:lnTo>
                          <a:pt x="319" y="201"/>
                        </a:lnTo>
                        <a:lnTo>
                          <a:pt x="322" y="211"/>
                        </a:lnTo>
                        <a:lnTo>
                          <a:pt x="323" y="220"/>
                        </a:lnTo>
                        <a:lnTo>
                          <a:pt x="323" y="228"/>
                        </a:lnTo>
                        <a:lnTo>
                          <a:pt x="323" y="237"/>
                        </a:lnTo>
                        <a:lnTo>
                          <a:pt x="322" y="247"/>
                        </a:lnTo>
                        <a:lnTo>
                          <a:pt x="319" y="256"/>
                        </a:lnTo>
                        <a:lnTo>
                          <a:pt x="317" y="264"/>
                        </a:lnTo>
                        <a:lnTo>
                          <a:pt x="313" y="272"/>
                        </a:lnTo>
                        <a:lnTo>
                          <a:pt x="308" y="281"/>
                        </a:lnTo>
                        <a:lnTo>
                          <a:pt x="302" y="288"/>
                        </a:lnTo>
                        <a:lnTo>
                          <a:pt x="297" y="294"/>
                        </a:lnTo>
                        <a:lnTo>
                          <a:pt x="289" y="301"/>
                        </a:lnTo>
                        <a:lnTo>
                          <a:pt x="282" y="307"/>
                        </a:lnTo>
                        <a:lnTo>
                          <a:pt x="282" y="30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9" name="Freeform 833">
                    <a:extLst>
                      <a:ext uri="{FF2B5EF4-FFF2-40B4-BE49-F238E27FC236}">
                        <a16:creationId xmlns:a16="http://schemas.microsoft.com/office/drawing/2014/main" id="{FBD4E7A2-7C30-F95A-5E96-4A26AD1227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22363" y="1979613"/>
                    <a:ext cx="87313" cy="115888"/>
                  </a:xfrm>
                  <a:custGeom>
                    <a:avLst/>
                    <a:gdLst>
                      <a:gd name="T0" fmla="*/ 21 w 219"/>
                      <a:gd name="T1" fmla="*/ 208 h 292"/>
                      <a:gd name="T2" fmla="*/ 27 w 219"/>
                      <a:gd name="T3" fmla="*/ 232 h 292"/>
                      <a:gd name="T4" fmla="*/ 41 w 219"/>
                      <a:gd name="T5" fmla="*/ 254 h 292"/>
                      <a:gd name="T6" fmla="*/ 60 w 219"/>
                      <a:gd name="T7" fmla="*/ 274 h 292"/>
                      <a:gd name="T8" fmla="*/ 85 w 219"/>
                      <a:gd name="T9" fmla="*/ 288 h 292"/>
                      <a:gd name="T10" fmla="*/ 97 w 219"/>
                      <a:gd name="T11" fmla="*/ 290 h 292"/>
                      <a:gd name="T12" fmla="*/ 121 w 219"/>
                      <a:gd name="T13" fmla="*/ 290 h 292"/>
                      <a:gd name="T14" fmla="*/ 132 w 219"/>
                      <a:gd name="T15" fmla="*/ 288 h 292"/>
                      <a:gd name="T16" fmla="*/ 157 w 219"/>
                      <a:gd name="T17" fmla="*/ 274 h 292"/>
                      <a:gd name="T18" fmla="*/ 177 w 219"/>
                      <a:gd name="T19" fmla="*/ 254 h 292"/>
                      <a:gd name="T20" fmla="*/ 189 w 219"/>
                      <a:gd name="T21" fmla="*/ 232 h 292"/>
                      <a:gd name="T22" fmla="*/ 197 w 219"/>
                      <a:gd name="T23" fmla="*/ 208 h 292"/>
                      <a:gd name="T24" fmla="*/ 201 w 219"/>
                      <a:gd name="T25" fmla="*/ 207 h 292"/>
                      <a:gd name="T26" fmla="*/ 209 w 219"/>
                      <a:gd name="T27" fmla="*/ 192 h 292"/>
                      <a:gd name="T28" fmla="*/ 215 w 219"/>
                      <a:gd name="T29" fmla="*/ 177 h 292"/>
                      <a:gd name="T30" fmla="*/ 219 w 219"/>
                      <a:gd name="T31" fmla="*/ 157 h 292"/>
                      <a:gd name="T32" fmla="*/ 217 w 219"/>
                      <a:gd name="T33" fmla="*/ 145 h 292"/>
                      <a:gd name="T34" fmla="*/ 212 w 219"/>
                      <a:gd name="T35" fmla="*/ 140 h 292"/>
                      <a:gd name="T36" fmla="*/ 206 w 219"/>
                      <a:gd name="T37" fmla="*/ 140 h 292"/>
                      <a:gd name="T38" fmla="*/ 209 w 219"/>
                      <a:gd name="T39" fmla="*/ 125 h 292"/>
                      <a:gd name="T40" fmla="*/ 212 w 219"/>
                      <a:gd name="T41" fmla="*/ 110 h 292"/>
                      <a:gd name="T42" fmla="*/ 212 w 219"/>
                      <a:gd name="T43" fmla="*/ 85 h 292"/>
                      <a:gd name="T44" fmla="*/ 209 w 219"/>
                      <a:gd name="T45" fmla="*/ 66 h 292"/>
                      <a:gd name="T46" fmla="*/ 204 w 219"/>
                      <a:gd name="T47" fmla="*/ 52 h 292"/>
                      <a:gd name="T48" fmla="*/ 194 w 219"/>
                      <a:gd name="T49" fmla="*/ 41 h 292"/>
                      <a:gd name="T50" fmla="*/ 183 w 219"/>
                      <a:gd name="T51" fmla="*/ 36 h 292"/>
                      <a:gd name="T52" fmla="*/ 181 w 219"/>
                      <a:gd name="T53" fmla="*/ 35 h 292"/>
                      <a:gd name="T54" fmla="*/ 176 w 219"/>
                      <a:gd name="T55" fmla="*/ 27 h 292"/>
                      <a:gd name="T56" fmla="*/ 162 w 219"/>
                      <a:gd name="T57" fmla="*/ 15 h 292"/>
                      <a:gd name="T58" fmla="*/ 156 w 219"/>
                      <a:gd name="T59" fmla="*/ 11 h 292"/>
                      <a:gd name="T60" fmla="*/ 132 w 219"/>
                      <a:gd name="T61" fmla="*/ 2 h 292"/>
                      <a:gd name="T62" fmla="*/ 102 w 219"/>
                      <a:gd name="T63" fmla="*/ 0 h 292"/>
                      <a:gd name="T64" fmla="*/ 91 w 219"/>
                      <a:gd name="T65" fmla="*/ 1 h 292"/>
                      <a:gd name="T66" fmla="*/ 81 w 219"/>
                      <a:gd name="T67" fmla="*/ 4 h 292"/>
                      <a:gd name="T68" fmla="*/ 58 w 219"/>
                      <a:gd name="T69" fmla="*/ 16 h 292"/>
                      <a:gd name="T70" fmla="*/ 46 w 219"/>
                      <a:gd name="T71" fmla="*/ 25 h 292"/>
                      <a:gd name="T72" fmla="*/ 35 w 219"/>
                      <a:gd name="T73" fmla="*/ 36 h 292"/>
                      <a:gd name="T74" fmla="*/ 19 w 219"/>
                      <a:gd name="T75" fmla="*/ 56 h 292"/>
                      <a:gd name="T76" fmla="*/ 9 w 219"/>
                      <a:gd name="T77" fmla="*/ 81 h 292"/>
                      <a:gd name="T78" fmla="*/ 6 w 219"/>
                      <a:gd name="T79" fmla="*/ 92 h 292"/>
                      <a:gd name="T80" fmla="*/ 6 w 219"/>
                      <a:gd name="T81" fmla="*/ 113 h 292"/>
                      <a:gd name="T82" fmla="*/ 9 w 219"/>
                      <a:gd name="T83" fmla="*/ 126 h 292"/>
                      <a:gd name="T84" fmla="*/ 12 w 219"/>
                      <a:gd name="T85" fmla="*/ 140 h 292"/>
                      <a:gd name="T86" fmla="*/ 6 w 219"/>
                      <a:gd name="T87" fmla="*/ 140 h 292"/>
                      <a:gd name="T88" fmla="*/ 1 w 219"/>
                      <a:gd name="T89" fmla="*/ 145 h 292"/>
                      <a:gd name="T90" fmla="*/ 0 w 219"/>
                      <a:gd name="T91" fmla="*/ 157 h 292"/>
                      <a:gd name="T92" fmla="*/ 4 w 219"/>
                      <a:gd name="T93" fmla="*/ 177 h 292"/>
                      <a:gd name="T94" fmla="*/ 7 w 219"/>
                      <a:gd name="T95" fmla="*/ 192 h 292"/>
                      <a:gd name="T96" fmla="*/ 17 w 219"/>
                      <a:gd name="T97" fmla="*/ 207 h 292"/>
                      <a:gd name="T98" fmla="*/ 21 w 219"/>
                      <a:gd name="T99" fmla="*/ 208 h 29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219" h="292">
                        <a:moveTo>
                          <a:pt x="21" y="208"/>
                        </a:moveTo>
                        <a:lnTo>
                          <a:pt x="21" y="208"/>
                        </a:lnTo>
                        <a:lnTo>
                          <a:pt x="24" y="219"/>
                        </a:lnTo>
                        <a:lnTo>
                          <a:pt x="27" y="232"/>
                        </a:lnTo>
                        <a:lnTo>
                          <a:pt x="33" y="243"/>
                        </a:lnTo>
                        <a:lnTo>
                          <a:pt x="41" y="254"/>
                        </a:lnTo>
                        <a:lnTo>
                          <a:pt x="50" y="264"/>
                        </a:lnTo>
                        <a:lnTo>
                          <a:pt x="60" y="274"/>
                        </a:lnTo>
                        <a:lnTo>
                          <a:pt x="72" y="282"/>
                        </a:lnTo>
                        <a:lnTo>
                          <a:pt x="85" y="288"/>
                        </a:lnTo>
                        <a:lnTo>
                          <a:pt x="85" y="288"/>
                        </a:lnTo>
                        <a:lnTo>
                          <a:pt x="97" y="290"/>
                        </a:lnTo>
                        <a:lnTo>
                          <a:pt x="108" y="292"/>
                        </a:lnTo>
                        <a:lnTo>
                          <a:pt x="121" y="290"/>
                        </a:lnTo>
                        <a:lnTo>
                          <a:pt x="132" y="288"/>
                        </a:lnTo>
                        <a:lnTo>
                          <a:pt x="132" y="288"/>
                        </a:lnTo>
                        <a:lnTo>
                          <a:pt x="146" y="282"/>
                        </a:lnTo>
                        <a:lnTo>
                          <a:pt x="157" y="274"/>
                        </a:lnTo>
                        <a:lnTo>
                          <a:pt x="167" y="264"/>
                        </a:lnTo>
                        <a:lnTo>
                          <a:pt x="177" y="254"/>
                        </a:lnTo>
                        <a:lnTo>
                          <a:pt x="184" y="243"/>
                        </a:lnTo>
                        <a:lnTo>
                          <a:pt x="189" y="232"/>
                        </a:lnTo>
                        <a:lnTo>
                          <a:pt x="194" y="219"/>
                        </a:lnTo>
                        <a:lnTo>
                          <a:pt x="197" y="208"/>
                        </a:lnTo>
                        <a:lnTo>
                          <a:pt x="197" y="208"/>
                        </a:lnTo>
                        <a:lnTo>
                          <a:pt x="201" y="207"/>
                        </a:lnTo>
                        <a:lnTo>
                          <a:pt x="206" y="202"/>
                        </a:lnTo>
                        <a:lnTo>
                          <a:pt x="209" y="192"/>
                        </a:lnTo>
                        <a:lnTo>
                          <a:pt x="215" y="177"/>
                        </a:lnTo>
                        <a:lnTo>
                          <a:pt x="215" y="177"/>
                        </a:lnTo>
                        <a:lnTo>
                          <a:pt x="218" y="166"/>
                        </a:lnTo>
                        <a:lnTo>
                          <a:pt x="219" y="157"/>
                        </a:lnTo>
                        <a:lnTo>
                          <a:pt x="218" y="150"/>
                        </a:lnTo>
                        <a:lnTo>
                          <a:pt x="217" y="145"/>
                        </a:lnTo>
                        <a:lnTo>
                          <a:pt x="215" y="142"/>
                        </a:lnTo>
                        <a:lnTo>
                          <a:pt x="212" y="140"/>
                        </a:lnTo>
                        <a:lnTo>
                          <a:pt x="209" y="140"/>
                        </a:lnTo>
                        <a:lnTo>
                          <a:pt x="206" y="140"/>
                        </a:lnTo>
                        <a:lnTo>
                          <a:pt x="206" y="140"/>
                        </a:lnTo>
                        <a:lnTo>
                          <a:pt x="209" y="125"/>
                        </a:lnTo>
                        <a:lnTo>
                          <a:pt x="209" y="125"/>
                        </a:lnTo>
                        <a:lnTo>
                          <a:pt x="212" y="110"/>
                        </a:lnTo>
                        <a:lnTo>
                          <a:pt x="213" y="96"/>
                        </a:lnTo>
                        <a:lnTo>
                          <a:pt x="212" y="85"/>
                        </a:lnTo>
                        <a:lnTo>
                          <a:pt x="211" y="75"/>
                        </a:lnTo>
                        <a:lnTo>
                          <a:pt x="209" y="66"/>
                        </a:lnTo>
                        <a:lnTo>
                          <a:pt x="207" y="59"/>
                        </a:lnTo>
                        <a:lnTo>
                          <a:pt x="204" y="52"/>
                        </a:lnTo>
                        <a:lnTo>
                          <a:pt x="201" y="47"/>
                        </a:lnTo>
                        <a:lnTo>
                          <a:pt x="194" y="41"/>
                        </a:lnTo>
                        <a:lnTo>
                          <a:pt x="188" y="37"/>
                        </a:lnTo>
                        <a:lnTo>
                          <a:pt x="183" y="36"/>
                        </a:lnTo>
                        <a:lnTo>
                          <a:pt x="181" y="35"/>
                        </a:lnTo>
                        <a:lnTo>
                          <a:pt x="181" y="35"/>
                        </a:lnTo>
                        <a:lnTo>
                          <a:pt x="179" y="32"/>
                        </a:lnTo>
                        <a:lnTo>
                          <a:pt x="176" y="27"/>
                        </a:lnTo>
                        <a:lnTo>
                          <a:pt x="167" y="20"/>
                        </a:lnTo>
                        <a:lnTo>
                          <a:pt x="162" y="15"/>
                        </a:lnTo>
                        <a:lnTo>
                          <a:pt x="156" y="11"/>
                        </a:lnTo>
                        <a:lnTo>
                          <a:pt x="156" y="11"/>
                        </a:lnTo>
                        <a:lnTo>
                          <a:pt x="144" y="6"/>
                        </a:lnTo>
                        <a:lnTo>
                          <a:pt x="132" y="2"/>
                        </a:lnTo>
                        <a:lnTo>
                          <a:pt x="118" y="0"/>
                        </a:lnTo>
                        <a:lnTo>
                          <a:pt x="102" y="0"/>
                        </a:lnTo>
                        <a:lnTo>
                          <a:pt x="102" y="0"/>
                        </a:lnTo>
                        <a:lnTo>
                          <a:pt x="91" y="1"/>
                        </a:lnTo>
                        <a:lnTo>
                          <a:pt x="81" y="4"/>
                        </a:lnTo>
                        <a:lnTo>
                          <a:pt x="81" y="4"/>
                        </a:lnTo>
                        <a:lnTo>
                          <a:pt x="70" y="9"/>
                        </a:lnTo>
                        <a:lnTo>
                          <a:pt x="58" y="16"/>
                        </a:lnTo>
                        <a:lnTo>
                          <a:pt x="58" y="16"/>
                        </a:lnTo>
                        <a:lnTo>
                          <a:pt x="46" y="25"/>
                        </a:lnTo>
                        <a:lnTo>
                          <a:pt x="35" y="36"/>
                        </a:lnTo>
                        <a:lnTo>
                          <a:pt x="35" y="36"/>
                        </a:lnTo>
                        <a:lnTo>
                          <a:pt x="26" y="45"/>
                        </a:lnTo>
                        <a:lnTo>
                          <a:pt x="19" y="56"/>
                        </a:lnTo>
                        <a:lnTo>
                          <a:pt x="12" y="67"/>
                        </a:lnTo>
                        <a:lnTo>
                          <a:pt x="9" y="81"/>
                        </a:lnTo>
                        <a:lnTo>
                          <a:pt x="9" y="81"/>
                        </a:lnTo>
                        <a:lnTo>
                          <a:pt x="6" y="92"/>
                        </a:lnTo>
                        <a:lnTo>
                          <a:pt x="6" y="102"/>
                        </a:lnTo>
                        <a:lnTo>
                          <a:pt x="6" y="113"/>
                        </a:lnTo>
                        <a:lnTo>
                          <a:pt x="9" y="126"/>
                        </a:lnTo>
                        <a:lnTo>
                          <a:pt x="9" y="126"/>
                        </a:lnTo>
                        <a:lnTo>
                          <a:pt x="12" y="140"/>
                        </a:lnTo>
                        <a:lnTo>
                          <a:pt x="12" y="140"/>
                        </a:lnTo>
                        <a:lnTo>
                          <a:pt x="9" y="140"/>
                        </a:lnTo>
                        <a:lnTo>
                          <a:pt x="6" y="140"/>
                        </a:lnTo>
                        <a:lnTo>
                          <a:pt x="4" y="142"/>
                        </a:lnTo>
                        <a:lnTo>
                          <a:pt x="1" y="145"/>
                        </a:lnTo>
                        <a:lnTo>
                          <a:pt x="0" y="150"/>
                        </a:lnTo>
                        <a:lnTo>
                          <a:pt x="0" y="157"/>
                        </a:lnTo>
                        <a:lnTo>
                          <a:pt x="0" y="166"/>
                        </a:lnTo>
                        <a:lnTo>
                          <a:pt x="4" y="177"/>
                        </a:lnTo>
                        <a:lnTo>
                          <a:pt x="4" y="177"/>
                        </a:lnTo>
                        <a:lnTo>
                          <a:pt x="7" y="192"/>
                        </a:lnTo>
                        <a:lnTo>
                          <a:pt x="12" y="202"/>
                        </a:lnTo>
                        <a:lnTo>
                          <a:pt x="17" y="207"/>
                        </a:lnTo>
                        <a:lnTo>
                          <a:pt x="21" y="208"/>
                        </a:lnTo>
                        <a:lnTo>
                          <a:pt x="21" y="20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99741C3-EF06-D7D8-0A8C-A6832252901E}"/>
                    </a:ext>
                  </a:extLst>
                </p:cNvPr>
                <p:cNvSpPr/>
                <p:nvPr/>
              </p:nvSpPr>
              <p:spPr>
                <a:xfrm>
                  <a:off x="1083427" y="2302745"/>
                  <a:ext cx="1280008" cy="128000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4" name="Straight Connector 7">
                  <a:extLst>
                    <a:ext uri="{FF2B5EF4-FFF2-40B4-BE49-F238E27FC236}">
                      <a16:creationId xmlns:a16="http://schemas.microsoft.com/office/drawing/2014/main" id="{CF85A15F-301F-A132-72F9-871EC29B8C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78519" y="1751027"/>
                  <a:ext cx="851365" cy="606708"/>
                </a:xfrm>
                <a:prstGeom prst="line">
                  <a:avLst/>
                </a:prstGeom>
                <a:ln w="63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F70C2F6-EA2B-7E42-FE7A-B241262EEFF9}"/>
                    </a:ext>
                  </a:extLst>
                </p:cNvPr>
                <p:cNvSpPr/>
                <p:nvPr/>
              </p:nvSpPr>
              <p:spPr>
                <a:xfrm>
                  <a:off x="2706509" y="2224884"/>
                  <a:ext cx="452844" cy="452844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4">
                  <a:extLst>
                    <a:ext uri="{FF2B5EF4-FFF2-40B4-BE49-F238E27FC236}">
                      <a16:creationId xmlns:a16="http://schemas.microsoft.com/office/drawing/2014/main" id="{A7040B1E-E6C7-5DC0-1269-FFD5C0A7E306}"/>
                    </a:ext>
                  </a:extLst>
                </p:cNvPr>
                <p:cNvSpPr/>
                <p:nvPr/>
              </p:nvSpPr>
              <p:spPr>
                <a:xfrm>
                  <a:off x="1455639" y="1524605"/>
                  <a:ext cx="452844" cy="452844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5F51B43E-FD8A-1529-04FE-4E120980E574}"/>
                    </a:ext>
                  </a:extLst>
                </p:cNvPr>
                <p:cNvSpPr/>
                <p:nvPr/>
              </p:nvSpPr>
              <p:spPr>
                <a:xfrm>
                  <a:off x="6419533" y="1524605"/>
                  <a:ext cx="452844" cy="452844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8" name="Group 15">
                  <a:extLst>
                    <a:ext uri="{FF2B5EF4-FFF2-40B4-BE49-F238E27FC236}">
                      <a16:creationId xmlns:a16="http://schemas.microsoft.com/office/drawing/2014/main" id="{FA54619F-4D4F-0DF0-886B-5EDCEBBA98BC}"/>
                    </a:ext>
                  </a:extLst>
                </p:cNvPr>
                <p:cNvGrpSpPr/>
                <p:nvPr/>
              </p:nvGrpSpPr>
              <p:grpSpPr>
                <a:xfrm>
                  <a:off x="6141094" y="2395271"/>
                  <a:ext cx="1082521" cy="1108298"/>
                  <a:chOff x="6830050" y="2124241"/>
                  <a:chExt cx="1227896" cy="1257134"/>
                </a:xfrm>
              </p:grpSpPr>
              <p:grpSp>
                <p:nvGrpSpPr>
                  <p:cNvPr id="48" name="Group 103">
                    <a:extLst>
                      <a:ext uri="{FF2B5EF4-FFF2-40B4-BE49-F238E27FC236}">
                        <a16:creationId xmlns:a16="http://schemas.microsoft.com/office/drawing/2014/main" id="{A0C04E32-C87E-A374-5FEE-7385BF63961A}"/>
                      </a:ext>
                    </a:extLst>
                  </p:cNvPr>
                  <p:cNvGrpSpPr/>
                  <p:nvPr/>
                </p:nvGrpSpPr>
                <p:grpSpPr>
                  <a:xfrm rot="5400000" flipV="1">
                    <a:off x="6815431" y="2138860"/>
                    <a:ext cx="1257134" cy="1227896"/>
                    <a:chOff x="4761597" y="2125631"/>
                    <a:chExt cx="2668809" cy="2606741"/>
                  </a:xfrm>
                </p:grpSpPr>
                <p:sp>
                  <p:nvSpPr>
                    <p:cNvPr id="63" name="Partial Circle 104">
                      <a:extLst>
                        <a:ext uri="{FF2B5EF4-FFF2-40B4-BE49-F238E27FC236}">
                          <a16:creationId xmlns:a16="http://schemas.microsoft.com/office/drawing/2014/main" id="{436A7E87-7A97-2410-D0B2-76BFE8FDD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1597" y="2125631"/>
                      <a:ext cx="2668808" cy="2606741"/>
                    </a:xfrm>
                    <a:prstGeom prst="pie">
                      <a:avLst>
                        <a:gd name="adj1" fmla="val 16200000"/>
                        <a:gd name="adj2" fmla="val 5400000"/>
                      </a:avLst>
                    </a:prstGeom>
                    <a:solidFill>
                      <a:srgbClr val="25A982"/>
                    </a:solidFill>
                    <a:ln>
                      <a:noFill/>
                    </a:ln>
                  </p:spPr>
                  <p:style>
                    <a:lnRef idx="2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lnRef>
                    <a:fillRef idx="1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endParaRPr lang="en-IN"/>
                    </a:p>
                  </p:txBody>
                </p:sp>
                <p:sp>
                  <p:nvSpPr>
                    <p:cNvPr id="64" name="Partial Circle 105">
                      <a:extLst>
                        <a:ext uri="{FF2B5EF4-FFF2-40B4-BE49-F238E27FC236}">
                          <a16:creationId xmlns:a16="http://schemas.microsoft.com/office/drawing/2014/main" id="{8F2D66F8-75FF-4C4A-7422-746D0B4FE3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1599" y="2125631"/>
                      <a:ext cx="2668807" cy="2606741"/>
                    </a:xfrm>
                    <a:prstGeom prst="pie">
                      <a:avLst>
                        <a:gd name="adj1" fmla="val 5400000"/>
                        <a:gd name="adj2" fmla="val 16200000"/>
                      </a:avLst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lt1">
                        <a:hueOff val="0"/>
                        <a:satOff val="0"/>
                        <a:lumOff val="0"/>
                        <a:alphaOff val="0"/>
                      </a:schemeClr>
                    </a:lnRef>
                    <a:fillRef idx="1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fillRef>
                    <a:effectRef idx="0">
                      <a:schemeClr val="accent1">
                        <a:hueOff val="0"/>
                        <a:satOff val="0"/>
                        <a:lumOff val="0"/>
                        <a:alphaOff val="0"/>
                      </a:schemeClr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endParaRPr lang="en-IN"/>
                    </a:p>
                  </p:txBody>
                </p:sp>
              </p:grp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7CF504A9-FE9F-26EB-B389-232F9EEEBBB0}"/>
                      </a:ext>
                    </a:extLst>
                  </p:cNvPr>
                  <p:cNvSpPr/>
                  <p:nvPr/>
                </p:nvSpPr>
                <p:spPr>
                  <a:xfrm>
                    <a:off x="6871821" y="2853630"/>
                    <a:ext cx="1186125" cy="45592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0" lvl="1" algn="ctr">
                      <a:lnSpc>
                        <a:spcPts val="1100"/>
                      </a:lnSpc>
                      <a:tabLst>
                        <a:tab pos="0" algn="l"/>
                      </a:tabLst>
                    </a:pPr>
                    <a:br>
                      <a:rPr lang="en-US" sz="950" spc="-15" dirty="0">
                        <a:solidFill>
                          <a:schemeClr val="bg1"/>
                        </a:solidFill>
                        <a:latin typeface="Roboto Condensed" pitchFamily="2" charset="0"/>
                        <a:cs typeface="Times New Roman" panose="02020603050405020304" pitchFamily="18" charset="0"/>
                      </a:rPr>
                    </a:br>
                    <a:r>
                      <a:rPr lang="en-US" sz="950" spc="-15" dirty="0">
                        <a:solidFill>
                          <a:schemeClr val="bg1"/>
                        </a:solidFill>
                        <a:latin typeface="Roboto Condensed" pitchFamily="2" charset="0"/>
                        <a:cs typeface="Times New Roman" panose="02020603050405020304" pitchFamily="18" charset="0"/>
                      </a:rPr>
                      <a:t>End Users</a:t>
                    </a:r>
                  </a:p>
                </p:txBody>
              </p:sp>
              <p:grpSp>
                <p:nvGrpSpPr>
                  <p:cNvPr id="50" name="Group 142">
                    <a:extLst>
                      <a:ext uri="{FF2B5EF4-FFF2-40B4-BE49-F238E27FC236}">
                        <a16:creationId xmlns:a16="http://schemas.microsoft.com/office/drawing/2014/main" id="{ED1551BA-DACA-E0D1-CF6D-E0D21BD3054C}"/>
                      </a:ext>
                    </a:extLst>
                  </p:cNvPr>
                  <p:cNvGrpSpPr/>
                  <p:nvPr/>
                </p:nvGrpSpPr>
                <p:grpSpPr>
                  <a:xfrm>
                    <a:off x="7201436" y="2312884"/>
                    <a:ext cx="499260" cy="332442"/>
                    <a:chOff x="6388422" y="5724525"/>
                    <a:chExt cx="786756" cy="523876"/>
                  </a:xfrm>
                </p:grpSpPr>
                <p:grpSp>
                  <p:nvGrpSpPr>
                    <p:cNvPr id="51" name="Group 43">
                      <a:extLst>
                        <a:ext uri="{FF2B5EF4-FFF2-40B4-BE49-F238E27FC236}">
                          <a16:creationId xmlns:a16="http://schemas.microsoft.com/office/drawing/2014/main" id="{FCE6EC48-4CA5-98BD-688D-05F3B6315890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6858000" y="5863874"/>
                      <a:ext cx="317178" cy="384526"/>
                      <a:chOff x="4124" y="3594"/>
                      <a:chExt cx="292" cy="354"/>
                    </a:xfrm>
                  </p:grpSpPr>
                  <p:sp>
                    <p:nvSpPr>
                      <p:cNvPr id="60" name="AutoShape 42">
                        <a:extLst>
                          <a:ext uri="{FF2B5EF4-FFF2-40B4-BE49-F238E27FC236}">
                            <a16:creationId xmlns:a16="http://schemas.microsoft.com/office/drawing/2014/main" id="{7D8CC52A-3190-E313-6EA4-EC498C0AB33A}"/>
                          </a:ext>
                        </a:extLst>
                      </p:cNvPr>
                      <p:cNvSpPr>
                        <a:spLocks noChangeAspect="1" noChangeArrowheads="1" noTextEdit="1"/>
                      </p:cNvSpPr>
                      <p:nvPr/>
                    </p:nvSpPr>
                    <p:spPr bwMode="auto">
                      <a:xfrm>
                        <a:off x="4124" y="3594"/>
                        <a:ext cx="292" cy="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1" name="Freeform 44">
                        <a:extLst>
                          <a:ext uri="{FF2B5EF4-FFF2-40B4-BE49-F238E27FC236}">
                            <a16:creationId xmlns:a16="http://schemas.microsoft.com/office/drawing/2014/main" id="{0D4EFC36-063F-07F6-9089-18549D8AD3B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184" y="3594"/>
                        <a:ext cx="172" cy="172"/>
                      </a:xfrm>
                      <a:custGeom>
                        <a:avLst/>
                        <a:gdLst>
                          <a:gd name="T0" fmla="*/ 172 w 172"/>
                          <a:gd name="T1" fmla="*/ 86 h 172"/>
                          <a:gd name="T2" fmla="*/ 172 w 172"/>
                          <a:gd name="T3" fmla="*/ 86 h 172"/>
                          <a:gd name="T4" fmla="*/ 170 w 172"/>
                          <a:gd name="T5" fmla="*/ 104 h 172"/>
                          <a:gd name="T6" fmla="*/ 166 w 172"/>
                          <a:gd name="T7" fmla="*/ 120 h 172"/>
                          <a:gd name="T8" fmla="*/ 158 w 172"/>
                          <a:gd name="T9" fmla="*/ 134 h 172"/>
                          <a:gd name="T10" fmla="*/ 146 w 172"/>
                          <a:gd name="T11" fmla="*/ 146 h 172"/>
                          <a:gd name="T12" fmla="*/ 134 w 172"/>
                          <a:gd name="T13" fmla="*/ 158 h 172"/>
                          <a:gd name="T14" fmla="*/ 120 w 172"/>
                          <a:gd name="T15" fmla="*/ 166 h 172"/>
                          <a:gd name="T16" fmla="*/ 104 w 172"/>
                          <a:gd name="T17" fmla="*/ 170 h 172"/>
                          <a:gd name="T18" fmla="*/ 86 w 172"/>
                          <a:gd name="T19" fmla="*/ 172 h 172"/>
                          <a:gd name="T20" fmla="*/ 86 w 172"/>
                          <a:gd name="T21" fmla="*/ 172 h 172"/>
                          <a:gd name="T22" fmla="*/ 68 w 172"/>
                          <a:gd name="T23" fmla="*/ 170 h 172"/>
                          <a:gd name="T24" fmla="*/ 52 w 172"/>
                          <a:gd name="T25" fmla="*/ 166 h 172"/>
                          <a:gd name="T26" fmla="*/ 38 w 172"/>
                          <a:gd name="T27" fmla="*/ 158 h 172"/>
                          <a:gd name="T28" fmla="*/ 24 w 172"/>
                          <a:gd name="T29" fmla="*/ 146 h 172"/>
                          <a:gd name="T30" fmla="*/ 14 w 172"/>
                          <a:gd name="T31" fmla="*/ 134 h 172"/>
                          <a:gd name="T32" fmla="*/ 6 w 172"/>
                          <a:gd name="T33" fmla="*/ 120 h 172"/>
                          <a:gd name="T34" fmla="*/ 2 w 172"/>
                          <a:gd name="T35" fmla="*/ 104 h 172"/>
                          <a:gd name="T36" fmla="*/ 0 w 172"/>
                          <a:gd name="T37" fmla="*/ 86 h 172"/>
                          <a:gd name="T38" fmla="*/ 0 w 172"/>
                          <a:gd name="T39" fmla="*/ 86 h 172"/>
                          <a:gd name="T40" fmla="*/ 2 w 172"/>
                          <a:gd name="T41" fmla="*/ 68 h 172"/>
                          <a:gd name="T42" fmla="*/ 6 w 172"/>
                          <a:gd name="T43" fmla="*/ 52 h 172"/>
                          <a:gd name="T44" fmla="*/ 14 w 172"/>
                          <a:gd name="T45" fmla="*/ 38 h 172"/>
                          <a:gd name="T46" fmla="*/ 24 w 172"/>
                          <a:gd name="T47" fmla="*/ 24 h 172"/>
                          <a:gd name="T48" fmla="*/ 38 w 172"/>
                          <a:gd name="T49" fmla="*/ 14 h 172"/>
                          <a:gd name="T50" fmla="*/ 52 w 172"/>
                          <a:gd name="T51" fmla="*/ 6 h 172"/>
                          <a:gd name="T52" fmla="*/ 68 w 172"/>
                          <a:gd name="T53" fmla="*/ 2 h 172"/>
                          <a:gd name="T54" fmla="*/ 86 w 172"/>
                          <a:gd name="T55" fmla="*/ 0 h 172"/>
                          <a:gd name="T56" fmla="*/ 86 w 172"/>
                          <a:gd name="T57" fmla="*/ 0 h 172"/>
                          <a:gd name="T58" fmla="*/ 104 w 172"/>
                          <a:gd name="T59" fmla="*/ 2 h 172"/>
                          <a:gd name="T60" fmla="*/ 120 w 172"/>
                          <a:gd name="T61" fmla="*/ 6 h 172"/>
                          <a:gd name="T62" fmla="*/ 134 w 172"/>
                          <a:gd name="T63" fmla="*/ 14 h 172"/>
                          <a:gd name="T64" fmla="*/ 146 w 172"/>
                          <a:gd name="T65" fmla="*/ 24 h 172"/>
                          <a:gd name="T66" fmla="*/ 158 w 172"/>
                          <a:gd name="T67" fmla="*/ 38 h 172"/>
                          <a:gd name="T68" fmla="*/ 166 w 172"/>
                          <a:gd name="T69" fmla="*/ 52 h 172"/>
                          <a:gd name="T70" fmla="*/ 170 w 172"/>
                          <a:gd name="T71" fmla="*/ 68 h 172"/>
                          <a:gd name="T72" fmla="*/ 172 w 172"/>
                          <a:gd name="T73" fmla="*/ 86 h 172"/>
                          <a:gd name="T74" fmla="*/ 172 w 172"/>
                          <a:gd name="T75" fmla="*/ 86 h 17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</a:cxnLst>
                        <a:rect l="0" t="0" r="r" b="b"/>
                        <a:pathLst>
                          <a:path w="172" h="172">
                            <a:moveTo>
                              <a:pt x="172" y="86"/>
                            </a:moveTo>
                            <a:lnTo>
                              <a:pt x="172" y="86"/>
                            </a:lnTo>
                            <a:lnTo>
                              <a:pt x="170" y="104"/>
                            </a:lnTo>
                            <a:lnTo>
                              <a:pt x="166" y="120"/>
                            </a:lnTo>
                            <a:lnTo>
                              <a:pt x="158" y="134"/>
                            </a:lnTo>
                            <a:lnTo>
                              <a:pt x="146" y="146"/>
                            </a:lnTo>
                            <a:lnTo>
                              <a:pt x="134" y="158"/>
                            </a:lnTo>
                            <a:lnTo>
                              <a:pt x="120" y="166"/>
                            </a:lnTo>
                            <a:lnTo>
                              <a:pt x="104" y="170"/>
                            </a:lnTo>
                            <a:lnTo>
                              <a:pt x="86" y="172"/>
                            </a:lnTo>
                            <a:lnTo>
                              <a:pt x="86" y="172"/>
                            </a:lnTo>
                            <a:lnTo>
                              <a:pt x="68" y="170"/>
                            </a:lnTo>
                            <a:lnTo>
                              <a:pt x="52" y="166"/>
                            </a:lnTo>
                            <a:lnTo>
                              <a:pt x="38" y="158"/>
                            </a:lnTo>
                            <a:lnTo>
                              <a:pt x="24" y="146"/>
                            </a:lnTo>
                            <a:lnTo>
                              <a:pt x="14" y="134"/>
                            </a:lnTo>
                            <a:lnTo>
                              <a:pt x="6" y="120"/>
                            </a:lnTo>
                            <a:lnTo>
                              <a:pt x="2" y="104"/>
                            </a:lnTo>
                            <a:lnTo>
                              <a:pt x="0" y="86"/>
                            </a:lnTo>
                            <a:lnTo>
                              <a:pt x="0" y="86"/>
                            </a:lnTo>
                            <a:lnTo>
                              <a:pt x="2" y="68"/>
                            </a:lnTo>
                            <a:lnTo>
                              <a:pt x="6" y="52"/>
                            </a:lnTo>
                            <a:lnTo>
                              <a:pt x="14" y="38"/>
                            </a:lnTo>
                            <a:lnTo>
                              <a:pt x="24" y="24"/>
                            </a:lnTo>
                            <a:lnTo>
                              <a:pt x="38" y="14"/>
                            </a:lnTo>
                            <a:lnTo>
                              <a:pt x="52" y="6"/>
                            </a:lnTo>
                            <a:lnTo>
                              <a:pt x="68" y="2"/>
                            </a:lnTo>
                            <a:lnTo>
                              <a:pt x="86" y="0"/>
                            </a:lnTo>
                            <a:lnTo>
                              <a:pt x="86" y="0"/>
                            </a:lnTo>
                            <a:lnTo>
                              <a:pt x="104" y="2"/>
                            </a:lnTo>
                            <a:lnTo>
                              <a:pt x="120" y="6"/>
                            </a:lnTo>
                            <a:lnTo>
                              <a:pt x="134" y="14"/>
                            </a:lnTo>
                            <a:lnTo>
                              <a:pt x="146" y="24"/>
                            </a:lnTo>
                            <a:lnTo>
                              <a:pt x="158" y="38"/>
                            </a:lnTo>
                            <a:lnTo>
                              <a:pt x="166" y="52"/>
                            </a:lnTo>
                            <a:lnTo>
                              <a:pt x="170" y="68"/>
                            </a:lnTo>
                            <a:lnTo>
                              <a:pt x="172" y="86"/>
                            </a:lnTo>
                            <a:lnTo>
                              <a:pt x="172" y="86"/>
                            </a:lnTo>
                            <a:close/>
                          </a:path>
                        </a:pathLst>
                      </a:cu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" name="Freeform 45">
                        <a:extLst>
                          <a:ext uri="{FF2B5EF4-FFF2-40B4-BE49-F238E27FC236}">
                            <a16:creationId xmlns:a16="http://schemas.microsoft.com/office/drawing/2014/main" id="{423CA209-0E45-EAB8-9F7D-DE620131534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124" y="3778"/>
                        <a:ext cx="292" cy="170"/>
                      </a:xfrm>
                      <a:custGeom>
                        <a:avLst/>
                        <a:gdLst>
                          <a:gd name="T0" fmla="*/ 146 w 292"/>
                          <a:gd name="T1" fmla="*/ 0 h 170"/>
                          <a:gd name="T2" fmla="*/ 146 w 292"/>
                          <a:gd name="T3" fmla="*/ 0 h 170"/>
                          <a:gd name="T4" fmla="*/ 130 w 292"/>
                          <a:gd name="T5" fmla="*/ 0 h 170"/>
                          <a:gd name="T6" fmla="*/ 116 w 292"/>
                          <a:gd name="T7" fmla="*/ 2 h 170"/>
                          <a:gd name="T8" fmla="*/ 102 w 292"/>
                          <a:gd name="T9" fmla="*/ 6 h 170"/>
                          <a:gd name="T10" fmla="*/ 88 w 292"/>
                          <a:gd name="T11" fmla="*/ 12 h 170"/>
                          <a:gd name="T12" fmla="*/ 76 w 292"/>
                          <a:gd name="T13" fmla="*/ 18 h 170"/>
                          <a:gd name="T14" fmla="*/ 64 w 292"/>
                          <a:gd name="T15" fmla="*/ 26 h 170"/>
                          <a:gd name="T16" fmla="*/ 54 w 292"/>
                          <a:gd name="T17" fmla="*/ 34 h 170"/>
                          <a:gd name="T18" fmla="*/ 42 w 292"/>
                          <a:gd name="T19" fmla="*/ 44 h 170"/>
                          <a:gd name="T20" fmla="*/ 34 w 292"/>
                          <a:gd name="T21" fmla="*/ 56 h 170"/>
                          <a:gd name="T22" fmla="*/ 24 w 292"/>
                          <a:gd name="T23" fmla="*/ 68 h 170"/>
                          <a:gd name="T24" fmla="*/ 18 w 292"/>
                          <a:gd name="T25" fmla="*/ 80 h 170"/>
                          <a:gd name="T26" fmla="*/ 12 w 292"/>
                          <a:gd name="T27" fmla="*/ 94 h 170"/>
                          <a:gd name="T28" fmla="*/ 6 w 292"/>
                          <a:gd name="T29" fmla="*/ 108 h 170"/>
                          <a:gd name="T30" fmla="*/ 2 w 292"/>
                          <a:gd name="T31" fmla="*/ 122 h 170"/>
                          <a:gd name="T32" fmla="*/ 0 w 292"/>
                          <a:gd name="T33" fmla="*/ 138 h 170"/>
                          <a:gd name="T34" fmla="*/ 0 w 292"/>
                          <a:gd name="T35" fmla="*/ 154 h 170"/>
                          <a:gd name="T36" fmla="*/ 0 w 292"/>
                          <a:gd name="T37" fmla="*/ 154 h 170"/>
                          <a:gd name="T38" fmla="*/ 0 w 292"/>
                          <a:gd name="T39" fmla="*/ 164 h 170"/>
                          <a:gd name="T40" fmla="*/ 0 w 292"/>
                          <a:gd name="T41" fmla="*/ 164 h 170"/>
                          <a:gd name="T42" fmla="*/ 72 w 292"/>
                          <a:gd name="T43" fmla="*/ 168 h 170"/>
                          <a:gd name="T44" fmla="*/ 146 w 292"/>
                          <a:gd name="T45" fmla="*/ 170 h 170"/>
                          <a:gd name="T46" fmla="*/ 146 w 292"/>
                          <a:gd name="T47" fmla="*/ 170 h 170"/>
                          <a:gd name="T48" fmla="*/ 220 w 292"/>
                          <a:gd name="T49" fmla="*/ 168 h 170"/>
                          <a:gd name="T50" fmla="*/ 292 w 292"/>
                          <a:gd name="T51" fmla="*/ 164 h 170"/>
                          <a:gd name="T52" fmla="*/ 292 w 292"/>
                          <a:gd name="T53" fmla="*/ 164 h 170"/>
                          <a:gd name="T54" fmla="*/ 292 w 292"/>
                          <a:gd name="T55" fmla="*/ 154 h 170"/>
                          <a:gd name="T56" fmla="*/ 292 w 292"/>
                          <a:gd name="T57" fmla="*/ 154 h 170"/>
                          <a:gd name="T58" fmla="*/ 290 w 292"/>
                          <a:gd name="T59" fmla="*/ 138 h 170"/>
                          <a:gd name="T60" fmla="*/ 288 w 292"/>
                          <a:gd name="T61" fmla="*/ 122 h 170"/>
                          <a:gd name="T62" fmla="*/ 284 w 292"/>
                          <a:gd name="T63" fmla="*/ 108 h 170"/>
                          <a:gd name="T64" fmla="*/ 280 w 292"/>
                          <a:gd name="T65" fmla="*/ 94 h 170"/>
                          <a:gd name="T66" fmla="*/ 274 w 292"/>
                          <a:gd name="T67" fmla="*/ 80 h 170"/>
                          <a:gd name="T68" fmla="*/ 266 w 292"/>
                          <a:gd name="T69" fmla="*/ 68 h 170"/>
                          <a:gd name="T70" fmla="*/ 258 w 292"/>
                          <a:gd name="T71" fmla="*/ 56 h 170"/>
                          <a:gd name="T72" fmla="*/ 248 w 292"/>
                          <a:gd name="T73" fmla="*/ 44 h 170"/>
                          <a:gd name="T74" fmla="*/ 238 w 292"/>
                          <a:gd name="T75" fmla="*/ 34 h 170"/>
                          <a:gd name="T76" fmla="*/ 228 w 292"/>
                          <a:gd name="T77" fmla="*/ 26 h 170"/>
                          <a:gd name="T78" fmla="*/ 216 w 292"/>
                          <a:gd name="T79" fmla="*/ 18 h 170"/>
                          <a:gd name="T80" fmla="*/ 202 w 292"/>
                          <a:gd name="T81" fmla="*/ 12 h 170"/>
                          <a:gd name="T82" fmla="*/ 190 w 292"/>
                          <a:gd name="T83" fmla="*/ 6 h 170"/>
                          <a:gd name="T84" fmla="*/ 176 w 292"/>
                          <a:gd name="T85" fmla="*/ 2 h 170"/>
                          <a:gd name="T86" fmla="*/ 160 w 292"/>
                          <a:gd name="T87" fmla="*/ 0 h 170"/>
                          <a:gd name="T88" fmla="*/ 146 w 292"/>
                          <a:gd name="T89" fmla="*/ 0 h 170"/>
                          <a:gd name="T90" fmla="*/ 146 w 292"/>
                          <a:gd name="T91" fmla="*/ 0 h 17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</a:cxnLst>
                        <a:rect l="0" t="0" r="r" b="b"/>
                        <a:pathLst>
                          <a:path w="292" h="170">
                            <a:moveTo>
                              <a:pt x="146" y="0"/>
                            </a:moveTo>
                            <a:lnTo>
                              <a:pt x="146" y="0"/>
                            </a:lnTo>
                            <a:lnTo>
                              <a:pt x="130" y="0"/>
                            </a:lnTo>
                            <a:lnTo>
                              <a:pt x="116" y="2"/>
                            </a:lnTo>
                            <a:lnTo>
                              <a:pt x="102" y="6"/>
                            </a:lnTo>
                            <a:lnTo>
                              <a:pt x="88" y="12"/>
                            </a:lnTo>
                            <a:lnTo>
                              <a:pt x="76" y="18"/>
                            </a:lnTo>
                            <a:lnTo>
                              <a:pt x="64" y="26"/>
                            </a:lnTo>
                            <a:lnTo>
                              <a:pt x="54" y="34"/>
                            </a:lnTo>
                            <a:lnTo>
                              <a:pt x="42" y="44"/>
                            </a:lnTo>
                            <a:lnTo>
                              <a:pt x="34" y="56"/>
                            </a:lnTo>
                            <a:lnTo>
                              <a:pt x="24" y="68"/>
                            </a:lnTo>
                            <a:lnTo>
                              <a:pt x="18" y="80"/>
                            </a:lnTo>
                            <a:lnTo>
                              <a:pt x="12" y="94"/>
                            </a:lnTo>
                            <a:lnTo>
                              <a:pt x="6" y="108"/>
                            </a:lnTo>
                            <a:lnTo>
                              <a:pt x="2" y="122"/>
                            </a:lnTo>
                            <a:lnTo>
                              <a:pt x="0" y="138"/>
                            </a:lnTo>
                            <a:lnTo>
                              <a:pt x="0" y="154"/>
                            </a:lnTo>
                            <a:lnTo>
                              <a:pt x="0" y="154"/>
                            </a:lnTo>
                            <a:lnTo>
                              <a:pt x="0" y="164"/>
                            </a:lnTo>
                            <a:lnTo>
                              <a:pt x="0" y="164"/>
                            </a:lnTo>
                            <a:lnTo>
                              <a:pt x="72" y="168"/>
                            </a:lnTo>
                            <a:lnTo>
                              <a:pt x="146" y="170"/>
                            </a:lnTo>
                            <a:lnTo>
                              <a:pt x="146" y="170"/>
                            </a:lnTo>
                            <a:lnTo>
                              <a:pt x="220" y="168"/>
                            </a:lnTo>
                            <a:lnTo>
                              <a:pt x="292" y="164"/>
                            </a:lnTo>
                            <a:lnTo>
                              <a:pt x="292" y="164"/>
                            </a:lnTo>
                            <a:lnTo>
                              <a:pt x="292" y="154"/>
                            </a:lnTo>
                            <a:lnTo>
                              <a:pt x="292" y="154"/>
                            </a:lnTo>
                            <a:lnTo>
                              <a:pt x="290" y="138"/>
                            </a:lnTo>
                            <a:lnTo>
                              <a:pt x="288" y="122"/>
                            </a:lnTo>
                            <a:lnTo>
                              <a:pt x="284" y="108"/>
                            </a:lnTo>
                            <a:lnTo>
                              <a:pt x="280" y="94"/>
                            </a:lnTo>
                            <a:lnTo>
                              <a:pt x="274" y="80"/>
                            </a:lnTo>
                            <a:lnTo>
                              <a:pt x="266" y="68"/>
                            </a:lnTo>
                            <a:lnTo>
                              <a:pt x="258" y="56"/>
                            </a:lnTo>
                            <a:lnTo>
                              <a:pt x="248" y="44"/>
                            </a:lnTo>
                            <a:lnTo>
                              <a:pt x="238" y="34"/>
                            </a:lnTo>
                            <a:lnTo>
                              <a:pt x="228" y="26"/>
                            </a:lnTo>
                            <a:lnTo>
                              <a:pt x="216" y="18"/>
                            </a:lnTo>
                            <a:lnTo>
                              <a:pt x="202" y="12"/>
                            </a:lnTo>
                            <a:lnTo>
                              <a:pt x="190" y="6"/>
                            </a:lnTo>
                            <a:lnTo>
                              <a:pt x="176" y="2"/>
                            </a:lnTo>
                            <a:lnTo>
                              <a:pt x="160" y="0"/>
                            </a:lnTo>
                            <a:lnTo>
                              <a:pt x="146" y="0"/>
                            </a:lnTo>
                            <a:lnTo>
                              <a:pt x="146" y="0"/>
                            </a:lnTo>
                            <a:close/>
                          </a:path>
                        </a:pathLst>
                      </a:custGeom>
                      <a:solidFill>
                        <a:schemeClr val="bg1">
                          <a:lumMod val="75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52" name="Group 43">
                      <a:extLst>
                        <a:ext uri="{FF2B5EF4-FFF2-40B4-BE49-F238E27FC236}">
                          <a16:creationId xmlns:a16="http://schemas.microsoft.com/office/drawing/2014/main" id="{5E9C9988-8E7E-D686-9381-E691C9616561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6388422" y="5863874"/>
                      <a:ext cx="317178" cy="384526"/>
                      <a:chOff x="4124" y="3594"/>
                      <a:chExt cx="292" cy="354"/>
                    </a:xfrm>
                  </p:grpSpPr>
                  <p:sp>
                    <p:nvSpPr>
                      <p:cNvPr id="57" name="AutoShape 42">
                        <a:extLst>
                          <a:ext uri="{FF2B5EF4-FFF2-40B4-BE49-F238E27FC236}">
                            <a16:creationId xmlns:a16="http://schemas.microsoft.com/office/drawing/2014/main" id="{AC9E4DD9-C4D2-FB0D-6FD5-EF263CDD2325}"/>
                          </a:ext>
                        </a:extLst>
                      </p:cNvPr>
                      <p:cNvSpPr>
                        <a:spLocks noChangeAspect="1" noChangeArrowheads="1" noTextEdit="1"/>
                      </p:cNvSpPr>
                      <p:nvPr/>
                    </p:nvSpPr>
                    <p:spPr bwMode="auto">
                      <a:xfrm>
                        <a:off x="4124" y="3594"/>
                        <a:ext cx="292" cy="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58" name="Freeform 44">
                        <a:extLst>
                          <a:ext uri="{FF2B5EF4-FFF2-40B4-BE49-F238E27FC236}">
                            <a16:creationId xmlns:a16="http://schemas.microsoft.com/office/drawing/2014/main" id="{9AC8773C-607F-323A-4399-241BAA1CFB6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184" y="3594"/>
                        <a:ext cx="172" cy="172"/>
                      </a:xfrm>
                      <a:custGeom>
                        <a:avLst/>
                        <a:gdLst>
                          <a:gd name="T0" fmla="*/ 172 w 172"/>
                          <a:gd name="T1" fmla="*/ 86 h 172"/>
                          <a:gd name="T2" fmla="*/ 172 w 172"/>
                          <a:gd name="T3" fmla="*/ 86 h 172"/>
                          <a:gd name="T4" fmla="*/ 170 w 172"/>
                          <a:gd name="T5" fmla="*/ 104 h 172"/>
                          <a:gd name="T6" fmla="*/ 166 w 172"/>
                          <a:gd name="T7" fmla="*/ 120 h 172"/>
                          <a:gd name="T8" fmla="*/ 158 w 172"/>
                          <a:gd name="T9" fmla="*/ 134 h 172"/>
                          <a:gd name="T10" fmla="*/ 146 w 172"/>
                          <a:gd name="T11" fmla="*/ 146 h 172"/>
                          <a:gd name="T12" fmla="*/ 134 w 172"/>
                          <a:gd name="T13" fmla="*/ 158 h 172"/>
                          <a:gd name="T14" fmla="*/ 120 w 172"/>
                          <a:gd name="T15" fmla="*/ 166 h 172"/>
                          <a:gd name="T16" fmla="*/ 104 w 172"/>
                          <a:gd name="T17" fmla="*/ 170 h 172"/>
                          <a:gd name="T18" fmla="*/ 86 w 172"/>
                          <a:gd name="T19" fmla="*/ 172 h 172"/>
                          <a:gd name="T20" fmla="*/ 86 w 172"/>
                          <a:gd name="T21" fmla="*/ 172 h 172"/>
                          <a:gd name="T22" fmla="*/ 68 w 172"/>
                          <a:gd name="T23" fmla="*/ 170 h 172"/>
                          <a:gd name="T24" fmla="*/ 52 w 172"/>
                          <a:gd name="T25" fmla="*/ 166 h 172"/>
                          <a:gd name="T26" fmla="*/ 38 w 172"/>
                          <a:gd name="T27" fmla="*/ 158 h 172"/>
                          <a:gd name="T28" fmla="*/ 24 w 172"/>
                          <a:gd name="T29" fmla="*/ 146 h 172"/>
                          <a:gd name="T30" fmla="*/ 14 w 172"/>
                          <a:gd name="T31" fmla="*/ 134 h 172"/>
                          <a:gd name="T32" fmla="*/ 6 w 172"/>
                          <a:gd name="T33" fmla="*/ 120 h 172"/>
                          <a:gd name="T34" fmla="*/ 2 w 172"/>
                          <a:gd name="T35" fmla="*/ 104 h 172"/>
                          <a:gd name="T36" fmla="*/ 0 w 172"/>
                          <a:gd name="T37" fmla="*/ 86 h 172"/>
                          <a:gd name="T38" fmla="*/ 0 w 172"/>
                          <a:gd name="T39" fmla="*/ 86 h 172"/>
                          <a:gd name="T40" fmla="*/ 2 w 172"/>
                          <a:gd name="T41" fmla="*/ 68 h 172"/>
                          <a:gd name="T42" fmla="*/ 6 w 172"/>
                          <a:gd name="T43" fmla="*/ 52 h 172"/>
                          <a:gd name="T44" fmla="*/ 14 w 172"/>
                          <a:gd name="T45" fmla="*/ 38 h 172"/>
                          <a:gd name="T46" fmla="*/ 24 w 172"/>
                          <a:gd name="T47" fmla="*/ 24 h 172"/>
                          <a:gd name="T48" fmla="*/ 38 w 172"/>
                          <a:gd name="T49" fmla="*/ 14 h 172"/>
                          <a:gd name="T50" fmla="*/ 52 w 172"/>
                          <a:gd name="T51" fmla="*/ 6 h 172"/>
                          <a:gd name="T52" fmla="*/ 68 w 172"/>
                          <a:gd name="T53" fmla="*/ 2 h 172"/>
                          <a:gd name="T54" fmla="*/ 86 w 172"/>
                          <a:gd name="T55" fmla="*/ 0 h 172"/>
                          <a:gd name="T56" fmla="*/ 86 w 172"/>
                          <a:gd name="T57" fmla="*/ 0 h 172"/>
                          <a:gd name="T58" fmla="*/ 104 w 172"/>
                          <a:gd name="T59" fmla="*/ 2 h 172"/>
                          <a:gd name="T60" fmla="*/ 120 w 172"/>
                          <a:gd name="T61" fmla="*/ 6 h 172"/>
                          <a:gd name="T62" fmla="*/ 134 w 172"/>
                          <a:gd name="T63" fmla="*/ 14 h 172"/>
                          <a:gd name="T64" fmla="*/ 146 w 172"/>
                          <a:gd name="T65" fmla="*/ 24 h 172"/>
                          <a:gd name="T66" fmla="*/ 158 w 172"/>
                          <a:gd name="T67" fmla="*/ 38 h 172"/>
                          <a:gd name="T68" fmla="*/ 166 w 172"/>
                          <a:gd name="T69" fmla="*/ 52 h 172"/>
                          <a:gd name="T70" fmla="*/ 170 w 172"/>
                          <a:gd name="T71" fmla="*/ 68 h 172"/>
                          <a:gd name="T72" fmla="*/ 172 w 172"/>
                          <a:gd name="T73" fmla="*/ 86 h 172"/>
                          <a:gd name="T74" fmla="*/ 172 w 172"/>
                          <a:gd name="T75" fmla="*/ 86 h 17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</a:cxnLst>
                        <a:rect l="0" t="0" r="r" b="b"/>
                        <a:pathLst>
                          <a:path w="172" h="172">
                            <a:moveTo>
                              <a:pt x="172" y="86"/>
                            </a:moveTo>
                            <a:lnTo>
                              <a:pt x="172" y="86"/>
                            </a:lnTo>
                            <a:lnTo>
                              <a:pt x="170" y="104"/>
                            </a:lnTo>
                            <a:lnTo>
                              <a:pt x="166" y="120"/>
                            </a:lnTo>
                            <a:lnTo>
                              <a:pt x="158" y="134"/>
                            </a:lnTo>
                            <a:lnTo>
                              <a:pt x="146" y="146"/>
                            </a:lnTo>
                            <a:lnTo>
                              <a:pt x="134" y="158"/>
                            </a:lnTo>
                            <a:lnTo>
                              <a:pt x="120" y="166"/>
                            </a:lnTo>
                            <a:lnTo>
                              <a:pt x="104" y="170"/>
                            </a:lnTo>
                            <a:lnTo>
                              <a:pt x="86" y="172"/>
                            </a:lnTo>
                            <a:lnTo>
                              <a:pt x="86" y="172"/>
                            </a:lnTo>
                            <a:lnTo>
                              <a:pt x="68" y="170"/>
                            </a:lnTo>
                            <a:lnTo>
                              <a:pt x="52" y="166"/>
                            </a:lnTo>
                            <a:lnTo>
                              <a:pt x="38" y="158"/>
                            </a:lnTo>
                            <a:lnTo>
                              <a:pt x="24" y="146"/>
                            </a:lnTo>
                            <a:lnTo>
                              <a:pt x="14" y="134"/>
                            </a:lnTo>
                            <a:lnTo>
                              <a:pt x="6" y="120"/>
                            </a:lnTo>
                            <a:lnTo>
                              <a:pt x="2" y="104"/>
                            </a:lnTo>
                            <a:lnTo>
                              <a:pt x="0" y="86"/>
                            </a:lnTo>
                            <a:lnTo>
                              <a:pt x="0" y="86"/>
                            </a:lnTo>
                            <a:lnTo>
                              <a:pt x="2" y="68"/>
                            </a:lnTo>
                            <a:lnTo>
                              <a:pt x="6" y="52"/>
                            </a:lnTo>
                            <a:lnTo>
                              <a:pt x="14" y="38"/>
                            </a:lnTo>
                            <a:lnTo>
                              <a:pt x="24" y="24"/>
                            </a:lnTo>
                            <a:lnTo>
                              <a:pt x="38" y="14"/>
                            </a:lnTo>
                            <a:lnTo>
                              <a:pt x="52" y="6"/>
                            </a:lnTo>
                            <a:lnTo>
                              <a:pt x="68" y="2"/>
                            </a:lnTo>
                            <a:lnTo>
                              <a:pt x="86" y="0"/>
                            </a:lnTo>
                            <a:lnTo>
                              <a:pt x="86" y="0"/>
                            </a:lnTo>
                            <a:lnTo>
                              <a:pt x="104" y="2"/>
                            </a:lnTo>
                            <a:lnTo>
                              <a:pt x="120" y="6"/>
                            </a:lnTo>
                            <a:lnTo>
                              <a:pt x="134" y="14"/>
                            </a:lnTo>
                            <a:lnTo>
                              <a:pt x="146" y="24"/>
                            </a:lnTo>
                            <a:lnTo>
                              <a:pt x="158" y="38"/>
                            </a:lnTo>
                            <a:lnTo>
                              <a:pt x="166" y="52"/>
                            </a:lnTo>
                            <a:lnTo>
                              <a:pt x="170" y="68"/>
                            </a:lnTo>
                            <a:lnTo>
                              <a:pt x="172" y="86"/>
                            </a:lnTo>
                            <a:lnTo>
                              <a:pt x="172" y="86"/>
                            </a:lnTo>
                            <a:close/>
                          </a:path>
                        </a:pathLst>
                      </a:cu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59" name="Freeform 45">
                        <a:extLst>
                          <a:ext uri="{FF2B5EF4-FFF2-40B4-BE49-F238E27FC236}">
                            <a16:creationId xmlns:a16="http://schemas.microsoft.com/office/drawing/2014/main" id="{B9A78351-C304-22C1-E65A-31E10F8CD2F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124" y="3778"/>
                        <a:ext cx="292" cy="170"/>
                      </a:xfrm>
                      <a:custGeom>
                        <a:avLst/>
                        <a:gdLst>
                          <a:gd name="T0" fmla="*/ 146 w 292"/>
                          <a:gd name="T1" fmla="*/ 0 h 170"/>
                          <a:gd name="T2" fmla="*/ 146 w 292"/>
                          <a:gd name="T3" fmla="*/ 0 h 170"/>
                          <a:gd name="T4" fmla="*/ 130 w 292"/>
                          <a:gd name="T5" fmla="*/ 0 h 170"/>
                          <a:gd name="T6" fmla="*/ 116 w 292"/>
                          <a:gd name="T7" fmla="*/ 2 h 170"/>
                          <a:gd name="T8" fmla="*/ 102 w 292"/>
                          <a:gd name="T9" fmla="*/ 6 h 170"/>
                          <a:gd name="T10" fmla="*/ 88 w 292"/>
                          <a:gd name="T11" fmla="*/ 12 h 170"/>
                          <a:gd name="T12" fmla="*/ 76 w 292"/>
                          <a:gd name="T13" fmla="*/ 18 h 170"/>
                          <a:gd name="T14" fmla="*/ 64 w 292"/>
                          <a:gd name="T15" fmla="*/ 26 h 170"/>
                          <a:gd name="T16" fmla="*/ 54 w 292"/>
                          <a:gd name="T17" fmla="*/ 34 h 170"/>
                          <a:gd name="T18" fmla="*/ 42 w 292"/>
                          <a:gd name="T19" fmla="*/ 44 h 170"/>
                          <a:gd name="T20" fmla="*/ 34 w 292"/>
                          <a:gd name="T21" fmla="*/ 56 h 170"/>
                          <a:gd name="T22" fmla="*/ 24 w 292"/>
                          <a:gd name="T23" fmla="*/ 68 h 170"/>
                          <a:gd name="T24" fmla="*/ 18 w 292"/>
                          <a:gd name="T25" fmla="*/ 80 h 170"/>
                          <a:gd name="T26" fmla="*/ 12 w 292"/>
                          <a:gd name="T27" fmla="*/ 94 h 170"/>
                          <a:gd name="T28" fmla="*/ 6 w 292"/>
                          <a:gd name="T29" fmla="*/ 108 h 170"/>
                          <a:gd name="T30" fmla="*/ 2 w 292"/>
                          <a:gd name="T31" fmla="*/ 122 h 170"/>
                          <a:gd name="T32" fmla="*/ 0 w 292"/>
                          <a:gd name="T33" fmla="*/ 138 h 170"/>
                          <a:gd name="T34" fmla="*/ 0 w 292"/>
                          <a:gd name="T35" fmla="*/ 154 h 170"/>
                          <a:gd name="T36" fmla="*/ 0 w 292"/>
                          <a:gd name="T37" fmla="*/ 154 h 170"/>
                          <a:gd name="T38" fmla="*/ 0 w 292"/>
                          <a:gd name="T39" fmla="*/ 164 h 170"/>
                          <a:gd name="T40" fmla="*/ 0 w 292"/>
                          <a:gd name="T41" fmla="*/ 164 h 170"/>
                          <a:gd name="T42" fmla="*/ 72 w 292"/>
                          <a:gd name="T43" fmla="*/ 168 h 170"/>
                          <a:gd name="T44" fmla="*/ 146 w 292"/>
                          <a:gd name="T45" fmla="*/ 170 h 170"/>
                          <a:gd name="T46" fmla="*/ 146 w 292"/>
                          <a:gd name="T47" fmla="*/ 170 h 170"/>
                          <a:gd name="T48" fmla="*/ 220 w 292"/>
                          <a:gd name="T49" fmla="*/ 168 h 170"/>
                          <a:gd name="T50" fmla="*/ 292 w 292"/>
                          <a:gd name="T51" fmla="*/ 164 h 170"/>
                          <a:gd name="T52" fmla="*/ 292 w 292"/>
                          <a:gd name="T53" fmla="*/ 164 h 170"/>
                          <a:gd name="T54" fmla="*/ 292 w 292"/>
                          <a:gd name="T55" fmla="*/ 154 h 170"/>
                          <a:gd name="T56" fmla="*/ 292 w 292"/>
                          <a:gd name="T57" fmla="*/ 154 h 170"/>
                          <a:gd name="T58" fmla="*/ 290 w 292"/>
                          <a:gd name="T59" fmla="*/ 138 h 170"/>
                          <a:gd name="T60" fmla="*/ 288 w 292"/>
                          <a:gd name="T61" fmla="*/ 122 h 170"/>
                          <a:gd name="T62" fmla="*/ 284 w 292"/>
                          <a:gd name="T63" fmla="*/ 108 h 170"/>
                          <a:gd name="T64" fmla="*/ 280 w 292"/>
                          <a:gd name="T65" fmla="*/ 94 h 170"/>
                          <a:gd name="T66" fmla="*/ 274 w 292"/>
                          <a:gd name="T67" fmla="*/ 80 h 170"/>
                          <a:gd name="T68" fmla="*/ 266 w 292"/>
                          <a:gd name="T69" fmla="*/ 68 h 170"/>
                          <a:gd name="T70" fmla="*/ 258 w 292"/>
                          <a:gd name="T71" fmla="*/ 56 h 170"/>
                          <a:gd name="T72" fmla="*/ 248 w 292"/>
                          <a:gd name="T73" fmla="*/ 44 h 170"/>
                          <a:gd name="T74" fmla="*/ 238 w 292"/>
                          <a:gd name="T75" fmla="*/ 34 h 170"/>
                          <a:gd name="T76" fmla="*/ 228 w 292"/>
                          <a:gd name="T77" fmla="*/ 26 h 170"/>
                          <a:gd name="T78" fmla="*/ 216 w 292"/>
                          <a:gd name="T79" fmla="*/ 18 h 170"/>
                          <a:gd name="T80" fmla="*/ 202 w 292"/>
                          <a:gd name="T81" fmla="*/ 12 h 170"/>
                          <a:gd name="T82" fmla="*/ 190 w 292"/>
                          <a:gd name="T83" fmla="*/ 6 h 170"/>
                          <a:gd name="T84" fmla="*/ 176 w 292"/>
                          <a:gd name="T85" fmla="*/ 2 h 170"/>
                          <a:gd name="T86" fmla="*/ 160 w 292"/>
                          <a:gd name="T87" fmla="*/ 0 h 170"/>
                          <a:gd name="T88" fmla="*/ 146 w 292"/>
                          <a:gd name="T89" fmla="*/ 0 h 170"/>
                          <a:gd name="T90" fmla="*/ 146 w 292"/>
                          <a:gd name="T91" fmla="*/ 0 h 17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</a:cxnLst>
                        <a:rect l="0" t="0" r="r" b="b"/>
                        <a:pathLst>
                          <a:path w="292" h="170">
                            <a:moveTo>
                              <a:pt x="146" y="0"/>
                            </a:moveTo>
                            <a:lnTo>
                              <a:pt x="146" y="0"/>
                            </a:lnTo>
                            <a:lnTo>
                              <a:pt x="130" y="0"/>
                            </a:lnTo>
                            <a:lnTo>
                              <a:pt x="116" y="2"/>
                            </a:lnTo>
                            <a:lnTo>
                              <a:pt x="102" y="6"/>
                            </a:lnTo>
                            <a:lnTo>
                              <a:pt x="88" y="12"/>
                            </a:lnTo>
                            <a:lnTo>
                              <a:pt x="76" y="18"/>
                            </a:lnTo>
                            <a:lnTo>
                              <a:pt x="64" y="26"/>
                            </a:lnTo>
                            <a:lnTo>
                              <a:pt x="54" y="34"/>
                            </a:lnTo>
                            <a:lnTo>
                              <a:pt x="42" y="44"/>
                            </a:lnTo>
                            <a:lnTo>
                              <a:pt x="34" y="56"/>
                            </a:lnTo>
                            <a:lnTo>
                              <a:pt x="24" y="68"/>
                            </a:lnTo>
                            <a:lnTo>
                              <a:pt x="18" y="80"/>
                            </a:lnTo>
                            <a:lnTo>
                              <a:pt x="12" y="94"/>
                            </a:lnTo>
                            <a:lnTo>
                              <a:pt x="6" y="108"/>
                            </a:lnTo>
                            <a:lnTo>
                              <a:pt x="2" y="122"/>
                            </a:lnTo>
                            <a:lnTo>
                              <a:pt x="0" y="138"/>
                            </a:lnTo>
                            <a:lnTo>
                              <a:pt x="0" y="154"/>
                            </a:lnTo>
                            <a:lnTo>
                              <a:pt x="0" y="154"/>
                            </a:lnTo>
                            <a:lnTo>
                              <a:pt x="0" y="164"/>
                            </a:lnTo>
                            <a:lnTo>
                              <a:pt x="0" y="164"/>
                            </a:lnTo>
                            <a:lnTo>
                              <a:pt x="72" y="168"/>
                            </a:lnTo>
                            <a:lnTo>
                              <a:pt x="146" y="170"/>
                            </a:lnTo>
                            <a:lnTo>
                              <a:pt x="146" y="170"/>
                            </a:lnTo>
                            <a:lnTo>
                              <a:pt x="220" y="168"/>
                            </a:lnTo>
                            <a:lnTo>
                              <a:pt x="292" y="164"/>
                            </a:lnTo>
                            <a:lnTo>
                              <a:pt x="292" y="164"/>
                            </a:lnTo>
                            <a:lnTo>
                              <a:pt x="292" y="154"/>
                            </a:lnTo>
                            <a:lnTo>
                              <a:pt x="292" y="154"/>
                            </a:lnTo>
                            <a:lnTo>
                              <a:pt x="290" y="138"/>
                            </a:lnTo>
                            <a:lnTo>
                              <a:pt x="288" y="122"/>
                            </a:lnTo>
                            <a:lnTo>
                              <a:pt x="284" y="108"/>
                            </a:lnTo>
                            <a:lnTo>
                              <a:pt x="280" y="94"/>
                            </a:lnTo>
                            <a:lnTo>
                              <a:pt x="274" y="80"/>
                            </a:lnTo>
                            <a:lnTo>
                              <a:pt x="266" y="68"/>
                            </a:lnTo>
                            <a:lnTo>
                              <a:pt x="258" y="56"/>
                            </a:lnTo>
                            <a:lnTo>
                              <a:pt x="248" y="44"/>
                            </a:lnTo>
                            <a:lnTo>
                              <a:pt x="238" y="34"/>
                            </a:lnTo>
                            <a:lnTo>
                              <a:pt x="228" y="26"/>
                            </a:lnTo>
                            <a:lnTo>
                              <a:pt x="216" y="18"/>
                            </a:lnTo>
                            <a:lnTo>
                              <a:pt x="202" y="12"/>
                            </a:lnTo>
                            <a:lnTo>
                              <a:pt x="190" y="6"/>
                            </a:lnTo>
                            <a:lnTo>
                              <a:pt x="176" y="2"/>
                            </a:lnTo>
                            <a:lnTo>
                              <a:pt x="160" y="0"/>
                            </a:lnTo>
                            <a:lnTo>
                              <a:pt x="146" y="0"/>
                            </a:lnTo>
                            <a:lnTo>
                              <a:pt x="146" y="0"/>
                            </a:lnTo>
                            <a:close/>
                          </a:path>
                        </a:pathLst>
                      </a:custGeom>
                      <a:solidFill>
                        <a:schemeClr val="bg1">
                          <a:lumMod val="75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53" name="Group 43">
                      <a:extLst>
                        <a:ext uri="{FF2B5EF4-FFF2-40B4-BE49-F238E27FC236}">
                          <a16:creationId xmlns:a16="http://schemas.microsoft.com/office/drawing/2014/main" id="{4001B7C0-239F-85D5-1C62-3B843FC653FB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 bwMode="auto">
                    <a:xfrm>
                      <a:off x="6562564" y="5724525"/>
                      <a:ext cx="432122" cy="523876"/>
                      <a:chOff x="4124" y="3594"/>
                      <a:chExt cx="292" cy="354"/>
                    </a:xfrm>
                  </p:grpSpPr>
                  <p:sp>
                    <p:nvSpPr>
                      <p:cNvPr id="54" name="AutoShape 42">
                        <a:extLst>
                          <a:ext uri="{FF2B5EF4-FFF2-40B4-BE49-F238E27FC236}">
                            <a16:creationId xmlns:a16="http://schemas.microsoft.com/office/drawing/2014/main" id="{DF8609C8-1B5F-B286-2BB7-96FF68CD965D}"/>
                          </a:ext>
                        </a:extLst>
                      </p:cNvPr>
                      <p:cNvSpPr>
                        <a:spLocks noChangeAspect="1" noChangeArrowheads="1" noTextEdit="1"/>
                      </p:cNvSpPr>
                      <p:nvPr/>
                    </p:nvSpPr>
                    <p:spPr bwMode="auto">
                      <a:xfrm>
                        <a:off x="4124" y="3594"/>
                        <a:ext cx="292" cy="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55" name="Freeform 44">
                        <a:extLst>
                          <a:ext uri="{FF2B5EF4-FFF2-40B4-BE49-F238E27FC236}">
                            <a16:creationId xmlns:a16="http://schemas.microsoft.com/office/drawing/2014/main" id="{BF3D5C9C-9872-CED8-76B4-AD04266382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184" y="3594"/>
                        <a:ext cx="172" cy="172"/>
                      </a:xfrm>
                      <a:custGeom>
                        <a:avLst/>
                        <a:gdLst>
                          <a:gd name="T0" fmla="*/ 172 w 172"/>
                          <a:gd name="T1" fmla="*/ 86 h 172"/>
                          <a:gd name="T2" fmla="*/ 172 w 172"/>
                          <a:gd name="T3" fmla="*/ 86 h 172"/>
                          <a:gd name="T4" fmla="*/ 170 w 172"/>
                          <a:gd name="T5" fmla="*/ 104 h 172"/>
                          <a:gd name="T6" fmla="*/ 166 w 172"/>
                          <a:gd name="T7" fmla="*/ 120 h 172"/>
                          <a:gd name="T8" fmla="*/ 158 w 172"/>
                          <a:gd name="T9" fmla="*/ 134 h 172"/>
                          <a:gd name="T10" fmla="*/ 146 w 172"/>
                          <a:gd name="T11" fmla="*/ 146 h 172"/>
                          <a:gd name="T12" fmla="*/ 134 w 172"/>
                          <a:gd name="T13" fmla="*/ 158 h 172"/>
                          <a:gd name="T14" fmla="*/ 120 w 172"/>
                          <a:gd name="T15" fmla="*/ 166 h 172"/>
                          <a:gd name="T16" fmla="*/ 104 w 172"/>
                          <a:gd name="T17" fmla="*/ 170 h 172"/>
                          <a:gd name="T18" fmla="*/ 86 w 172"/>
                          <a:gd name="T19" fmla="*/ 172 h 172"/>
                          <a:gd name="T20" fmla="*/ 86 w 172"/>
                          <a:gd name="T21" fmla="*/ 172 h 172"/>
                          <a:gd name="T22" fmla="*/ 68 w 172"/>
                          <a:gd name="T23" fmla="*/ 170 h 172"/>
                          <a:gd name="T24" fmla="*/ 52 w 172"/>
                          <a:gd name="T25" fmla="*/ 166 h 172"/>
                          <a:gd name="T26" fmla="*/ 38 w 172"/>
                          <a:gd name="T27" fmla="*/ 158 h 172"/>
                          <a:gd name="T28" fmla="*/ 24 w 172"/>
                          <a:gd name="T29" fmla="*/ 146 h 172"/>
                          <a:gd name="T30" fmla="*/ 14 w 172"/>
                          <a:gd name="T31" fmla="*/ 134 h 172"/>
                          <a:gd name="T32" fmla="*/ 6 w 172"/>
                          <a:gd name="T33" fmla="*/ 120 h 172"/>
                          <a:gd name="T34" fmla="*/ 2 w 172"/>
                          <a:gd name="T35" fmla="*/ 104 h 172"/>
                          <a:gd name="T36" fmla="*/ 0 w 172"/>
                          <a:gd name="T37" fmla="*/ 86 h 172"/>
                          <a:gd name="T38" fmla="*/ 0 w 172"/>
                          <a:gd name="T39" fmla="*/ 86 h 172"/>
                          <a:gd name="T40" fmla="*/ 2 w 172"/>
                          <a:gd name="T41" fmla="*/ 68 h 172"/>
                          <a:gd name="T42" fmla="*/ 6 w 172"/>
                          <a:gd name="T43" fmla="*/ 52 h 172"/>
                          <a:gd name="T44" fmla="*/ 14 w 172"/>
                          <a:gd name="T45" fmla="*/ 38 h 172"/>
                          <a:gd name="T46" fmla="*/ 24 w 172"/>
                          <a:gd name="T47" fmla="*/ 24 h 172"/>
                          <a:gd name="T48" fmla="*/ 38 w 172"/>
                          <a:gd name="T49" fmla="*/ 14 h 172"/>
                          <a:gd name="T50" fmla="*/ 52 w 172"/>
                          <a:gd name="T51" fmla="*/ 6 h 172"/>
                          <a:gd name="T52" fmla="*/ 68 w 172"/>
                          <a:gd name="T53" fmla="*/ 2 h 172"/>
                          <a:gd name="T54" fmla="*/ 86 w 172"/>
                          <a:gd name="T55" fmla="*/ 0 h 172"/>
                          <a:gd name="T56" fmla="*/ 86 w 172"/>
                          <a:gd name="T57" fmla="*/ 0 h 172"/>
                          <a:gd name="T58" fmla="*/ 104 w 172"/>
                          <a:gd name="T59" fmla="*/ 2 h 172"/>
                          <a:gd name="T60" fmla="*/ 120 w 172"/>
                          <a:gd name="T61" fmla="*/ 6 h 172"/>
                          <a:gd name="T62" fmla="*/ 134 w 172"/>
                          <a:gd name="T63" fmla="*/ 14 h 172"/>
                          <a:gd name="T64" fmla="*/ 146 w 172"/>
                          <a:gd name="T65" fmla="*/ 24 h 172"/>
                          <a:gd name="T66" fmla="*/ 158 w 172"/>
                          <a:gd name="T67" fmla="*/ 38 h 172"/>
                          <a:gd name="T68" fmla="*/ 166 w 172"/>
                          <a:gd name="T69" fmla="*/ 52 h 172"/>
                          <a:gd name="T70" fmla="*/ 170 w 172"/>
                          <a:gd name="T71" fmla="*/ 68 h 172"/>
                          <a:gd name="T72" fmla="*/ 172 w 172"/>
                          <a:gd name="T73" fmla="*/ 86 h 172"/>
                          <a:gd name="T74" fmla="*/ 172 w 172"/>
                          <a:gd name="T75" fmla="*/ 86 h 17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</a:cxnLst>
                        <a:rect l="0" t="0" r="r" b="b"/>
                        <a:pathLst>
                          <a:path w="172" h="172">
                            <a:moveTo>
                              <a:pt x="172" y="86"/>
                            </a:moveTo>
                            <a:lnTo>
                              <a:pt x="172" y="86"/>
                            </a:lnTo>
                            <a:lnTo>
                              <a:pt x="170" y="104"/>
                            </a:lnTo>
                            <a:lnTo>
                              <a:pt x="166" y="120"/>
                            </a:lnTo>
                            <a:lnTo>
                              <a:pt x="158" y="134"/>
                            </a:lnTo>
                            <a:lnTo>
                              <a:pt x="146" y="146"/>
                            </a:lnTo>
                            <a:lnTo>
                              <a:pt x="134" y="158"/>
                            </a:lnTo>
                            <a:lnTo>
                              <a:pt x="120" y="166"/>
                            </a:lnTo>
                            <a:lnTo>
                              <a:pt x="104" y="170"/>
                            </a:lnTo>
                            <a:lnTo>
                              <a:pt x="86" y="172"/>
                            </a:lnTo>
                            <a:lnTo>
                              <a:pt x="86" y="172"/>
                            </a:lnTo>
                            <a:lnTo>
                              <a:pt x="68" y="170"/>
                            </a:lnTo>
                            <a:lnTo>
                              <a:pt x="52" y="166"/>
                            </a:lnTo>
                            <a:lnTo>
                              <a:pt x="38" y="158"/>
                            </a:lnTo>
                            <a:lnTo>
                              <a:pt x="24" y="146"/>
                            </a:lnTo>
                            <a:lnTo>
                              <a:pt x="14" y="134"/>
                            </a:lnTo>
                            <a:lnTo>
                              <a:pt x="6" y="120"/>
                            </a:lnTo>
                            <a:lnTo>
                              <a:pt x="2" y="104"/>
                            </a:lnTo>
                            <a:lnTo>
                              <a:pt x="0" y="86"/>
                            </a:lnTo>
                            <a:lnTo>
                              <a:pt x="0" y="86"/>
                            </a:lnTo>
                            <a:lnTo>
                              <a:pt x="2" y="68"/>
                            </a:lnTo>
                            <a:lnTo>
                              <a:pt x="6" y="52"/>
                            </a:lnTo>
                            <a:lnTo>
                              <a:pt x="14" y="38"/>
                            </a:lnTo>
                            <a:lnTo>
                              <a:pt x="24" y="24"/>
                            </a:lnTo>
                            <a:lnTo>
                              <a:pt x="38" y="14"/>
                            </a:lnTo>
                            <a:lnTo>
                              <a:pt x="52" y="6"/>
                            </a:lnTo>
                            <a:lnTo>
                              <a:pt x="68" y="2"/>
                            </a:lnTo>
                            <a:lnTo>
                              <a:pt x="86" y="0"/>
                            </a:lnTo>
                            <a:lnTo>
                              <a:pt x="86" y="0"/>
                            </a:lnTo>
                            <a:lnTo>
                              <a:pt x="104" y="2"/>
                            </a:lnTo>
                            <a:lnTo>
                              <a:pt x="120" y="6"/>
                            </a:lnTo>
                            <a:lnTo>
                              <a:pt x="134" y="14"/>
                            </a:lnTo>
                            <a:lnTo>
                              <a:pt x="146" y="24"/>
                            </a:lnTo>
                            <a:lnTo>
                              <a:pt x="158" y="38"/>
                            </a:lnTo>
                            <a:lnTo>
                              <a:pt x="166" y="52"/>
                            </a:lnTo>
                            <a:lnTo>
                              <a:pt x="170" y="68"/>
                            </a:lnTo>
                            <a:lnTo>
                              <a:pt x="172" y="86"/>
                            </a:lnTo>
                            <a:lnTo>
                              <a:pt x="172" y="86"/>
                            </a:lnTo>
                            <a:close/>
                          </a:path>
                        </a:pathLst>
                      </a:custGeom>
                      <a:solidFill>
                        <a:schemeClr val="bg1">
                          <a:lumMod val="75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56" name="Freeform 45">
                        <a:extLst>
                          <a:ext uri="{FF2B5EF4-FFF2-40B4-BE49-F238E27FC236}">
                            <a16:creationId xmlns:a16="http://schemas.microsoft.com/office/drawing/2014/main" id="{CAA4FB32-64AB-879A-E38C-CC62B03E14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124" y="3778"/>
                        <a:ext cx="292" cy="170"/>
                      </a:xfrm>
                      <a:custGeom>
                        <a:avLst/>
                        <a:gdLst>
                          <a:gd name="T0" fmla="*/ 146 w 292"/>
                          <a:gd name="T1" fmla="*/ 0 h 170"/>
                          <a:gd name="T2" fmla="*/ 146 w 292"/>
                          <a:gd name="T3" fmla="*/ 0 h 170"/>
                          <a:gd name="T4" fmla="*/ 130 w 292"/>
                          <a:gd name="T5" fmla="*/ 0 h 170"/>
                          <a:gd name="T6" fmla="*/ 116 w 292"/>
                          <a:gd name="T7" fmla="*/ 2 h 170"/>
                          <a:gd name="T8" fmla="*/ 102 w 292"/>
                          <a:gd name="T9" fmla="*/ 6 h 170"/>
                          <a:gd name="T10" fmla="*/ 88 w 292"/>
                          <a:gd name="T11" fmla="*/ 12 h 170"/>
                          <a:gd name="T12" fmla="*/ 76 w 292"/>
                          <a:gd name="T13" fmla="*/ 18 h 170"/>
                          <a:gd name="T14" fmla="*/ 64 w 292"/>
                          <a:gd name="T15" fmla="*/ 26 h 170"/>
                          <a:gd name="T16" fmla="*/ 54 w 292"/>
                          <a:gd name="T17" fmla="*/ 34 h 170"/>
                          <a:gd name="T18" fmla="*/ 42 w 292"/>
                          <a:gd name="T19" fmla="*/ 44 h 170"/>
                          <a:gd name="T20" fmla="*/ 34 w 292"/>
                          <a:gd name="T21" fmla="*/ 56 h 170"/>
                          <a:gd name="T22" fmla="*/ 24 w 292"/>
                          <a:gd name="T23" fmla="*/ 68 h 170"/>
                          <a:gd name="T24" fmla="*/ 18 w 292"/>
                          <a:gd name="T25" fmla="*/ 80 h 170"/>
                          <a:gd name="T26" fmla="*/ 12 w 292"/>
                          <a:gd name="T27" fmla="*/ 94 h 170"/>
                          <a:gd name="T28" fmla="*/ 6 w 292"/>
                          <a:gd name="T29" fmla="*/ 108 h 170"/>
                          <a:gd name="T30" fmla="*/ 2 w 292"/>
                          <a:gd name="T31" fmla="*/ 122 h 170"/>
                          <a:gd name="T32" fmla="*/ 0 w 292"/>
                          <a:gd name="T33" fmla="*/ 138 h 170"/>
                          <a:gd name="T34" fmla="*/ 0 w 292"/>
                          <a:gd name="T35" fmla="*/ 154 h 170"/>
                          <a:gd name="T36" fmla="*/ 0 w 292"/>
                          <a:gd name="T37" fmla="*/ 154 h 170"/>
                          <a:gd name="T38" fmla="*/ 0 w 292"/>
                          <a:gd name="T39" fmla="*/ 164 h 170"/>
                          <a:gd name="T40" fmla="*/ 0 w 292"/>
                          <a:gd name="T41" fmla="*/ 164 h 170"/>
                          <a:gd name="T42" fmla="*/ 72 w 292"/>
                          <a:gd name="T43" fmla="*/ 168 h 170"/>
                          <a:gd name="T44" fmla="*/ 146 w 292"/>
                          <a:gd name="T45" fmla="*/ 170 h 170"/>
                          <a:gd name="T46" fmla="*/ 146 w 292"/>
                          <a:gd name="T47" fmla="*/ 170 h 170"/>
                          <a:gd name="T48" fmla="*/ 220 w 292"/>
                          <a:gd name="T49" fmla="*/ 168 h 170"/>
                          <a:gd name="T50" fmla="*/ 292 w 292"/>
                          <a:gd name="T51" fmla="*/ 164 h 170"/>
                          <a:gd name="T52" fmla="*/ 292 w 292"/>
                          <a:gd name="T53" fmla="*/ 164 h 170"/>
                          <a:gd name="T54" fmla="*/ 292 w 292"/>
                          <a:gd name="T55" fmla="*/ 154 h 170"/>
                          <a:gd name="T56" fmla="*/ 292 w 292"/>
                          <a:gd name="T57" fmla="*/ 154 h 170"/>
                          <a:gd name="T58" fmla="*/ 290 w 292"/>
                          <a:gd name="T59" fmla="*/ 138 h 170"/>
                          <a:gd name="T60" fmla="*/ 288 w 292"/>
                          <a:gd name="T61" fmla="*/ 122 h 170"/>
                          <a:gd name="T62" fmla="*/ 284 w 292"/>
                          <a:gd name="T63" fmla="*/ 108 h 170"/>
                          <a:gd name="T64" fmla="*/ 280 w 292"/>
                          <a:gd name="T65" fmla="*/ 94 h 170"/>
                          <a:gd name="T66" fmla="*/ 274 w 292"/>
                          <a:gd name="T67" fmla="*/ 80 h 170"/>
                          <a:gd name="T68" fmla="*/ 266 w 292"/>
                          <a:gd name="T69" fmla="*/ 68 h 170"/>
                          <a:gd name="T70" fmla="*/ 258 w 292"/>
                          <a:gd name="T71" fmla="*/ 56 h 170"/>
                          <a:gd name="T72" fmla="*/ 248 w 292"/>
                          <a:gd name="T73" fmla="*/ 44 h 170"/>
                          <a:gd name="T74" fmla="*/ 238 w 292"/>
                          <a:gd name="T75" fmla="*/ 34 h 170"/>
                          <a:gd name="T76" fmla="*/ 228 w 292"/>
                          <a:gd name="T77" fmla="*/ 26 h 170"/>
                          <a:gd name="T78" fmla="*/ 216 w 292"/>
                          <a:gd name="T79" fmla="*/ 18 h 170"/>
                          <a:gd name="T80" fmla="*/ 202 w 292"/>
                          <a:gd name="T81" fmla="*/ 12 h 170"/>
                          <a:gd name="T82" fmla="*/ 190 w 292"/>
                          <a:gd name="T83" fmla="*/ 6 h 170"/>
                          <a:gd name="T84" fmla="*/ 176 w 292"/>
                          <a:gd name="T85" fmla="*/ 2 h 170"/>
                          <a:gd name="T86" fmla="*/ 160 w 292"/>
                          <a:gd name="T87" fmla="*/ 0 h 170"/>
                          <a:gd name="T88" fmla="*/ 146 w 292"/>
                          <a:gd name="T89" fmla="*/ 0 h 170"/>
                          <a:gd name="T90" fmla="*/ 146 w 292"/>
                          <a:gd name="T91" fmla="*/ 0 h 17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</a:cxnLst>
                        <a:rect l="0" t="0" r="r" b="b"/>
                        <a:pathLst>
                          <a:path w="292" h="170">
                            <a:moveTo>
                              <a:pt x="146" y="0"/>
                            </a:moveTo>
                            <a:lnTo>
                              <a:pt x="146" y="0"/>
                            </a:lnTo>
                            <a:lnTo>
                              <a:pt x="130" y="0"/>
                            </a:lnTo>
                            <a:lnTo>
                              <a:pt x="116" y="2"/>
                            </a:lnTo>
                            <a:lnTo>
                              <a:pt x="102" y="6"/>
                            </a:lnTo>
                            <a:lnTo>
                              <a:pt x="88" y="12"/>
                            </a:lnTo>
                            <a:lnTo>
                              <a:pt x="76" y="18"/>
                            </a:lnTo>
                            <a:lnTo>
                              <a:pt x="64" y="26"/>
                            </a:lnTo>
                            <a:lnTo>
                              <a:pt x="54" y="34"/>
                            </a:lnTo>
                            <a:lnTo>
                              <a:pt x="42" y="44"/>
                            </a:lnTo>
                            <a:lnTo>
                              <a:pt x="34" y="56"/>
                            </a:lnTo>
                            <a:lnTo>
                              <a:pt x="24" y="68"/>
                            </a:lnTo>
                            <a:lnTo>
                              <a:pt x="18" y="80"/>
                            </a:lnTo>
                            <a:lnTo>
                              <a:pt x="12" y="94"/>
                            </a:lnTo>
                            <a:lnTo>
                              <a:pt x="6" y="108"/>
                            </a:lnTo>
                            <a:lnTo>
                              <a:pt x="2" y="122"/>
                            </a:lnTo>
                            <a:lnTo>
                              <a:pt x="0" y="138"/>
                            </a:lnTo>
                            <a:lnTo>
                              <a:pt x="0" y="154"/>
                            </a:lnTo>
                            <a:lnTo>
                              <a:pt x="0" y="154"/>
                            </a:lnTo>
                            <a:lnTo>
                              <a:pt x="0" y="164"/>
                            </a:lnTo>
                            <a:lnTo>
                              <a:pt x="0" y="164"/>
                            </a:lnTo>
                            <a:lnTo>
                              <a:pt x="72" y="168"/>
                            </a:lnTo>
                            <a:lnTo>
                              <a:pt x="146" y="170"/>
                            </a:lnTo>
                            <a:lnTo>
                              <a:pt x="146" y="170"/>
                            </a:lnTo>
                            <a:lnTo>
                              <a:pt x="220" y="168"/>
                            </a:lnTo>
                            <a:lnTo>
                              <a:pt x="292" y="164"/>
                            </a:lnTo>
                            <a:lnTo>
                              <a:pt x="292" y="164"/>
                            </a:lnTo>
                            <a:lnTo>
                              <a:pt x="292" y="154"/>
                            </a:lnTo>
                            <a:lnTo>
                              <a:pt x="292" y="154"/>
                            </a:lnTo>
                            <a:lnTo>
                              <a:pt x="290" y="138"/>
                            </a:lnTo>
                            <a:lnTo>
                              <a:pt x="288" y="122"/>
                            </a:lnTo>
                            <a:lnTo>
                              <a:pt x="284" y="108"/>
                            </a:lnTo>
                            <a:lnTo>
                              <a:pt x="280" y="94"/>
                            </a:lnTo>
                            <a:lnTo>
                              <a:pt x="274" y="80"/>
                            </a:lnTo>
                            <a:lnTo>
                              <a:pt x="266" y="68"/>
                            </a:lnTo>
                            <a:lnTo>
                              <a:pt x="258" y="56"/>
                            </a:lnTo>
                            <a:lnTo>
                              <a:pt x="248" y="44"/>
                            </a:lnTo>
                            <a:lnTo>
                              <a:pt x="238" y="34"/>
                            </a:lnTo>
                            <a:lnTo>
                              <a:pt x="228" y="26"/>
                            </a:lnTo>
                            <a:lnTo>
                              <a:pt x="216" y="18"/>
                            </a:lnTo>
                            <a:lnTo>
                              <a:pt x="202" y="12"/>
                            </a:lnTo>
                            <a:lnTo>
                              <a:pt x="190" y="6"/>
                            </a:lnTo>
                            <a:lnTo>
                              <a:pt x="176" y="2"/>
                            </a:lnTo>
                            <a:lnTo>
                              <a:pt x="160" y="0"/>
                            </a:lnTo>
                            <a:lnTo>
                              <a:pt x="146" y="0"/>
                            </a:lnTo>
                            <a:lnTo>
                              <a:pt x="146" y="0"/>
                            </a:lnTo>
                            <a:close/>
                          </a:path>
                        </a:pathLst>
                      </a:cu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36F4B35D-6413-A154-3DA9-AFD211381A7A}"/>
                    </a:ext>
                  </a:extLst>
                </p:cNvPr>
                <p:cNvSpPr/>
                <p:nvPr/>
              </p:nvSpPr>
              <p:spPr>
                <a:xfrm>
                  <a:off x="1530718" y="1512841"/>
                  <a:ext cx="298189" cy="44228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1" algn="ctr">
                    <a:lnSpc>
                      <a:spcPct val="120000"/>
                    </a:lnSpc>
                    <a:spcBef>
                      <a:spcPts val="600"/>
                    </a:spcBef>
                    <a:spcAft>
                      <a:spcPts val="300"/>
                    </a:spcAft>
                    <a:tabLst>
                      <a:tab pos="0" algn="l"/>
                    </a:tabLst>
                  </a:pPr>
                  <a:r>
                    <a:rPr lang="en-US" sz="2400" b="1" spc="-15" dirty="0">
                      <a:solidFill>
                        <a:schemeClr val="bg1">
                          <a:lumMod val="65000"/>
                        </a:schemeClr>
                      </a:solidFill>
                      <a:latin typeface="Roboto Condensed" pitchFamily="2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B4FCDE2-40FA-4831-EFFE-5E5D95913D43}"/>
                    </a:ext>
                  </a:extLst>
                </p:cNvPr>
                <p:cNvSpPr/>
                <p:nvPr/>
              </p:nvSpPr>
              <p:spPr>
                <a:xfrm>
                  <a:off x="2712498" y="2185855"/>
                  <a:ext cx="298189" cy="44228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1" algn="ctr">
                    <a:lnSpc>
                      <a:spcPct val="120000"/>
                    </a:lnSpc>
                    <a:spcBef>
                      <a:spcPts val="600"/>
                    </a:spcBef>
                    <a:spcAft>
                      <a:spcPts val="300"/>
                    </a:spcAft>
                    <a:tabLst>
                      <a:tab pos="0" algn="l"/>
                    </a:tabLst>
                  </a:pPr>
                  <a:r>
                    <a:rPr lang="en-US" sz="2400" b="1" spc="-15" dirty="0">
                      <a:solidFill>
                        <a:schemeClr val="bg1">
                          <a:lumMod val="65000"/>
                        </a:schemeClr>
                      </a:solidFill>
                      <a:latin typeface="Roboto Condensed" pitchFamily="2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2F275DE0-5753-A5BA-993C-B7B510235716}"/>
                    </a:ext>
                  </a:extLst>
                </p:cNvPr>
                <p:cNvSpPr/>
                <p:nvPr/>
              </p:nvSpPr>
              <p:spPr>
                <a:xfrm>
                  <a:off x="6503676" y="1512912"/>
                  <a:ext cx="263447" cy="4399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1" algn="ctr">
                    <a:lnSpc>
                      <a:spcPct val="120000"/>
                    </a:lnSpc>
                    <a:spcBef>
                      <a:spcPts val="600"/>
                    </a:spcBef>
                    <a:spcAft>
                      <a:spcPts val="300"/>
                    </a:spcAft>
                    <a:tabLst>
                      <a:tab pos="0" algn="l"/>
                    </a:tabLst>
                  </a:pPr>
                  <a:r>
                    <a:rPr lang="en-US" sz="2400" b="1" spc="-15" dirty="0">
                      <a:solidFill>
                        <a:schemeClr val="bg1">
                          <a:lumMod val="65000"/>
                        </a:schemeClr>
                      </a:solidFill>
                      <a:latin typeface="Roboto Condensed" pitchFamily="2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5BB01C6-F2E9-35B2-CF1D-EE096706FC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83172" y="1751027"/>
                  <a:ext cx="1219192" cy="654050"/>
                </a:xfrm>
                <a:prstGeom prst="line">
                  <a:avLst/>
                </a:prstGeom>
                <a:ln w="63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D4D98F1A-04E4-4CB6-4722-E22BA39010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57801" y="1751027"/>
                  <a:ext cx="851365" cy="606708"/>
                </a:xfrm>
                <a:prstGeom prst="line">
                  <a:avLst/>
                </a:prstGeom>
                <a:ln w="63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DE044A6-5A5B-0CD9-E43B-32C78E1AE5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38014" y="1751027"/>
                  <a:ext cx="877262" cy="564324"/>
                </a:xfrm>
                <a:prstGeom prst="line">
                  <a:avLst/>
                </a:prstGeom>
                <a:ln w="635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4D929574-B12B-260E-6B00-43534F4EF6B9}"/>
                    </a:ext>
                  </a:extLst>
                </p:cNvPr>
                <p:cNvSpPr/>
                <p:nvPr/>
              </p:nvSpPr>
              <p:spPr>
                <a:xfrm>
                  <a:off x="4091408" y="1522373"/>
                  <a:ext cx="143885" cy="4399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1" algn="ctr">
                    <a:lnSpc>
                      <a:spcPct val="120000"/>
                    </a:lnSpc>
                    <a:spcBef>
                      <a:spcPts val="600"/>
                    </a:spcBef>
                    <a:spcAft>
                      <a:spcPts val="300"/>
                    </a:spcAft>
                    <a:tabLst>
                      <a:tab pos="0" algn="l"/>
                    </a:tabLst>
                  </a:pPr>
                  <a:endParaRPr lang="en-US" sz="2400" b="1" spc="-15" dirty="0">
                    <a:solidFill>
                      <a:schemeClr val="bg1">
                        <a:lumMod val="65000"/>
                      </a:schemeClr>
                    </a:solidFill>
                    <a:latin typeface="Roboto Condensed" pitchFamily="2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6" name="Group 25">
                  <a:extLst>
                    <a:ext uri="{FF2B5EF4-FFF2-40B4-BE49-F238E27FC236}">
                      <a16:creationId xmlns:a16="http://schemas.microsoft.com/office/drawing/2014/main" id="{F17B00BD-639D-30ED-6E69-A552DB37E77F}"/>
                    </a:ext>
                  </a:extLst>
                </p:cNvPr>
                <p:cNvGrpSpPr/>
                <p:nvPr/>
              </p:nvGrpSpPr>
              <p:grpSpPr>
                <a:xfrm>
                  <a:off x="5161092" y="2195423"/>
                  <a:ext cx="452844" cy="465572"/>
                  <a:chOff x="5718441" y="1897554"/>
                  <a:chExt cx="513658" cy="528095"/>
                </a:xfrm>
              </p:grpSpPr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A183E921-AECB-500D-6BB3-5A54B1318AFE}"/>
                      </a:ext>
                    </a:extLst>
                  </p:cNvPr>
                  <p:cNvSpPr/>
                  <p:nvPr/>
                </p:nvSpPr>
                <p:spPr>
                  <a:xfrm>
                    <a:off x="5718441" y="1911991"/>
                    <a:ext cx="513658" cy="5136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284A9F1A-A017-39BB-D9B8-0CB09BE70173}"/>
                      </a:ext>
                    </a:extLst>
                  </p:cNvPr>
                  <p:cNvSpPr/>
                  <p:nvPr/>
                </p:nvSpPr>
                <p:spPr>
                  <a:xfrm>
                    <a:off x="5836162" y="1897554"/>
                    <a:ext cx="298826" cy="49902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1" algn="ctr">
                      <a:lnSpc>
                        <a:spcPct val="120000"/>
                      </a:lnSpc>
                      <a:spcBef>
                        <a:spcPts val="600"/>
                      </a:spcBef>
                      <a:spcAft>
                        <a:spcPts val="300"/>
                      </a:spcAft>
                      <a:tabLst>
                        <a:tab pos="0" algn="l"/>
                      </a:tabLst>
                    </a:pPr>
                    <a:r>
                      <a:rPr lang="en-US" sz="2400" b="1" spc="-15" dirty="0">
                        <a:solidFill>
                          <a:schemeClr val="bg1">
                            <a:lumMod val="65000"/>
                          </a:schemeClr>
                        </a:solidFill>
                        <a:latin typeface="Roboto Condensed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</p:grp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BC30FA74-0D00-C71E-44BA-FB7FF4952DA7}"/>
                    </a:ext>
                  </a:extLst>
                </p:cNvPr>
                <p:cNvSpPr/>
                <p:nvPr/>
              </p:nvSpPr>
              <p:spPr>
                <a:xfrm>
                  <a:off x="2313985" y="2859614"/>
                  <a:ext cx="1280008" cy="128000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A3741DDB-330D-8945-2AEE-A11D90E9B440}"/>
                    </a:ext>
                  </a:extLst>
                </p:cNvPr>
                <p:cNvSpPr/>
                <p:nvPr/>
              </p:nvSpPr>
              <p:spPr>
                <a:xfrm>
                  <a:off x="4798859" y="2859614"/>
                  <a:ext cx="1280008" cy="128000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034E125D-852B-77E0-CB59-ADED444805B4}"/>
                    </a:ext>
                  </a:extLst>
                </p:cNvPr>
                <p:cNvSpPr/>
                <p:nvPr/>
              </p:nvSpPr>
              <p:spPr>
                <a:xfrm>
                  <a:off x="6035163" y="2302745"/>
                  <a:ext cx="1280008" cy="1280008"/>
                </a:xfrm>
                <a:prstGeom prst="ellipse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EA141D8-C00B-15A7-3BCB-F6DF7894A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65963" y="3701544"/>
                  <a:ext cx="241842" cy="0"/>
                </a:xfrm>
                <a:prstGeom prst="line">
                  <a:avLst/>
                </a:prstGeom>
                <a:ln w="63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4A8EFB2B-5167-C920-0AAD-C3AFC5B3F5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6607207" y="3701544"/>
                  <a:ext cx="241842" cy="0"/>
                </a:xfrm>
                <a:prstGeom prst="line">
                  <a:avLst/>
                </a:prstGeom>
                <a:ln w="6350">
                  <a:solidFill>
                    <a:srgbClr val="25A982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Arrow: Chevron 8">
                  <a:extLst>
                    <a:ext uri="{FF2B5EF4-FFF2-40B4-BE49-F238E27FC236}">
                      <a16:creationId xmlns:a16="http://schemas.microsoft.com/office/drawing/2014/main" id="{13B74567-6829-687B-F40B-FA6FC412EB8C}"/>
                    </a:ext>
                  </a:extLst>
                </p:cNvPr>
                <p:cNvSpPr/>
                <p:nvPr/>
              </p:nvSpPr>
              <p:spPr>
                <a:xfrm rot="2389972">
                  <a:off x="2239665" y="1988789"/>
                  <a:ext cx="143042" cy="143042"/>
                </a:xfrm>
                <a:prstGeom prst="chevron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Arrow: Chevron 156">
                  <a:extLst>
                    <a:ext uri="{FF2B5EF4-FFF2-40B4-BE49-F238E27FC236}">
                      <a16:creationId xmlns:a16="http://schemas.microsoft.com/office/drawing/2014/main" id="{7BA8586F-0EB0-928D-3B39-301B24098DF6}"/>
                    </a:ext>
                  </a:extLst>
                </p:cNvPr>
                <p:cNvSpPr/>
                <p:nvPr/>
              </p:nvSpPr>
              <p:spPr>
                <a:xfrm rot="19593253">
                  <a:off x="3455724" y="1946236"/>
                  <a:ext cx="143042" cy="143042"/>
                </a:xfrm>
                <a:prstGeom prst="chevron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Arrow: Chevron 158">
                  <a:extLst>
                    <a:ext uri="{FF2B5EF4-FFF2-40B4-BE49-F238E27FC236}">
                      <a16:creationId xmlns:a16="http://schemas.microsoft.com/office/drawing/2014/main" id="{672D47E0-C984-248F-B171-9F94836E45EE}"/>
                    </a:ext>
                  </a:extLst>
                </p:cNvPr>
                <p:cNvSpPr/>
                <p:nvPr/>
              </p:nvSpPr>
              <p:spPr>
                <a:xfrm rot="2389972">
                  <a:off x="4723205" y="1988789"/>
                  <a:ext cx="143042" cy="143042"/>
                </a:xfrm>
                <a:prstGeom prst="chevron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Arrow: Chevron 176">
                  <a:extLst>
                    <a:ext uri="{FF2B5EF4-FFF2-40B4-BE49-F238E27FC236}">
                      <a16:creationId xmlns:a16="http://schemas.microsoft.com/office/drawing/2014/main" id="{8A86A205-85E7-989C-22B9-F4BC5BEC863D}"/>
                    </a:ext>
                  </a:extLst>
                </p:cNvPr>
                <p:cNvSpPr/>
                <p:nvPr/>
              </p:nvSpPr>
              <p:spPr>
                <a:xfrm rot="19593253">
                  <a:off x="5939264" y="1946236"/>
                  <a:ext cx="143042" cy="143042"/>
                </a:xfrm>
                <a:prstGeom prst="chevron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1DBE76A-61A2-B5C4-B3E7-500D19D90019}"/>
                </a:ext>
              </a:extLst>
            </p:cNvPr>
            <p:cNvSpPr/>
            <p:nvPr/>
          </p:nvSpPr>
          <p:spPr>
            <a:xfrm>
              <a:off x="4851868" y="2972995"/>
              <a:ext cx="775017" cy="3059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>
                <a:lnSpc>
                  <a:spcPts val="1100"/>
                </a:lnSpc>
                <a:tabLst>
                  <a:tab pos="0" algn="l"/>
                </a:tabLst>
              </a:pPr>
              <a:r>
                <a:rPr lang="en-US" sz="950" spc="-15" dirty="0">
                  <a:solidFill>
                    <a:schemeClr val="bg1"/>
                  </a:solidFill>
                  <a:latin typeface="Roboto Condensed" pitchFamily="2" charset="0"/>
                  <a:cs typeface="Times New Roman" panose="02020603050405020304" pitchFamily="18" charset="0"/>
                </a:rPr>
                <a:t>	Manufacturers/Producers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0027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162FF-5D81-A44A-FDDD-8A4D13FE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6FD970-A9A2-6FBA-D9A8-4244E44AC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83" y="183063"/>
            <a:ext cx="2028083" cy="31520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CF7FA38-DA2E-8DA8-2AE6-D550777C6D7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36798" y="619125"/>
            <a:ext cx="6499225" cy="5619750"/>
            <a:chOff x="1793" y="390"/>
            <a:chExt cx="4094" cy="354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0A32996B-EB02-1E3C-CF4B-C7F6D504141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793" y="390"/>
              <a:ext cx="4094" cy="3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1EF4ADE3-F93F-BCA5-B848-78FC0EE5E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7" y="390"/>
              <a:ext cx="3980" cy="35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63CF064-1BDF-2664-65C8-344519390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2219"/>
              <a:ext cx="226" cy="231"/>
            </a:xfrm>
            <a:custGeom>
              <a:avLst/>
              <a:gdLst>
                <a:gd name="T0" fmla="*/ 226 w 226"/>
                <a:gd name="T1" fmla="*/ 111 h 231"/>
                <a:gd name="T2" fmla="*/ 173 w 226"/>
                <a:gd name="T3" fmla="*/ 231 h 231"/>
                <a:gd name="T4" fmla="*/ 0 w 226"/>
                <a:gd name="T5" fmla="*/ 111 h 231"/>
                <a:gd name="T6" fmla="*/ 112 w 226"/>
                <a:gd name="T7" fmla="*/ 0 h 231"/>
                <a:gd name="T8" fmla="*/ 226 w 226"/>
                <a:gd name="T9" fmla="*/ 111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231">
                  <a:moveTo>
                    <a:pt x="226" y="111"/>
                  </a:moveTo>
                  <a:lnTo>
                    <a:pt x="173" y="231"/>
                  </a:lnTo>
                  <a:lnTo>
                    <a:pt x="0" y="111"/>
                  </a:lnTo>
                  <a:lnTo>
                    <a:pt x="112" y="0"/>
                  </a:lnTo>
                  <a:lnTo>
                    <a:pt x="226" y="1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391E407-BAF8-1B53-0F0D-CE5D35DF0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2916"/>
              <a:ext cx="226" cy="231"/>
            </a:xfrm>
            <a:custGeom>
              <a:avLst/>
              <a:gdLst>
                <a:gd name="T0" fmla="*/ 226 w 226"/>
                <a:gd name="T1" fmla="*/ 111 h 231"/>
                <a:gd name="T2" fmla="*/ 173 w 226"/>
                <a:gd name="T3" fmla="*/ 231 h 231"/>
                <a:gd name="T4" fmla="*/ 0 w 226"/>
                <a:gd name="T5" fmla="*/ 111 h 231"/>
                <a:gd name="T6" fmla="*/ 112 w 226"/>
                <a:gd name="T7" fmla="*/ 0 h 231"/>
                <a:gd name="T8" fmla="*/ 226 w 226"/>
                <a:gd name="T9" fmla="*/ 111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231">
                  <a:moveTo>
                    <a:pt x="226" y="111"/>
                  </a:moveTo>
                  <a:lnTo>
                    <a:pt x="173" y="231"/>
                  </a:lnTo>
                  <a:lnTo>
                    <a:pt x="0" y="111"/>
                  </a:lnTo>
                  <a:lnTo>
                    <a:pt x="112" y="0"/>
                  </a:lnTo>
                  <a:lnTo>
                    <a:pt x="226" y="111"/>
                  </a:lnTo>
                  <a:close/>
                </a:path>
              </a:pathLst>
            </a:custGeom>
            <a:solidFill>
              <a:srgbClr val="8C24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753219A-880C-F644-1B99-63826EE80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1437"/>
              <a:ext cx="226" cy="233"/>
            </a:xfrm>
            <a:custGeom>
              <a:avLst/>
              <a:gdLst>
                <a:gd name="T0" fmla="*/ 226 w 226"/>
                <a:gd name="T1" fmla="*/ 113 h 233"/>
                <a:gd name="T2" fmla="*/ 173 w 226"/>
                <a:gd name="T3" fmla="*/ 233 h 233"/>
                <a:gd name="T4" fmla="*/ 0 w 226"/>
                <a:gd name="T5" fmla="*/ 113 h 233"/>
                <a:gd name="T6" fmla="*/ 112 w 226"/>
                <a:gd name="T7" fmla="*/ 0 h 233"/>
                <a:gd name="T8" fmla="*/ 226 w 226"/>
                <a:gd name="T9" fmla="*/ 11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233">
                  <a:moveTo>
                    <a:pt x="226" y="113"/>
                  </a:moveTo>
                  <a:lnTo>
                    <a:pt x="173" y="233"/>
                  </a:lnTo>
                  <a:lnTo>
                    <a:pt x="0" y="113"/>
                  </a:lnTo>
                  <a:lnTo>
                    <a:pt x="112" y="0"/>
                  </a:lnTo>
                  <a:lnTo>
                    <a:pt x="226" y="113"/>
                  </a:lnTo>
                  <a:close/>
                </a:path>
              </a:pathLst>
            </a:custGeom>
            <a:solidFill>
              <a:srgbClr val="8C24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93B88486-FF88-D279-74D0-4EB5A5428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503"/>
              <a:ext cx="3266" cy="3279"/>
            </a:xfrm>
            <a:custGeom>
              <a:avLst/>
              <a:gdLst>
                <a:gd name="T0" fmla="*/ 0 w 13680"/>
                <a:gd name="T1" fmla="*/ 495 h 13760"/>
                <a:gd name="T2" fmla="*/ 495 w 13680"/>
                <a:gd name="T3" fmla="*/ 0 h 13760"/>
                <a:gd name="T4" fmla="*/ 13186 w 13680"/>
                <a:gd name="T5" fmla="*/ 0 h 13760"/>
                <a:gd name="T6" fmla="*/ 13680 w 13680"/>
                <a:gd name="T7" fmla="*/ 495 h 13760"/>
                <a:gd name="T8" fmla="*/ 13680 w 13680"/>
                <a:gd name="T9" fmla="*/ 13266 h 13760"/>
                <a:gd name="T10" fmla="*/ 13186 w 13680"/>
                <a:gd name="T11" fmla="*/ 13760 h 13760"/>
                <a:gd name="T12" fmla="*/ 495 w 13680"/>
                <a:gd name="T13" fmla="*/ 13760 h 13760"/>
                <a:gd name="T14" fmla="*/ 0 w 13680"/>
                <a:gd name="T15" fmla="*/ 13266 h 13760"/>
                <a:gd name="T16" fmla="*/ 0 w 13680"/>
                <a:gd name="T17" fmla="*/ 495 h 13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80" h="13760">
                  <a:moveTo>
                    <a:pt x="0" y="495"/>
                  </a:moveTo>
                  <a:cubicBezTo>
                    <a:pt x="0" y="222"/>
                    <a:pt x="222" y="0"/>
                    <a:pt x="495" y="0"/>
                  </a:cubicBezTo>
                  <a:lnTo>
                    <a:pt x="13186" y="0"/>
                  </a:lnTo>
                  <a:cubicBezTo>
                    <a:pt x="13459" y="0"/>
                    <a:pt x="13680" y="222"/>
                    <a:pt x="13680" y="495"/>
                  </a:cubicBezTo>
                  <a:lnTo>
                    <a:pt x="13680" y="13266"/>
                  </a:lnTo>
                  <a:cubicBezTo>
                    <a:pt x="13680" y="13539"/>
                    <a:pt x="13459" y="13760"/>
                    <a:pt x="13186" y="13760"/>
                  </a:cubicBezTo>
                  <a:lnTo>
                    <a:pt x="495" y="13760"/>
                  </a:lnTo>
                  <a:cubicBezTo>
                    <a:pt x="222" y="13760"/>
                    <a:pt x="0" y="13539"/>
                    <a:pt x="0" y="13266"/>
                  </a:cubicBezTo>
                  <a:lnTo>
                    <a:pt x="0" y="495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BE850415-9417-9543-EB7B-C8E860FD9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3" y="684"/>
              <a:ext cx="438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>
                  <a:ln>
                    <a:noFill/>
                  </a:ln>
                  <a:solidFill>
                    <a:srgbClr val="595959"/>
                  </a:solidFill>
                  <a:effectLst/>
                  <a:latin typeface="Roboto Slab" pitchFamily="2" charset="0"/>
                </a:rPr>
                <a:t>RESEARCH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DF5A17C4-86C9-DF46-15ED-9C2A1DC49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3" y="771"/>
              <a:ext cx="373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>
                  <a:ln>
                    <a:noFill/>
                  </a:ln>
                  <a:solidFill>
                    <a:srgbClr val="595959"/>
                  </a:solidFill>
                  <a:effectLst/>
                  <a:latin typeface="Roboto Slab" pitchFamily="2" charset="0"/>
                </a:rPr>
                <a:t>PROCESS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C2456279-5AC8-7990-542D-DA09BD28C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" y="684"/>
              <a:ext cx="302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>
                  <a:ln>
                    <a:noFill/>
                  </a:ln>
                  <a:solidFill>
                    <a:srgbClr val="595959"/>
                  </a:solidFill>
                  <a:effectLst/>
                  <a:latin typeface="Roboto Slab" pitchFamily="2" charset="0"/>
                </a:rPr>
                <a:t>FILTER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CD086C8A-D79D-76A6-431C-32AD88637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" y="771"/>
              <a:ext cx="557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>
                  <a:ln>
                    <a:noFill/>
                  </a:ln>
                  <a:solidFill>
                    <a:srgbClr val="595959"/>
                  </a:solidFill>
                  <a:effectLst/>
                  <a:latin typeface="Roboto Slab" pitchFamily="2" charset="0"/>
                </a:rPr>
                <a:t>PARAMETERS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1AE02C49-DB64-7E20-7EFD-EBB93D3C6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7" y="1695"/>
              <a:ext cx="1585" cy="7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Rectangle 17">
              <a:extLst>
                <a:ext uri="{FF2B5EF4-FFF2-40B4-BE49-F238E27FC236}">
                  <a16:creationId xmlns:a16="http://schemas.microsoft.com/office/drawing/2014/main" id="{DE14D95E-20CA-955A-1EA4-3325208F5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7" y="897"/>
              <a:ext cx="1585" cy="8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0A151C90-13E4-5DB1-132F-A3641C5F8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7" y="2490"/>
              <a:ext cx="1585" cy="7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9">
              <a:extLst>
                <a:ext uri="{FF2B5EF4-FFF2-40B4-BE49-F238E27FC236}">
                  <a16:creationId xmlns:a16="http://schemas.microsoft.com/office/drawing/2014/main" id="{51591B63-954B-64E4-7C2A-7C96351F0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7" y="3040"/>
              <a:ext cx="1585" cy="7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EE13BC-F172-F2AD-76D4-F249E1A88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981"/>
              <a:ext cx="840" cy="570"/>
            </a:xfrm>
            <a:custGeom>
              <a:avLst/>
              <a:gdLst>
                <a:gd name="T0" fmla="*/ 685 w 840"/>
                <a:gd name="T1" fmla="*/ 570 h 570"/>
                <a:gd name="T2" fmla="*/ 0 w 840"/>
                <a:gd name="T3" fmla="*/ 570 h 570"/>
                <a:gd name="T4" fmla="*/ 0 w 840"/>
                <a:gd name="T5" fmla="*/ 0 h 570"/>
                <a:gd name="T6" fmla="*/ 685 w 840"/>
                <a:gd name="T7" fmla="*/ 0 h 570"/>
                <a:gd name="T8" fmla="*/ 840 w 840"/>
                <a:gd name="T9" fmla="*/ 285 h 570"/>
                <a:gd name="T10" fmla="*/ 685 w 840"/>
                <a:gd name="T11" fmla="*/ 5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0" h="570">
                  <a:moveTo>
                    <a:pt x="685" y="570"/>
                  </a:moveTo>
                  <a:lnTo>
                    <a:pt x="0" y="570"/>
                  </a:lnTo>
                  <a:lnTo>
                    <a:pt x="0" y="0"/>
                  </a:lnTo>
                  <a:lnTo>
                    <a:pt x="685" y="0"/>
                  </a:lnTo>
                  <a:lnTo>
                    <a:pt x="840" y="285"/>
                  </a:lnTo>
                  <a:lnTo>
                    <a:pt x="685" y="570"/>
                  </a:lnTo>
                  <a:close/>
                </a:path>
              </a:pathLst>
            </a:custGeom>
            <a:solidFill>
              <a:srgbClr val="E30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Rectangle 21">
              <a:extLst>
                <a:ext uri="{FF2B5EF4-FFF2-40B4-BE49-F238E27FC236}">
                  <a16:creationId xmlns:a16="http://schemas.microsoft.com/office/drawing/2014/main" id="{D885FC97-871C-3871-A6E5-FEC97AE69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1" y="1170"/>
              <a:ext cx="452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Slab" pitchFamily="2" charset="0"/>
                </a:rPr>
                <a:t>BUSINESS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22">
              <a:extLst>
                <a:ext uri="{FF2B5EF4-FFF2-40B4-BE49-F238E27FC236}">
                  <a16:creationId xmlns:a16="http://schemas.microsoft.com/office/drawing/2014/main" id="{7683893B-045C-F852-A428-710E8B9A3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1" y="1265"/>
              <a:ext cx="502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Slab" pitchFamily="2" charset="0"/>
                </a:rPr>
                <a:t>OBJECTIVE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2DBE2389-AB0E-A30C-4A8A-19A44A950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1763"/>
              <a:ext cx="840" cy="567"/>
            </a:xfrm>
            <a:custGeom>
              <a:avLst/>
              <a:gdLst>
                <a:gd name="T0" fmla="*/ 685 w 840"/>
                <a:gd name="T1" fmla="*/ 567 h 567"/>
                <a:gd name="T2" fmla="*/ 0 w 840"/>
                <a:gd name="T3" fmla="*/ 567 h 567"/>
                <a:gd name="T4" fmla="*/ 0 w 840"/>
                <a:gd name="T5" fmla="*/ 0 h 567"/>
                <a:gd name="T6" fmla="*/ 685 w 840"/>
                <a:gd name="T7" fmla="*/ 0 h 567"/>
                <a:gd name="T8" fmla="*/ 840 w 840"/>
                <a:gd name="T9" fmla="*/ 284 h 567"/>
                <a:gd name="T10" fmla="*/ 685 w 840"/>
                <a:gd name="T11" fmla="*/ 567 h 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0" h="567">
                  <a:moveTo>
                    <a:pt x="685" y="567"/>
                  </a:moveTo>
                  <a:lnTo>
                    <a:pt x="0" y="567"/>
                  </a:lnTo>
                  <a:lnTo>
                    <a:pt x="0" y="0"/>
                  </a:lnTo>
                  <a:lnTo>
                    <a:pt x="685" y="0"/>
                  </a:lnTo>
                  <a:lnTo>
                    <a:pt x="840" y="284"/>
                  </a:lnTo>
                  <a:lnTo>
                    <a:pt x="685" y="567"/>
                  </a:lnTo>
                  <a:close/>
                </a:path>
              </a:pathLst>
            </a:custGeom>
            <a:solidFill>
              <a:srgbClr val="3139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Rectangle 24">
              <a:extLst>
                <a:ext uri="{FF2B5EF4-FFF2-40B4-BE49-F238E27FC236}">
                  <a16:creationId xmlns:a16="http://schemas.microsoft.com/office/drawing/2014/main" id="{09688AA9-B066-43CF-F582-2F3C00311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8" y="1924"/>
              <a:ext cx="276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Slab" pitchFamily="2" charset="0"/>
                </a:rPr>
                <a:t>DATA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FD5E7C78-EA8A-EB3F-E31E-428382F74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8" y="2018"/>
              <a:ext cx="556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Slab" pitchFamily="2" charset="0"/>
                </a:rPr>
                <a:t>COLLECTION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4084F91B-26AD-CB45-FC13-BD6B6AD48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2459"/>
              <a:ext cx="840" cy="568"/>
            </a:xfrm>
            <a:custGeom>
              <a:avLst/>
              <a:gdLst>
                <a:gd name="T0" fmla="*/ 685 w 840"/>
                <a:gd name="T1" fmla="*/ 568 h 568"/>
                <a:gd name="T2" fmla="*/ 0 w 840"/>
                <a:gd name="T3" fmla="*/ 568 h 568"/>
                <a:gd name="T4" fmla="*/ 0 w 840"/>
                <a:gd name="T5" fmla="*/ 0 h 568"/>
                <a:gd name="T6" fmla="*/ 685 w 840"/>
                <a:gd name="T7" fmla="*/ 0 h 568"/>
                <a:gd name="T8" fmla="*/ 840 w 840"/>
                <a:gd name="T9" fmla="*/ 284 h 568"/>
                <a:gd name="T10" fmla="*/ 685 w 840"/>
                <a:gd name="T11" fmla="*/ 568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0" h="568">
                  <a:moveTo>
                    <a:pt x="685" y="568"/>
                  </a:moveTo>
                  <a:lnTo>
                    <a:pt x="0" y="568"/>
                  </a:lnTo>
                  <a:lnTo>
                    <a:pt x="0" y="0"/>
                  </a:lnTo>
                  <a:lnTo>
                    <a:pt x="685" y="0"/>
                  </a:lnTo>
                  <a:lnTo>
                    <a:pt x="840" y="284"/>
                  </a:lnTo>
                  <a:lnTo>
                    <a:pt x="685" y="568"/>
                  </a:lnTo>
                  <a:close/>
                </a:path>
              </a:pathLst>
            </a:custGeom>
            <a:solidFill>
              <a:srgbClr val="E30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8DC3EFBE-7719-B61F-F9D4-E221C8121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1" y="2679"/>
              <a:ext cx="462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Slab" pitchFamily="2" charset="0"/>
                </a:rPr>
                <a:t>ANALYSIS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03921DC2-E1A8-8034-09D1-6603708386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4" y="1192"/>
              <a:ext cx="175" cy="149"/>
            </a:xfrm>
            <a:custGeom>
              <a:avLst/>
              <a:gdLst>
                <a:gd name="T0" fmla="*/ 2776 w 2928"/>
                <a:gd name="T1" fmla="*/ 445 h 2496"/>
                <a:gd name="T2" fmla="*/ 2684 w 2928"/>
                <a:gd name="T3" fmla="*/ 445 h 2496"/>
                <a:gd name="T4" fmla="*/ 2684 w 2928"/>
                <a:gd name="T5" fmla="*/ 291 h 2496"/>
                <a:gd name="T6" fmla="*/ 2196 w 2928"/>
                <a:gd name="T7" fmla="*/ 291 h 2496"/>
                <a:gd name="T8" fmla="*/ 2196 w 2928"/>
                <a:gd name="T9" fmla="*/ 445 h 2496"/>
                <a:gd name="T10" fmla="*/ 1998 w 2928"/>
                <a:gd name="T11" fmla="*/ 445 h 2496"/>
                <a:gd name="T12" fmla="*/ 1998 w 2928"/>
                <a:gd name="T13" fmla="*/ 154 h 2496"/>
                <a:gd name="T14" fmla="*/ 1846 w 2928"/>
                <a:gd name="T15" fmla="*/ 0 h 2496"/>
                <a:gd name="T16" fmla="*/ 1083 w 2928"/>
                <a:gd name="T17" fmla="*/ 0 h 2496"/>
                <a:gd name="T18" fmla="*/ 931 w 2928"/>
                <a:gd name="T19" fmla="*/ 154 h 2496"/>
                <a:gd name="T20" fmla="*/ 931 w 2928"/>
                <a:gd name="T21" fmla="*/ 445 h 2496"/>
                <a:gd name="T22" fmla="*/ 732 w 2928"/>
                <a:gd name="T23" fmla="*/ 445 h 2496"/>
                <a:gd name="T24" fmla="*/ 732 w 2928"/>
                <a:gd name="T25" fmla="*/ 291 h 2496"/>
                <a:gd name="T26" fmla="*/ 244 w 2928"/>
                <a:gd name="T27" fmla="*/ 291 h 2496"/>
                <a:gd name="T28" fmla="*/ 244 w 2928"/>
                <a:gd name="T29" fmla="*/ 445 h 2496"/>
                <a:gd name="T30" fmla="*/ 153 w 2928"/>
                <a:gd name="T31" fmla="*/ 445 h 2496"/>
                <a:gd name="T32" fmla="*/ 0 w 2928"/>
                <a:gd name="T33" fmla="*/ 582 h 2496"/>
                <a:gd name="T34" fmla="*/ 0 w 2928"/>
                <a:gd name="T35" fmla="*/ 2359 h 2496"/>
                <a:gd name="T36" fmla="*/ 153 w 2928"/>
                <a:gd name="T37" fmla="*/ 2496 h 2496"/>
                <a:gd name="T38" fmla="*/ 2776 w 2928"/>
                <a:gd name="T39" fmla="*/ 2496 h 2496"/>
                <a:gd name="T40" fmla="*/ 2928 w 2928"/>
                <a:gd name="T41" fmla="*/ 2359 h 2496"/>
                <a:gd name="T42" fmla="*/ 2928 w 2928"/>
                <a:gd name="T43" fmla="*/ 582 h 2496"/>
                <a:gd name="T44" fmla="*/ 2776 w 2928"/>
                <a:gd name="T45" fmla="*/ 445 h 2496"/>
                <a:gd name="T46" fmla="*/ 2288 w 2928"/>
                <a:gd name="T47" fmla="*/ 399 h 2496"/>
                <a:gd name="T48" fmla="*/ 2593 w 2928"/>
                <a:gd name="T49" fmla="*/ 399 h 2496"/>
                <a:gd name="T50" fmla="*/ 2593 w 2928"/>
                <a:gd name="T51" fmla="*/ 445 h 2496"/>
                <a:gd name="T52" fmla="*/ 2288 w 2928"/>
                <a:gd name="T53" fmla="*/ 445 h 2496"/>
                <a:gd name="T54" fmla="*/ 2288 w 2928"/>
                <a:gd name="T55" fmla="*/ 399 h 2496"/>
                <a:gd name="T56" fmla="*/ 1022 w 2928"/>
                <a:gd name="T57" fmla="*/ 154 h 2496"/>
                <a:gd name="T58" fmla="*/ 1083 w 2928"/>
                <a:gd name="T59" fmla="*/ 92 h 2496"/>
                <a:gd name="T60" fmla="*/ 1846 w 2928"/>
                <a:gd name="T61" fmla="*/ 92 h 2496"/>
                <a:gd name="T62" fmla="*/ 1907 w 2928"/>
                <a:gd name="T63" fmla="*/ 154 h 2496"/>
                <a:gd name="T64" fmla="*/ 1907 w 2928"/>
                <a:gd name="T65" fmla="*/ 445 h 2496"/>
                <a:gd name="T66" fmla="*/ 1022 w 2928"/>
                <a:gd name="T67" fmla="*/ 445 h 2496"/>
                <a:gd name="T68" fmla="*/ 1022 w 2928"/>
                <a:gd name="T69" fmla="*/ 154 h 2496"/>
                <a:gd name="T70" fmla="*/ 931 w 2928"/>
                <a:gd name="T71" fmla="*/ 536 h 2496"/>
                <a:gd name="T72" fmla="*/ 2440 w 2928"/>
                <a:gd name="T73" fmla="*/ 536 h 2496"/>
                <a:gd name="T74" fmla="*/ 2440 w 2928"/>
                <a:gd name="T75" fmla="*/ 2405 h 2496"/>
                <a:gd name="T76" fmla="*/ 488 w 2928"/>
                <a:gd name="T77" fmla="*/ 2405 h 2496"/>
                <a:gd name="T78" fmla="*/ 488 w 2928"/>
                <a:gd name="T79" fmla="*/ 536 h 2496"/>
                <a:gd name="T80" fmla="*/ 931 w 2928"/>
                <a:gd name="T81" fmla="*/ 536 h 2496"/>
                <a:gd name="T82" fmla="*/ 336 w 2928"/>
                <a:gd name="T83" fmla="*/ 399 h 2496"/>
                <a:gd name="T84" fmla="*/ 641 w 2928"/>
                <a:gd name="T85" fmla="*/ 399 h 2496"/>
                <a:gd name="T86" fmla="*/ 641 w 2928"/>
                <a:gd name="T87" fmla="*/ 445 h 2496"/>
                <a:gd name="T88" fmla="*/ 336 w 2928"/>
                <a:gd name="T89" fmla="*/ 445 h 2496"/>
                <a:gd name="T90" fmla="*/ 336 w 2928"/>
                <a:gd name="T91" fmla="*/ 399 h 2496"/>
                <a:gd name="T92" fmla="*/ 92 w 2928"/>
                <a:gd name="T93" fmla="*/ 2359 h 2496"/>
                <a:gd name="T94" fmla="*/ 92 w 2928"/>
                <a:gd name="T95" fmla="*/ 582 h 2496"/>
                <a:gd name="T96" fmla="*/ 153 w 2928"/>
                <a:gd name="T97" fmla="*/ 536 h 2496"/>
                <a:gd name="T98" fmla="*/ 397 w 2928"/>
                <a:gd name="T99" fmla="*/ 536 h 2496"/>
                <a:gd name="T100" fmla="*/ 397 w 2928"/>
                <a:gd name="T101" fmla="*/ 2405 h 2496"/>
                <a:gd name="T102" fmla="*/ 153 w 2928"/>
                <a:gd name="T103" fmla="*/ 2405 h 2496"/>
                <a:gd name="T104" fmla="*/ 92 w 2928"/>
                <a:gd name="T105" fmla="*/ 2359 h 2496"/>
                <a:gd name="T106" fmla="*/ 2837 w 2928"/>
                <a:gd name="T107" fmla="*/ 2359 h 2496"/>
                <a:gd name="T108" fmla="*/ 2776 w 2928"/>
                <a:gd name="T109" fmla="*/ 2405 h 2496"/>
                <a:gd name="T110" fmla="*/ 2532 w 2928"/>
                <a:gd name="T111" fmla="*/ 2405 h 2496"/>
                <a:gd name="T112" fmla="*/ 2532 w 2928"/>
                <a:gd name="T113" fmla="*/ 536 h 2496"/>
                <a:gd name="T114" fmla="*/ 2776 w 2928"/>
                <a:gd name="T115" fmla="*/ 536 h 2496"/>
                <a:gd name="T116" fmla="*/ 2837 w 2928"/>
                <a:gd name="T117" fmla="*/ 582 h 2496"/>
                <a:gd name="T118" fmla="*/ 2837 w 2928"/>
                <a:gd name="T119" fmla="*/ 2359 h 2496"/>
                <a:gd name="T120" fmla="*/ 2837 w 2928"/>
                <a:gd name="T121" fmla="*/ 2359 h 2496"/>
                <a:gd name="T122" fmla="*/ 2837 w 2928"/>
                <a:gd name="T123" fmla="*/ 2359 h 2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28" h="2496">
                  <a:moveTo>
                    <a:pt x="2776" y="445"/>
                  </a:moveTo>
                  <a:cubicBezTo>
                    <a:pt x="2684" y="445"/>
                    <a:pt x="2684" y="445"/>
                    <a:pt x="2684" y="445"/>
                  </a:cubicBezTo>
                  <a:cubicBezTo>
                    <a:pt x="2684" y="291"/>
                    <a:pt x="2684" y="291"/>
                    <a:pt x="2684" y="291"/>
                  </a:cubicBezTo>
                  <a:cubicBezTo>
                    <a:pt x="2196" y="291"/>
                    <a:pt x="2196" y="291"/>
                    <a:pt x="2196" y="291"/>
                  </a:cubicBezTo>
                  <a:cubicBezTo>
                    <a:pt x="2196" y="445"/>
                    <a:pt x="2196" y="445"/>
                    <a:pt x="2196" y="445"/>
                  </a:cubicBezTo>
                  <a:cubicBezTo>
                    <a:pt x="1998" y="445"/>
                    <a:pt x="1998" y="445"/>
                    <a:pt x="1998" y="445"/>
                  </a:cubicBezTo>
                  <a:cubicBezTo>
                    <a:pt x="1998" y="154"/>
                    <a:pt x="1998" y="154"/>
                    <a:pt x="1998" y="154"/>
                  </a:cubicBezTo>
                  <a:cubicBezTo>
                    <a:pt x="1998" y="77"/>
                    <a:pt x="1937" y="0"/>
                    <a:pt x="1846" y="0"/>
                  </a:cubicBezTo>
                  <a:cubicBezTo>
                    <a:pt x="1083" y="0"/>
                    <a:pt x="1083" y="0"/>
                    <a:pt x="1083" y="0"/>
                  </a:cubicBezTo>
                  <a:cubicBezTo>
                    <a:pt x="992" y="0"/>
                    <a:pt x="931" y="77"/>
                    <a:pt x="931" y="154"/>
                  </a:cubicBezTo>
                  <a:cubicBezTo>
                    <a:pt x="931" y="445"/>
                    <a:pt x="931" y="445"/>
                    <a:pt x="931" y="445"/>
                  </a:cubicBezTo>
                  <a:cubicBezTo>
                    <a:pt x="732" y="445"/>
                    <a:pt x="732" y="445"/>
                    <a:pt x="732" y="445"/>
                  </a:cubicBezTo>
                  <a:cubicBezTo>
                    <a:pt x="732" y="291"/>
                    <a:pt x="732" y="291"/>
                    <a:pt x="732" y="291"/>
                  </a:cubicBezTo>
                  <a:cubicBezTo>
                    <a:pt x="244" y="291"/>
                    <a:pt x="244" y="291"/>
                    <a:pt x="244" y="291"/>
                  </a:cubicBezTo>
                  <a:cubicBezTo>
                    <a:pt x="244" y="445"/>
                    <a:pt x="244" y="445"/>
                    <a:pt x="244" y="445"/>
                  </a:cubicBezTo>
                  <a:cubicBezTo>
                    <a:pt x="153" y="445"/>
                    <a:pt x="153" y="445"/>
                    <a:pt x="153" y="445"/>
                  </a:cubicBezTo>
                  <a:cubicBezTo>
                    <a:pt x="61" y="445"/>
                    <a:pt x="0" y="506"/>
                    <a:pt x="0" y="582"/>
                  </a:cubicBezTo>
                  <a:cubicBezTo>
                    <a:pt x="0" y="2359"/>
                    <a:pt x="0" y="2359"/>
                    <a:pt x="0" y="2359"/>
                  </a:cubicBezTo>
                  <a:cubicBezTo>
                    <a:pt x="0" y="2435"/>
                    <a:pt x="61" y="2496"/>
                    <a:pt x="153" y="2496"/>
                  </a:cubicBezTo>
                  <a:cubicBezTo>
                    <a:pt x="2776" y="2496"/>
                    <a:pt x="2776" y="2496"/>
                    <a:pt x="2776" y="2496"/>
                  </a:cubicBezTo>
                  <a:cubicBezTo>
                    <a:pt x="2867" y="2496"/>
                    <a:pt x="2928" y="2435"/>
                    <a:pt x="2928" y="2359"/>
                  </a:cubicBezTo>
                  <a:cubicBezTo>
                    <a:pt x="2928" y="582"/>
                    <a:pt x="2928" y="582"/>
                    <a:pt x="2928" y="582"/>
                  </a:cubicBezTo>
                  <a:cubicBezTo>
                    <a:pt x="2928" y="506"/>
                    <a:pt x="2867" y="445"/>
                    <a:pt x="2776" y="445"/>
                  </a:cubicBezTo>
                  <a:close/>
                  <a:moveTo>
                    <a:pt x="2288" y="399"/>
                  </a:moveTo>
                  <a:cubicBezTo>
                    <a:pt x="2593" y="399"/>
                    <a:pt x="2593" y="399"/>
                    <a:pt x="2593" y="399"/>
                  </a:cubicBezTo>
                  <a:cubicBezTo>
                    <a:pt x="2593" y="445"/>
                    <a:pt x="2593" y="445"/>
                    <a:pt x="2593" y="445"/>
                  </a:cubicBezTo>
                  <a:cubicBezTo>
                    <a:pt x="2288" y="445"/>
                    <a:pt x="2288" y="445"/>
                    <a:pt x="2288" y="445"/>
                  </a:cubicBezTo>
                  <a:lnTo>
                    <a:pt x="2288" y="399"/>
                  </a:lnTo>
                  <a:close/>
                  <a:moveTo>
                    <a:pt x="1022" y="154"/>
                  </a:moveTo>
                  <a:cubicBezTo>
                    <a:pt x="1022" y="123"/>
                    <a:pt x="1053" y="92"/>
                    <a:pt x="1083" y="92"/>
                  </a:cubicBezTo>
                  <a:cubicBezTo>
                    <a:pt x="1846" y="92"/>
                    <a:pt x="1846" y="92"/>
                    <a:pt x="1846" y="92"/>
                  </a:cubicBezTo>
                  <a:cubicBezTo>
                    <a:pt x="1876" y="92"/>
                    <a:pt x="1907" y="123"/>
                    <a:pt x="1907" y="154"/>
                  </a:cubicBezTo>
                  <a:cubicBezTo>
                    <a:pt x="1907" y="445"/>
                    <a:pt x="1907" y="445"/>
                    <a:pt x="1907" y="445"/>
                  </a:cubicBezTo>
                  <a:cubicBezTo>
                    <a:pt x="1022" y="445"/>
                    <a:pt x="1022" y="445"/>
                    <a:pt x="1022" y="445"/>
                  </a:cubicBezTo>
                  <a:lnTo>
                    <a:pt x="1022" y="154"/>
                  </a:lnTo>
                  <a:close/>
                  <a:moveTo>
                    <a:pt x="931" y="536"/>
                  </a:moveTo>
                  <a:cubicBezTo>
                    <a:pt x="2440" y="536"/>
                    <a:pt x="2440" y="536"/>
                    <a:pt x="2440" y="536"/>
                  </a:cubicBezTo>
                  <a:cubicBezTo>
                    <a:pt x="2440" y="2405"/>
                    <a:pt x="2440" y="2405"/>
                    <a:pt x="2440" y="2405"/>
                  </a:cubicBezTo>
                  <a:cubicBezTo>
                    <a:pt x="488" y="2405"/>
                    <a:pt x="488" y="2405"/>
                    <a:pt x="488" y="2405"/>
                  </a:cubicBezTo>
                  <a:cubicBezTo>
                    <a:pt x="488" y="536"/>
                    <a:pt x="488" y="536"/>
                    <a:pt x="488" y="536"/>
                  </a:cubicBezTo>
                  <a:lnTo>
                    <a:pt x="931" y="536"/>
                  </a:lnTo>
                  <a:close/>
                  <a:moveTo>
                    <a:pt x="336" y="399"/>
                  </a:moveTo>
                  <a:cubicBezTo>
                    <a:pt x="641" y="399"/>
                    <a:pt x="641" y="399"/>
                    <a:pt x="641" y="399"/>
                  </a:cubicBezTo>
                  <a:cubicBezTo>
                    <a:pt x="641" y="445"/>
                    <a:pt x="641" y="445"/>
                    <a:pt x="641" y="445"/>
                  </a:cubicBezTo>
                  <a:cubicBezTo>
                    <a:pt x="336" y="445"/>
                    <a:pt x="336" y="445"/>
                    <a:pt x="336" y="445"/>
                  </a:cubicBezTo>
                  <a:lnTo>
                    <a:pt x="336" y="399"/>
                  </a:lnTo>
                  <a:close/>
                  <a:moveTo>
                    <a:pt x="92" y="2359"/>
                  </a:moveTo>
                  <a:cubicBezTo>
                    <a:pt x="92" y="582"/>
                    <a:pt x="92" y="582"/>
                    <a:pt x="92" y="582"/>
                  </a:cubicBezTo>
                  <a:cubicBezTo>
                    <a:pt x="92" y="567"/>
                    <a:pt x="122" y="536"/>
                    <a:pt x="153" y="536"/>
                  </a:cubicBezTo>
                  <a:cubicBezTo>
                    <a:pt x="397" y="536"/>
                    <a:pt x="397" y="536"/>
                    <a:pt x="397" y="536"/>
                  </a:cubicBezTo>
                  <a:cubicBezTo>
                    <a:pt x="397" y="2405"/>
                    <a:pt x="397" y="2405"/>
                    <a:pt x="397" y="2405"/>
                  </a:cubicBezTo>
                  <a:cubicBezTo>
                    <a:pt x="153" y="2405"/>
                    <a:pt x="153" y="2405"/>
                    <a:pt x="153" y="2405"/>
                  </a:cubicBezTo>
                  <a:cubicBezTo>
                    <a:pt x="122" y="2405"/>
                    <a:pt x="92" y="2374"/>
                    <a:pt x="92" y="2359"/>
                  </a:cubicBezTo>
                  <a:close/>
                  <a:moveTo>
                    <a:pt x="2837" y="2359"/>
                  </a:moveTo>
                  <a:cubicBezTo>
                    <a:pt x="2837" y="2374"/>
                    <a:pt x="2806" y="2405"/>
                    <a:pt x="2776" y="2405"/>
                  </a:cubicBezTo>
                  <a:cubicBezTo>
                    <a:pt x="2532" y="2405"/>
                    <a:pt x="2532" y="2405"/>
                    <a:pt x="2532" y="2405"/>
                  </a:cubicBezTo>
                  <a:cubicBezTo>
                    <a:pt x="2532" y="536"/>
                    <a:pt x="2532" y="536"/>
                    <a:pt x="2532" y="536"/>
                  </a:cubicBezTo>
                  <a:cubicBezTo>
                    <a:pt x="2776" y="536"/>
                    <a:pt x="2776" y="536"/>
                    <a:pt x="2776" y="536"/>
                  </a:cubicBezTo>
                  <a:cubicBezTo>
                    <a:pt x="2806" y="536"/>
                    <a:pt x="2837" y="567"/>
                    <a:pt x="2837" y="582"/>
                  </a:cubicBezTo>
                  <a:lnTo>
                    <a:pt x="2837" y="2359"/>
                  </a:lnTo>
                  <a:close/>
                  <a:moveTo>
                    <a:pt x="2837" y="2359"/>
                  </a:moveTo>
                  <a:cubicBezTo>
                    <a:pt x="2837" y="2359"/>
                    <a:pt x="2837" y="2359"/>
                    <a:pt x="2837" y="2359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9AC0CFF5-D28E-50EA-03BE-290425BE53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9" y="1959"/>
              <a:ext cx="154" cy="152"/>
            </a:xfrm>
            <a:custGeom>
              <a:avLst/>
              <a:gdLst>
                <a:gd name="T0" fmla="*/ 2322 w 2576"/>
                <a:gd name="T1" fmla="*/ 1147 h 2560"/>
                <a:gd name="T2" fmla="*/ 2201 w 2576"/>
                <a:gd name="T3" fmla="*/ 774 h 2560"/>
                <a:gd name="T4" fmla="*/ 2067 w 2576"/>
                <a:gd name="T5" fmla="*/ 667 h 2560"/>
                <a:gd name="T6" fmla="*/ 2040 w 2576"/>
                <a:gd name="T7" fmla="*/ 640 h 2560"/>
                <a:gd name="T8" fmla="*/ 1396 w 2576"/>
                <a:gd name="T9" fmla="*/ 0 h 2560"/>
                <a:gd name="T10" fmla="*/ 349 w 2576"/>
                <a:gd name="T11" fmla="*/ 467 h 2560"/>
                <a:gd name="T12" fmla="*/ 0 w 2576"/>
                <a:gd name="T13" fmla="*/ 587 h 2560"/>
                <a:gd name="T14" fmla="*/ 0 w 2576"/>
                <a:gd name="T15" fmla="*/ 2454 h 2560"/>
                <a:gd name="T16" fmla="*/ 108 w 2576"/>
                <a:gd name="T17" fmla="*/ 2560 h 2560"/>
                <a:gd name="T18" fmla="*/ 2134 w 2576"/>
                <a:gd name="T19" fmla="*/ 2480 h 2560"/>
                <a:gd name="T20" fmla="*/ 2576 w 2576"/>
                <a:gd name="T21" fmla="*/ 1280 h 2560"/>
                <a:gd name="T22" fmla="*/ 2201 w 2576"/>
                <a:gd name="T23" fmla="*/ 854 h 2560"/>
                <a:gd name="T24" fmla="*/ 2228 w 2576"/>
                <a:gd name="T25" fmla="*/ 1147 h 2560"/>
                <a:gd name="T26" fmla="*/ 2067 w 2576"/>
                <a:gd name="T27" fmla="*/ 854 h 2560"/>
                <a:gd name="T28" fmla="*/ 1423 w 2576"/>
                <a:gd name="T29" fmla="*/ 147 h 2560"/>
                <a:gd name="T30" fmla="*/ 1423 w 2576"/>
                <a:gd name="T31" fmla="*/ 640 h 2560"/>
                <a:gd name="T32" fmla="*/ 430 w 2576"/>
                <a:gd name="T33" fmla="*/ 80 h 2560"/>
                <a:gd name="T34" fmla="*/ 1329 w 2576"/>
                <a:gd name="T35" fmla="*/ 720 h 2560"/>
                <a:gd name="T36" fmla="*/ 1973 w 2576"/>
                <a:gd name="T37" fmla="*/ 1147 h 2560"/>
                <a:gd name="T38" fmla="*/ 524 w 2576"/>
                <a:gd name="T39" fmla="*/ 1160 h 2560"/>
                <a:gd name="T40" fmla="*/ 430 w 2576"/>
                <a:gd name="T41" fmla="*/ 1267 h 2560"/>
                <a:gd name="T42" fmla="*/ 81 w 2576"/>
                <a:gd name="T43" fmla="*/ 587 h 2560"/>
                <a:gd name="T44" fmla="*/ 349 w 2576"/>
                <a:gd name="T45" fmla="*/ 560 h 2560"/>
                <a:gd name="T46" fmla="*/ 81 w 2576"/>
                <a:gd name="T47" fmla="*/ 2187 h 2560"/>
                <a:gd name="T48" fmla="*/ 2053 w 2576"/>
                <a:gd name="T49" fmla="*/ 2454 h 2560"/>
                <a:gd name="T50" fmla="*/ 108 w 2576"/>
                <a:gd name="T51" fmla="*/ 2480 h 2560"/>
                <a:gd name="T52" fmla="*/ 81 w 2576"/>
                <a:gd name="T53" fmla="*/ 2454 h 2560"/>
                <a:gd name="T54" fmla="*/ 349 w 2576"/>
                <a:gd name="T55" fmla="*/ 1747 h 2560"/>
                <a:gd name="T56" fmla="*/ 524 w 2576"/>
                <a:gd name="T57" fmla="*/ 1254 h 2560"/>
                <a:gd name="T58" fmla="*/ 2469 w 2576"/>
                <a:gd name="T59" fmla="*/ 1240 h 2560"/>
                <a:gd name="T60" fmla="*/ 2053 w 2576"/>
                <a:gd name="T61" fmla="*/ 2454 h 2560"/>
                <a:gd name="T62" fmla="*/ 2053 w 2576"/>
                <a:gd name="T63" fmla="*/ 2454 h 2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576" h="2560">
                  <a:moveTo>
                    <a:pt x="2469" y="1147"/>
                  </a:moveTo>
                  <a:cubicBezTo>
                    <a:pt x="2322" y="1147"/>
                    <a:pt x="2322" y="1147"/>
                    <a:pt x="2322" y="1147"/>
                  </a:cubicBezTo>
                  <a:cubicBezTo>
                    <a:pt x="2322" y="880"/>
                    <a:pt x="2322" y="880"/>
                    <a:pt x="2322" y="880"/>
                  </a:cubicBezTo>
                  <a:cubicBezTo>
                    <a:pt x="2322" y="827"/>
                    <a:pt x="2268" y="774"/>
                    <a:pt x="2201" y="774"/>
                  </a:cubicBezTo>
                  <a:cubicBezTo>
                    <a:pt x="2067" y="774"/>
                    <a:pt x="2067" y="774"/>
                    <a:pt x="2067" y="774"/>
                  </a:cubicBezTo>
                  <a:cubicBezTo>
                    <a:pt x="2067" y="667"/>
                    <a:pt x="2067" y="667"/>
                    <a:pt x="2067" y="667"/>
                  </a:cubicBezTo>
                  <a:cubicBezTo>
                    <a:pt x="2040" y="640"/>
                    <a:pt x="2040" y="640"/>
                    <a:pt x="2040" y="640"/>
                  </a:cubicBezTo>
                  <a:cubicBezTo>
                    <a:pt x="2040" y="640"/>
                    <a:pt x="2040" y="640"/>
                    <a:pt x="2040" y="640"/>
                  </a:cubicBezTo>
                  <a:cubicBezTo>
                    <a:pt x="1731" y="334"/>
                    <a:pt x="1731" y="334"/>
                    <a:pt x="1731" y="334"/>
                  </a:cubicBezTo>
                  <a:cubicBezTo>
                    <a:pt x="1396" y="0"/>
                    <a:pt x="1396" y="0"/>
                    <a:pt x="1396" y="0"/>
                  </a:cubicBezTo>
                  <a:cubicBezTo>
                    <a:pt x="349" y="0"/>
                    <a:pt x="349" y="0"/>
                    <a:pt x="349" y="0"/>
                  </a:cubicBezTo>
                  <a:cubicBezTo>
                    <a:pt x="349" y="467"/>
                    <a:pt x="349" y="467"/>
                    <a:pt x="349" y="467"/>
                  </a:cubicBezTo>
                  <a:cubicBezTo>
                    <a:pt x="121" y="467"/>
                    <a:pt x="121" y="467"/>
                    <a:pt x="121" y="467"/>
                  </a:cubicBezTo>
                  <a:cubicBezTo>
                    <a:pt x="54" y="467"/>
                    <a:pt x="0" y="520"/>
                    <a:pt x="0" y="587"/>
                  </a:cubicBezTo>
                  <a:cubicBezTo>
                    <a:pt x="0" y="2454"/>
                    <a:pt x="0" y="2454"/>
                    <a:pt x="0" y="2454"/>
                  </a:cubicBezTo>
                  <a:cubicBezTo>
                    <a:pt x="0" y="2454"/>
                    <a:pt x="0" y="2454"/>
                    <a:pt x="0" y="2454"/>
                  </a:cubicBezTo>
                  <a:cubicBezTo>
                    <a:pt x="0" y="2480"/>
                    <a:pt x="14" y="2494"/>
                    <a:pt x="27" y="2520"/>
                  </a:cubicBezTo>
                  <a:cubicBezTo>
                    <a:pt x="41" y="2547"/>
                    <a:pt x="81" y="2560"/>
                    <a:pt x="108" y="2560"/>
                  </a:cubicBezTo>
                  <a:cubicBezTo>
                    <a:pt x="2026" y="2560"/>
                    <a:pt x="2026" y="2560"/>
                    <a:pt x="2026" y="2560"/>
                  </a:cubicBezTo>
                  <a:cubicBezTo>
                    <a:pt x="2080" y="2560"/>
                    <a:pt x="2120" y="2520"/>
                    <a:pt x="2134" y="2480"/>
                  </a:cubicBezTo>
                  <a:cubicBezTo>
                    <a:pt x="2576" y="1280"/>
                    <a:pt x="2576" y="1280"/>
                    <a:pt x="2576" y="1280"/>
                  </a:cubicBezTo>
                  <a:cubicBezTo>
                    <a:pt x="2576" y="1280"/>
                    <a:pt x="2576" y="1280"/>
                    <a:pt x="2576" y="1280"/>
                  </a:cubicBezTo>
                  <a:cubicBezTo>
                    <a:pt x="2576" y="1200"/>
                    <a:pt x="2536" y="1147"/>
                    <a:pt x="2469" y="1147"/>
                  </a:cubicBezTo>
                  <a:close/>
                  <a:moveTo>
                    <a:pt x="2201" y="854"/>
                  </a:moveTo>
                  <a:cubicBezTo>
                    <a:pt x="2214" y="854"/>
                    <a:pt x="2228" y="867"/>
                    <a:pt x="2228" y="880"/>
                  </a:cubicBezTo>
                  <a:cubicBezTo>
                    <a:pt x="2228" y="1147"/>
                    <a:pt x="2228" y="1147"/>
                    <a:pt x="2228" y="1147"/>
                  </a:cubicBezTo>
                  <a:cubicBezTo>
                    <a:pt x="2067" y="1147"/>
                    <a:pt x="2067" y="1147"/>
                    <a:pt x="2067" y="1147"/>
                  </a:cubicBezTo>
                  <a:cubicBezTo>
                    <a:pt x="2067" y="854"/>
                    <a:pt x="2067" y="854"/>
                    <a:pt x="2067" y="854"/>
                  </a:cubicBezTo>
                  <a:lnTo>
                    <a:pt x="2201" y="854"/>
                  </a:lnTo>
                  <a:close/>
                  <a:moveTo>
                    <a:pt x="1423" y="147"/>
                  </a:moveTo>
                  <a:cubicBezTo>
                    <a:pt x="1919" y="640"/>
                    <a:pt x="1919" y="640"/>
                    <a:pt x="1919" y="640"/>
                  </a:cubicBezTo>
                  <a:cubicBezTo>
                    <a:pt x="1423" y="640"/>
                    <a:pt x="1423" y="640"/>
                    <a:pt x="1423" y="640"/>
                  </a:cubicBezTo>
                  <a:lnTo>
                    <a:pt x="1423" y="147"/>
                  </a:lnTo>
                  <a:close/>
                  <a:moveTo>
                    <a:pt x="430" y="80"/>
                  </a:moveTo>
                  <a:cubicBezTo>
                    <a:pt x="1329" y="80"/>
                    <a:pt x="1329" y="80"/>
                    <a:pt x="1329" y="80"/>
                  </a:cubicBezTo>
                  <a:cubicBezTo>
                    <a:pt x="1329" y="720"/>
                    <a:pt x="1329" y="720"/>
                    <a:pt x="1329" y="720"/>
                  </a:cubicBezTo>
                  <a:cubicBezTo>
                    <a:pt x="1973" y="720"/>
                    <a:pt x="1973" y="720"/>
                    <a:pt x="1973" y="720"/>
                  </a:cubicBezTo>
                  <a:cubicBezTo>
                    <a:pt x="1973" y="1147"/>
                    <a:pt x="1973" y="1147"/>
                    <a:pt x="1973" y="1147"/>
                  </a:cubicBezTo>
                  <a:cubicBezTo>
                    <a:pt x="551" y="1147"/>
                    <a:pt x="551" y="1147"/>
                    <a:pt x="551" y="1147"/>
                  </a:cubicBezTo>
                  <a:cubicBezTo>
                    <a:pt x="537" y="1147"/>
                    <a:pt x="537" y="1147"/>
                    <a:pt x="524" y="1160"/>
                  </a:cubicBezTo>
                  <a:cubicBezTo>
                    <a:pt x="483" y="1160"/>
                    <a:pt x="457" y="1187"/>
                    <a:pt x="443" y="1227"/>
                  </a:cubicBezTo>
                  <a:cubicBezTo>
                    <a:pt x="430" y="1267"/>
                    <a:pt x="430" y="1267"/>
                    <a:pt x="430" y="1267"/>
                  </a:cubicBezTo>
                  <a:lnTo>
                    <a:pt x="430" y="80"/>
                  </a:lnTo>
                  <a:close/>
                  <a:moveTo>
                    <a:pt x="81" y="587"/>
                  </a:moveTo>
                  <a:cubicBezTo>
                    <a:pt x="81" y="574"/>
                    <a:pt x="94" y="560"/>
                    <a:pt x="121" y="560"/>
                  </a:cubicBezTo>
                  <a:cubicBezTo>
                    <a:pt x="349" y="560"/>
                    <a:pt x="349" y="560"/>
                    <a:pt x="349" y="560"/>
                  </a:cubicBezTo>
                  <a:cubicBezTo>
                    <a:pt x="349" y="1494"/>
                    <a:pt x="349" y="1494"/>
                    <a:pt x="349" y="1494"/>
                  </a:cubicBezTo>
                  <a:cubicBezTo>
                    <a:pt x="81" y="2187"/>
                    <a:pt x="81" y="2187"/>
                    <a:pt x="81" y="2187"/>
                  </a:cubicBezTo>
                  <a:lnTo>
                    <a:pt x="81" y="587"/>
                  </a:lnTo>
                  <a:close/>
                  <a:moveTo>
                    <a:pt x="2053" y="2454"/>
                  </a:moveTo>
                  <a:cubicBezTo>
                    <a:pt x="2053" y="2467"/>
                    <a:pt x="2040" y="2480"/>
                    <a:pt x="2026" y="2480"/>
                  </a:cubicBezTo>
                  <a:cubicBezTo>
                    <a:pt x="108" y="2480"/>
                    <a:pt x="108" y="2480"/>
                    <a:pt x="108" y="2480"/>
                  </a:cubicBezTo>
                  <a:cubicBezTo>
                    <a:pt x="94" y="2480"/>
                    <a:pt x="94" y="2467"/>
                    <a:pt x="94" y="2467"/>
                  </a:cubicBezTo>
                  <a:cubicBezTo>
                    <a:pt x="94" y="2467"/>
                    <a:pt x="81" y="2454"/>
                    <a:pt x="81" y="2454"/>
                  </a:cubicBezTo>
                  <a:cubicBezTo>
                    <a:pt x="349" y="1747"/>
                    <a:pt x="349" y="1747"/>
                    <a:pt x="349" y="1747"/>
                  </a:cubicBezTo>
                  <a:cubicBezTo>
                    <a:pt x="349" y="1747"/>
                    <a:pt x="349" y="1747"/>
                    <a:pt x="349" y="1747"/>
                  </a:cubicBezTo>
                  <a:cubicBezTo>
                    <a:pt x="524" y="1254"/>
                    <a:pt x="524" y="1254"/>
                    <a:pt x="524" y="1254"/>
                  </a:cubicBezTo>
                  <a:cubicBezTo>
                    <a:pt x="524" y="1254"/>
                    <a:pt x="524" y="1254"/>
                    <a:pt x="524" y="1254"/>
                  </a:cubicBezTo>
                  <a:cubicBezTo>
                    <a:pt x="524" y="1240"/>
                    <a:pt x="537" y="1240"/>
                    <a:pt x="551" y="1240"/>
                  </a:cubicBezTo>
                  <a:cubicBezTo>
                    <a:pt x="2469" y="1240"/>
                    <a:pt x="2469" y="1240"/>
                    <a:pt x="2469" y="1240"/>
                  </a:cubicBezTo>
                  <a:cubicBezTo>
                    <a:pt x="2483" y="1240"/>
                    <a:pt x="2496" y="1267"/>
                    <a:pt x="2496" y="1267"/>
                  </a:cubicBezTo>
                  <a:lnTo>
                    <a:pt x="2053" y="2454"/>
                  </a:lnTo>
                  <a:close/>
                  <a:moveTo>
                    <a:pt x="2053" y="2454"/>
                  </a:moveTo>
                  <a:cubicBezTo>
                    <a:pt x="2053" y="2454"/>
                    <a:pt x="2053" y="2454"/>
                    <a:pt x="2053" y="2454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4C76691D-D522-9E6E-A9AD-9043CD70B5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7" y="1997"/>
              <a:ext cx="31" cy="4"/>
            </a:xfrm>
            <a:custGeom>
              <a:avLst/>
              <a:gdLst>
                <a:gd name="T0" fmla="*/ 41 w 512"/>
                <a:gd name="T1" fmla="*/ 80 h 80"/>
                <a:gd name="T2" fmla="*/ 472 w 512"/>
                <a:gd name="T3" fmla="*/ 80 h 80"/>
                <a:gd name="T4" fmla="*/ 512 w 512"/>
                <a:gd name="T5" fmla="*/ 40 h 80"/>
                <a:gd name="T6" fmla="*/ 472 w 512"/>
                <a:gd name="T7" fmla="*/ 0 h 80"/>
                <a:gd name="T8" fmla="*/ 41 w 512"/>
                <a:gd name="T9" fmla="*/ 0 h 80"/>
                <a:gd name="T10" fmla="*/ 0 w 512"/>
                <a:gd name="T11" fmla="*/ 40 h 80"/>
                <a:gd name="T12" fmla="*/ 41 w 512"/>
                <a:gd name="T13" fmla="*/ 80 h 80"/>
                <a:gd name="T14" fmla="*/ 41 w 512"/>
                <a:gd name="T15" fmla="*/ 80 h 80"/>
                <a:gd name="T16" fmla="*/ 41 w 512"/>
                <a:gd name="T1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2" h="80">
                  <a:moveTo>
                    <a:pt x="41" y="80"/>
                  </a:moveTo>
                  <a:cubicBezTo>
                    <a:pt x="472" y="80"/>
                    <a:pt x="472" y="80"/>
                    <a:pt x="472" y="80"/>
                  </a:cubicBezTo>
                  <a:cubicBezTo>
                    <a:pt x="499" y="80"/>
                    <a:pt x="512" y="67"/>
                    <a:pt x="512" y="40"/>
                  </a:cubicBezTo>
                  <a:cubicBezTo>
                    <a:pt x="512" y="14"/>
                    <a:pt x="499" y="0"/>
                    <a:pt x="47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14" y="0"/>
                    <a:pt x="0" y="14"/>
                    <a:pt x="0" y="40"/>
                  </a:cubicBezTo>
                  <a:cubicBezTo>
                    <a:pt x="0" y="67"/>
                    <a:pt x="14" y="80"/>
                    <a:pt x="41" y="80"/>
                  </a:cubicBezTo>
                  <a:close/>
                  <a:moveTo>
                    <a:pt x="41" y="80"/>
                  </a:moveTo>
                  <a:cubicBezTo>
                    <a:pt x="41" y="80"/>
                    <a:pt x="41" y="80"/>
                    <a:pt x="41" y="80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EBDC0E00-BAF6-B2B6-5880-CCD1B7CBDF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7" y="1979"/>
              <a:ext cx="31" cy="4"/>
            </a:xfrm>
            <a:custGeom>
              <a:avLst/>
              <a:gdLst>
                <a:gd name="T0" fmla="*/ 41 w 512"/>
                <a:gd name="T1" fmla="*/ 80 h 80"/>
                <a:gd name="T2" fmla="*/ 472 w 512"/>
                <a:gd name="T3" fmla="*/ 80 h 80"/>
                <a:gd name="T4" fmla="*/ 512 w 512"/>
                <a:gd name="T5" fmla="*/ 40 h 80"/>
                <a:gd name="T6" fmla="*/ 472 w 512"/>
                <a:gd name="T7" fmla="*/ 0 h 80"/>
                <a:gd name="T8" fmla="*/ 41 w 512"/>
                <a:gd name="T9" fmla="*/ 0 h 80"/>
                <a:gd name="T10" fmla="*/ 0 w 512"/>
                <a:gd name="T11" fmla="*/ 40 h 80"/>
                <a:gd name="T12" fmla="*/ 41 w 512"/>
                <a:gd name="T13" fmla="*/ 80 h 80"/>
                <a:gd name="T14" fmla="*/ 41 w 512"/>
                <a:gd name="T15" fmla="*/ 80 h 80"/>
                <a:gd name="T16" fmla="*/ 41 w 512"/>
                <a:gd name="T17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2" h="80">
                  <a:moveTo>
                    <a:pt x="41" y="80"/>
                  </a:moveTo>
                  <a:cubicBezTo>
                    <a:pt x="472" y="80"/>
                    <a:pt x="472" y="80"/>
                    <a:pt x="472" y="80"/>
                  </a:cubicBezTo>
                  <a:cubicBezTo>
                    <a:pt x="499" y="80"/>
                    <a:pt x="512" y="67"/>
                    <a:pt x="512" y="40"/>
                  </a:cubicBezTo>
                  <a:cubicBezTo>
                    <a:pt x="512" y="14"/>
                    <a:pt x="499" y="0"/>
                    <a:pt x="47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14" y="0"/>
                    <a:pt x="0" y="14"/>
                    <a:pt x="0" y="40"/>
                  </a:cubicBezTo>
                  <a:cubicBezTo>
                    <a:pt x="0" y="67"/>
                    <a:pt x="14" y="80"/>
                    <a:pt x="41" y="80"/>
                  </a:cubicBezTo>
                  <a:close/>
                  <a:moveTo>
                    <a:pt x="41" y="80"/>
                  </a:moveTo>
                  <a:cubicBezTo>
                    <a:pt x="41" y="80"/>
                    <a:pt x="41" y="80"/>
                    <a:pt x="41" y="80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BFA2DAFF-345F-A2A7-AA2E-6690DC7786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27" y="2014"/>
              <a:ext cx="67" cy="6"/>
            </a:xfrm>
            <a:custGeom>
              <a:avLst/>
              <a:gdLst>
                <a:gd name="T0" fmla="*/ 41 w 1120"/>
                <a:gd name="T1" fmla="*/ 96 h 96"/>
                <a:gd name="T2" fmla="*/ 1080 w 1120"/>
                <a:gd name="T3" fmla="*/ 96 h 96"/>
                <a:gd name="T4" fmla="*/ 1120 w 1120"/>
                <a:gd name="T5" fmla="*/ 55 h 96"/>
                <a:gd name="T6" fmla="*/ 1080 w 1120"/>
                <a:gd name="T7" fmla="*/ 0 h 96"/>
                <a:gd name="T8" fmla="*/ 41 w 1120"/>
                <a:gd name="T9" fmla="*/ 0 h 96"/>
                <a:gd name="T10" fmla="*/ 0 w 1120"/>
                <a:gd name="T11" fmla="*/ 55 h 96"/>
                <a:gd name="T12" fmla="*/ 41 w 1120"/>
                <a:gd name="T13" fmla="*/ 96 h 96"/>
                <a:gd name="T14" fmla="*/ 41 w 1120"/>
                <a:gd name="T15" fmla="*/ 96 h 96"/>
                <a:gd name="T16" fmla="*/ 41 w 1120"/>
                <a:gd name="T1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20" h="96">
                  <a:moveTo>
                    <a:pt x="41" y="96"/>
                  </a:moveTo>
                  <a:cubicBezTo>
                    <a:pt x="1080" y="96"/>
                    <a:pt x="1080" y="96"/>
                    <a:pt x="1080" y="96"/>
                  </a:cubicBezTo>
                  <a:cubicBezTo>
                    <a:pt x="1107" y="96"/>
                    <a:pt x="1120" y="69"/>
                    <a:pt x="1120" y="55"/>
                  </a:cubicBezTo>
                  <a:cubicBezTo>
                    <a:pt x="1120" y="28"/>
                    <a:pt x="1107" y="0"/>
                    <a:pt x="108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14" y="0"/>
                    <a:pt x="0" y="28"/>
                    <a:pt x="0" y="55"/>
                  </a:cubicBezTo>
                  <a:cubicBezTo>
                    <a:pt x="0" y="69"/>
                    <a:pt x="14" y="96"/>
                    <a:pt x="41" y="96"/>
                  </a:cubicBezTo>
                  <a:close/>
                  <a:moveTo>
                    <a:pt x="41" y="96"/>
                  </a:moveTo>
                  <a:cubicBezTo>
                    <a:pt x="41" y="96"/>
                    <a:pt x="41" y="96"/>
                    <a:pt x="41" y="96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19353A8E-37DD-CC31-FA88-FF5F2D4959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92" y="2679"/>
              <a:ext cx="155" cy="146"/>
            </a:xfrm>
            <a:custGeom>
              <a:avLst/>
              <a:gdLst>
                <a:gd name="T0" fmla="*/ 1184 w 1296"/>
                <a:gd name="T1" fmla="*/ 1184 h 1224"/>
                <a:gd name="T2" fmla="*/ 1176 w 1296"/>
                <a:gd name="T3" fmla="*/ 1116 h 1224"/>
                <a:gd name="T4" fmla="*/ 1172 w 1296"/>
                <a:gd name="T5" fmla="*/ 1184 h 1224"/>
                <a:gd name="T6" fmla="*/ 1056 w 1296"/>
                <a:gd name="T7" fmla="*/ 1124 h 1224"/>
                <a:gd name="T8" fmla="*/ 1044 w 1296"/>
                <a:gd name="T9" fmla="*/ 1124 h 1224"/>
                <a:gd name="T10" fmla="*/ 927 w 1296"/>
                <a:gd name="T11" fmla="*/ 1184 h 1224"/>
                <a:gd name="T12" fmla="*/ 919 w 1296"/>
                <a:gd name="T13" fmla="*/ 1116 h 1224"/>
                <a:gd name="T14" fmla="*/ 915 w 1296"/>
                <a:gd name="T15" fmla="*/ 1184 h 1224"/>
                <a:gd name="T16" fmla="*/ 799 w 1296"/>
                <a:gd name="T17" fmla="*/ 1124 h 1224"/>
                <a:gd name="T18" fmla="*/ 787 w 1296"/>
                <a:gd name="T19" fmla="*/ 1124 h 1224"/>
                <a:gd name="T20" fmla="*/ 671 w 1296"/>
                <a:gd name="T21" fmla="*/ 1184 h 1224"/>
                <a:gd name="T22" fmla="*/ 663 w 1296"/>
                <a:gd name="T23" fmla="*/ 1116 h 1224"/>
                <a:gd name="T24" fmla="*/ 658 w 1296"/>
                <a:gd name="T25" fmla="*/ 1184 h 1224"/>
                <a:gd name="T26" fmla="*/ 542 w 1296"/>
                <a:gd name="T27" fmla="*/ 1124 h 1224"/>
                <a:gd name="T28" fmla="*/ 530 w 1296"/>
                <a:gd name="T29" fmla="*/ 1124 h 1224"/>
                <a:gd name="T30" fmla="*/ 414 w 1296"/>
                <a:gd name="T31" fmla="*/ 1184 h 1224"/>
                <a:gd name="T32" fmla="*/ 406 w 1296"/>
                <a:gd name="T33" fmla="*/ 1116 h 1224"/>
                <a:gd name="T34" fmla="*/ 402 w 1296"/>
                <a:gd name="T35" fmla="*/ 1184 h 1224"/>
                <a:gd name="T36" fmla="*/ 285 w 1296"/>
                <a:gd name="T37" fmla="*/ 1124 h 1224"/>
                <a:gd name="T38" fmla="*/ 273 w 1296"/>
                <a:gd name="T39" fmla="*/ 1124 h 1224"/>
                <a:gd name="T40" fmla="*/ 41 w 1296"/>
                <a:gd name="T41" fmla="*/ 1184 h 1224"/>
                <a:gd name="T42" fmla="*/ 89 w 1296"/>
                <a:gd name="T43" fmla="*/ 1039 h 1224"/>
                <a:gd name="T44" fmla="*/ 89 w 1296"/>
                <a:gd name="T45" fmla="*/ 1027 h 1224"/>
                <a:gd name="T46" fmla="*/ 41 w 1296"/>
                <a:gd name="T47" fmla="*/ 910 h 1224"/>
                <a:gd name="T48" fmla="*/ 97 w 1296"/>
                <a:gd name="T49" fmla="*/ 906 h 1224"/>
                <a:gd name="T50" fmla="*/ 41 w 1296"/>
                <a:gd name="T51" fmla="*/ 898 h 1224"/>
                <a:gd name="T52" fmla="*/ 89 w 1296"/>
                <a:gd name="T53" fmla="*/ 782 h 1224"/>
                <a:gd name="T54" fmla="*/ 89 w 1296"/>
                <a:gd name="T55" fmla="*/ 769 h 1224"/>
                <a:gd name="T56" fmla="*/ 41 w 1296"/>
                <a:gd name="T57" fmla="*/ 653 h 1224"/>
                <a:gd name="T58" fmla="*/ 97 w 1296"/>
                <a:gd name="T59" fmla="*/ 649 h 1224"/>
                <a:gd name="T60" fmla="*/ 41 w 1296"/>
                <a:gd name="T61" fmla="*/ 641 h 1224"/>
                <a:gd name="T62" fmla="*/ 89 w 1296"/>
                <a:gd name="T63" fmla="*/ 524 h 1224"/>
                <a:gd name="T64" fmla="*/ 89 w 1296"/>
                <a:gd name="T65" fmla="*/ 512 h 1224"/>
                <a:gd name="T66" fmla="*/ 41 w 1296"/>
                <a:gd name="T67" fmla="*/ 395 h 1224"/>
                <a:gd name="T68" fmla="*/ 97 w 1296"/>
                <a:gd name="T69" fmla="*/ 391 h 1224"/>
                <a:gd name="T70" fmla="*/ 41 w 1296"/>
                <a:gd name="T71" fmla="*/ 383 h 1224"/>
                <a:gd name="T72" fmla="*/ 89 w 1296"/>
                <a:gd name="T73" fmla="*/ 266 h 1224"/>
                <a:gd name="T74" fmla="*/ 89 w 1296"/>
                <a:gd name="T75" fmla="*/ 254 h 1224"/>
                <a:gd name="T76" fmla="*/ 41 w 1296"/>
                <a:gd name="T77" fmla="*/ 137 h 1224"/>
                <a:gd name="T78" fmla="*/ 97 w 1296"/>
                <a:gd name="T79" fmla="*/ 133 h 1224"/>
                <a:gd name="T80" fmla="*/ 41 w 1296"/>
                <a:gd name="T81" fmla="*/ 125 h 1224"/>
                <a:gd name="T82" fmla="*/ 21 w 1296"/>
                <a:gd name="T83" fmla="*/ 0 h 1224"/>
                <a:gd name="T84" fmla="*/ 0 w 1296"/>
                <a:gd name="T85" fmla="*/ 1204 h 1224"/>
                <a:gd name="T86" fmla="*/ 1276 w 1296"/>
                <a:gd name="T87" fmla="*/ 1224 h 1224"/>
                <a:gd name="T88" fmla="*/ 1276 w 1296"/>
                <a:gd name="T89" fmla="*/ 1184 h 1224"/>
                <a:gd name="T90" fmla="*/ 1276 w 1296"/>
                <a:gd name="T91" fmla="*/ 1184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96" h="1224">
                  <a:moveTo>
                    <a:pt x="1276" y="1184"/>
                  </a:moveTo>
                  <a:cubicBezTo>
                    <a:pt x="1184" y="1184"/>
                    <a:pt x="1184" y="1184"/>
                    <a:pt x="1184" y="1184"/>
                  </a:cubicBezTo>
                  <a:cubicBezTo>
                    <a:pt x="1184" y="1124"/>
                    <a:pt x="1184" y="1124"/>
                    <a:pt x="1184" y="1124"/>
                  </a:cubicBezTo>
                  <a:cubicBezTo>
                    <a:pt x="1184" y="1120"/>
                    <a:pt x="1180" y="1116"/>
                    <a:pt x="1176" y="1116"/>
                  </a:cubicBezTo>
                  <a:cubicBezTo>
                    <a:pt x="1172" y="1116"/>
                    <a:pt x="1172" y="1120"/>
                    <a:pt x="1172" y="1124"/>
                  </a:cubicBezTo>
                  <a:cubicBezTo>
                    <a:pt x="1172" y="1184"/>
                    <a:pt x="1172" y="1184"/>
                    <a:pt x="1172" y="1184"/>
                  </a:cubicBezTo>
                  <a:cubicBezTo>
                    <a:pt x="1056" y="1184"/>
                    <a:pt x="1056" y="1184"/>
                    <a:pt x="1056" y="1184"/>
                  </a:cubicBezTo>
                  <a:cubicBezTo>
                    <a:pt x="1056" y="1124"/>
                    <a:pt x="1056" y="1124"/>
                    <a:pt x="1056" y="1124"/>
                  </a:cubicBezTo>
                  <a:cubicBezTo>
                    <a:pt x="1056" y="1120"/>
                    <a:pt x="1052" y="1116"/>
                    <a:pt x="1048" y="1116"/>
                  </a:cubicBezTo>
                  <a:cubicBezTo>
                    <a:pt x="1044" y="1116"/>
                    <a:pt x="1044" y="1120"/>
                    <a:pt x="1044" y="1124"/>
                  </a:cubicBezTo>
                  <a:cubicBezTo>
                    <a:pt x="1044" y="1184"/>
                    <a:pt x="1044" y="1184"/>
                    <a:pt x="1044" y="1184"/>
                  </a:cubicBezTo>
                  <a:cubicBezTo>
                    <a:pt x="927" y="1184"/>
                    <a:pt x="927" y="1184"/>
                    <a:pt x="927" y="1184"/>
                  </a:cubicBezTo>
                  <a:cubicBezTo>
                    <a:pt x="927" y="1124"/>
                    <a:pt x="927" y="1124"/>
                    <a:pt x="927" y="1124"/>
                  </a:cubicBezTo>
                  <a:cubicBezTo>
                    <a:pt x="927" y="1120"/>
                    <a:pt x="923" y="1116"/>
                    <a:pt x="919" y="1116"/>
                  </a:cubicBezTo>
                  <a:cubicBezTo>
                    <a:pt x="915" y="1116"/>
                    <a:pt x="915" y="1120"/>
                    <a:pt x="915" y="1124"/>
                  </a:cubicBezTo>
                  <a:cubicBezTo>
                    <a:pt x="915" y="1184"/>
                    <a:pt x="915" y="1184"/>
                    <a:pt x="915" y="1184"/>
                  </a:cubicBezTo>
                  <a:cubicBezTo>
                    <a:pt x="799" y="1184"/>
                    <a:pt x="799" y="1184"/>
                    <a:pt x="799" y="1184"/>
                  </a:cubicBezTo>
                  <a:cubicBezTo>
                    <a:pt x="799" y="1124"/>
                    <a:pt x="799" y="1124"/>
                    <a:pt x="799" y="1124"/>
                  </a:cubicBezTo>
                  <a:cubicBezTo>
                    <a:pt x="799" y="1120"/>
                    <a:pt x="795" y="1116"/>
                    <a:pt x="791" y="1116"/>
                  </a:cubicBezTo>
                  <a:cubicBezTo>
                    <a:pt x="787" y="1116"/>
                    <a:pt x="787" y="1120"/>
                    <a:pt x="787" y="1124"/>
                  </a:cubicBezTo>
                  <a:cubicBezTo>
                    <a:pt x="787" y="1184"/>
                    <a:pt x="787" y="1184"/>
                    <a:pt x="787" y="1184"/>
                  </a:cubicBezTo>
                  <a:cubicBezTo>
                    <a:pt x="671" y="1184"/>
                    <a:pt x="671" y="1184"/>
                    <a:pt x="671" y="1184"/>
                  </a:cubicBezTo>
                  <a:cubicBezTo>
                    <a:pt x="671" y="1124"/>
                    <a:pt x="671" y="1124"/>
                    <a:pt x="671" y="1124"/>
                  </a:cubicBezTo>
                  <a:cubicBezTo>
                    <a:pt x="671" y="1120"/>
                    <a:pt x="667" y="1116"/>
                    <a:pt x="663" y="1116"/>
                  </a:cubicBezTo>
                  <a:cubicBezTo>
                    <a:pt x="658" y="1116"/>
                    <a:pt x="658" y="1120"/>
                    <a:pt x="658" y="1124"/>
                  </a:cubicBezTo>
                  <a:cubicBezTo>
                    <a:pt x="658" y="1184"/>
                    <a:pt x="658" y="1184"/>
                    <a:pt x="658" y="1184"/>
                  </a:cubicBezTo>
                  <a:cubicBezTo>
                    <a:pt x="542" y="1184"/>
                    <a:pt x="542" y="1184"/>
                    <a:pt x="542" y="1184"/>
                  </a:cubicBezTo>
                  <a:cubicBezTo>
                    <a:pt x="542" y="1124"/>
                    <a:pt x="542" y="1124"/>
                    <a:pt x="542" y="1124"/>
                  </a:cubicBezTo>
                  <a:cubicBezTo>
                    <a:pt x="542" y="1120"/>
                    <a:pt x="538" y="1116"/>
                    <a:pt x="534" y="1116"/>
                  </a:cubicBezTo>
                  <a:cubicBezTo>
                    <a:pt x="530" y="1116"/>
                    <a:pt x="530" y="1120"/>
                    <a:pt x="530" y="1124"/>
                  </a:cubicBezTo>
                  <a:cubicBezTo>
                    <a:pt x="530" y="1184"/>
                    <a:pt x="530" y="1184"/>
                    <a:pt x="530" y="1184"/>
                  </a:cubicBezTo>
                  <a:cubicBezTo>
                    <a:pt x="414" y="1184"/>
                    <a:pt x="414" y="1184"/>
                    <a:pt x="414" y="1184"/>
                  </a:cubicBezTo>
                  <a:cubicBezTo>
                    <a:pt x="414" y="1124"/>
                    <a:pt x="414" y="1124"/>
                    <a:pt x="414" y="1124"/>
                  </a:cubicBezTo>
                  <a:cubicBezTo>
                    <a:pt x="414" y="1120"/>
                    <a:pt x="410" y="1116"/>
                    <a:pt x="406" y="1116"/>
                  </a:cubicBezTo>
                  <a:cubicBezTo>
                    <a:pt x="402" y="1116"/>
                    <a:pt x="402" y="1120"/>
                    <a:pt x="402" y="1124"/>
                  </a:cubicBezTo>
                  <a:cubicBezTo>
                    <a:pt x="402" y="1184"/>
                    <a:pt x="402" y="1184"/>
                    <a:pt x="402" y="1184"/>
                  </a:cubicBezTo>
                  <a:cubicBezTo>
                    <a:pt x="285" y="1184"/>
                    <a:pt x="285" y="1184"/>
                    <a:pt x="285" y="1184"/>
                  </a:cubicBezTo>
                  <a:cubicBezTo>
                    <a:pt x="285" y="1124"/>
                    <a:pt x="285" y="1124"/>
                    <a:pt x="285" y="1124"/>
                  </a:cubicBezTo>
                  <a:cubicBezTo>
                    <a:pt x="285" y="1120"/>
                    <a:pt x="281" y="1116"/>
                    <a:pt x="277" y="1116"/>
                  </a:cubicBezTo>
                  <a:cubicBezTo>
                    <a:pt x="273" y="1116"/>
                    <a:pt x="273" y="1120"/>
                    <a:pt x="273" y="1124"/>
                  </a:cubicBezTo>
                  <a:cubicBezTo>
                    <a:pt x="273" y="1184"/>
                    <a:pt x="273" y="1184"/>
                    <a:pt x="273" y="1184"/>
                  </a:cubicBezTo>
                  <a:cubicBezTo>
                    <a:pt x="41" y="1184"/>
                    <a:pt x="41" y="1184"/>
                    <a:pt x="41" y="1184"/>
                  </a:cubicBezTo>
                  <a:cubicBezTo>
                    <a:pt x="41" y="1039"/>
                    <a:pt x="41" y="1039"/>
                    <a:pt x="41" y="1039"/>
                  </a:cubicBezTo>
                  <a:cubicBezTo>
                    <a:pt x="89" y="1039"/>
                    <a:pt x="89" y="1039"/>
                    <a:pt x="89" y="1039"/>
                  </a:cubicBezTo>
                  <a:cubicBezTo>
                    <a:pt x="93" y="1039"/>
                    <a:pt x="97" y="1035"/>
                    <a:pt x="97" y="1035"/>
                  </a:cubicBezTo>
                  <a:cubicBezTo>
                    <a:pt x="97" y="1031"/>
                    <a:pt x="93" y="1027"/>
                    <a:pt x="89" y="1027"/>
                  </a:cubicBezTo>
                  <a:cubicBezTo>
                    <a:pt x="41" y="1027"/>
                    <a:pt x="41" y="1027"/>
                    <a:pt x="41" y="1027"/>
                  </a:cubicBezTo>
                  <a:cubicBezTo>
                    <a:pt x="41" y="910"/>
                    <a:pt x="41" y="910"/>
                    <a:pt x="41" y="910"/>
                  </a:cubicBezTo>
                  <a:cubicBezTo>
                    <a:pt x="89" y="910"/>
                    <a:pt x="89" y="910"/>
                    <a:pt x="89" y="910"/>
                  </a:cubicBezTo>
                  <a:cubicBezTo>
                    <a:pt x="93" y="910"/>
                    <a:pt x="97" y="906"/>
                    <a:pt x="97" y="906"/>
                  </a:cubicBezTo>
                  <a:cubicBezTo>
                    <a:pt x="97" y="902"/>
                    <a:pt x="93" y="898"/>
                    <a:pt x="89" y="898"/>
                  </a:cubicBezTo>
                  <a:cubicBezTo>
                    <a:pt x="41" y="898"/>
                    <a:pt x="41" y="898"/>
                    <a:pt x="41" y="898"/>
                  </a:cubicBezTo>
                  <a:cubicBezTo>
                    <a:pt x="41" y="782"/>
                    <a:pt x="41" y="782"/>
                    <a:pt x="41" y="782"/>
                  </a:cubicBezTo>
                  <a:cubicBezTo>
                    <a:pt x="89" y="782"/>
                    <a:pt x="89" y="782"/>
                    <a:pt x="89" y="782"/>
                  </a:cubicBezTo>
                  <a:cubicBezTo>
                    <a:pt x="93" y="782"/>
                    <a:pt x="97" y="778"/>
                    <a:pt x="97" y="778"/>
                  </a:cubicBezTo>
                  <a:cubicBezTo>
                    <a:pt x="97" y="774"/>
                    <a:pt x="93" y="769"/>
                    <a:pt x="89" y="769"/>
                  </a:cubicBezTo>
                  <a:cubicBezTo>
                    <a:pt x="41" y="769"/>
                    <a:pt x="41" y="769"/>
                    <a:pt x="41" y="769"/>
                  </a:cubicBezTo>
                  <a:cubicBezTo>
                    <a:pt x="41" y="653"/>
                    <a:pt x="41" y="653"/>
                    <a:pt x="41" y="653"/>
                  </a:cubicBezTo>
                  <a:cubicBezTo>
                    <a:pt x="89" y="653"/>
                    <a:pt x="89" y="653"/>
                    <a:pt x="89" y="653"/>
                  </a:cubicBezTo>
                  <a:cubicBezTo>
                    <a:pt x="93" y="653"/>
                    <a:pt x="97" y="649"/>
                    <a:pt x="97" y="649"/>
                  </a:cubicBezTo>
                  <a:cubicBezTo>
                    <a:pt x="97" y="645"/>
                    <a:pt x="93" y="641"/>
                    <a:pt x="89" y="641"/>
                  </a:cubicBezTo>
                  <a:cubicBezTo>
                    <a:pt x="41" y="641"/>
                    <a:pt x="41" y="641"/>
                    <a:pt x="41" y="641"/>
                  </a:cubicBezTo>
                  <a:cubicBezTo>
                    <a:pt x="41" y="524"/>
                    <a:pt x="41" y="524"/>
                    <a:pt x="41" y="524"/>
                  </a:cubicBezTo>
                  <a:cubicBezTo>
                    <a:pt x="89" y="524"/>
                    <a:pt x="89" y="524"/>
                    <a:pt x="89" y="524"/>
                  </a:cubicBezTo>
                  <a:cubicBezTo>
                    <a:pt x="93" y="524"/>
                    <a:pt x="97" y="520"/>
                    <a:pt x="97" y="520"/>
                  </a:cubicBezTo>
                  <a:cubicBezTo>
                    <a:pt x="97" y="516"/>
                    <a:pt x="93" y="512"/>
                    <a:pt x="89" y="512"/>
                  </a:cubicBezTo>
                  <a:cubicBezTo>
                    <a:pt x="41" y="512"/>
                    <a:pt x="41" y="512"/>
                    <a:pt x="41" y="512"/>
                  </a:cubicBezTo>
                  <a:cubicBezTo>
                    <a:pt x="41" y="395"/>
                    <a:pt x="41" y="395"/>
                    <a:pt x="41" y="395"/>
                  </a:cubicBezTo>
                  <a:cubicBezTo>
                    <a:pt x="89" y="395"/>
                    <a:pt x="89" y="395"/>
                    <a:pt x="89" y="395"/>
                  </a:cubicBezTo>
                  <a:cubicBezTo>
                    <a:pt x="93" y="395"/>
                    <a:pt x="97" y="391"/>
                    <a:pt x="97" y="391"/>
                  </a:cubicBezTo>
                  <a:cubicBezTo>
                    <a:pt x="97" y="387"/>
                    <a:pt x="93" y="383"/>
                    <a:pt x="89" y="383"/>
                  </a:cubicBezTo>
                  <a:cubicBezTo>
                    <a:pt x="41" y="383"/>
                    <a:pt x="41" y="383"/>
                    <a:pt x="41" y="383"/>
                  </a:cubicBezTo>
                  <a:cubicBezTo>
                    <a:pt x="41" y="266"/>
                    <a:pt x="41" y="266"/>
                    <a:pt x="41" y="266"/>
                  </a:cubicBezTo>
                  <a:cubicBezTo>
                    <a:pt x="89" y="266"/>
                    <a:pt x="89" y="266"/>
                    <a:pt x="89" y="266"/>
                  </a:cubicBezTo>
                  <a:cubicBezTo>
                    <a:pt x="93" y="266"/>
                    <a:pt x="97" y="262"/>
                    <a:pt x="97" y="262"/>
                  </a:cubicBezTo>
                  <a:cubicBezTo>
                    <a:pt x="97" y="258"/>
                    <a:pt x="93" y="254"/>
                    <a:pt x="89" y="254"/>
                  </a:cubicBezTo>
                  <a:cubicBezTo>
                    <a:pt x="41" y="254"/>
                    <a:pt x="41" y="254"/>
                    <a:pt x="41" y="254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89" y="137"/>
                    <a:pt x="89" y="137"/>
                    <a:pt x="89" y="137"/>
                  </a:cubicBezTo>
                  <a:cubicBezTo>
                    <a:pt x="93" y="137"/>
                    <a:pt x="97" y="133"/>
                    <a:pt x="97" y="133"/>
                  </a:cubicBezTo>
                  <a:cubicBezTo>
                    <a:pt x="97" y="129"/>
                    <a:pt x="93" y="125"/>
                    <a:pt x="89" y="125"/>
                  </a:cubicBezTo>
                  <a:cubicBezTo>
                    <a:pt x="41" y="125"/>
                    <a:pt x="41" y="125"/>
                    <a:pt x="41" y="125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1" y="9"/>
                    <a:pt x="29" y="0"/>
                    <a:pt x="21" y="0"/>
                  </a:cubicBezTo>
                  <a:cubicBezTo>
                    <a:pt x="8" y="0"/>
                    <a:pt x="0" y="9"/>
                    <a:pt x="0" y="21"/>
                  </a:cubicBezTo>
                  <a:cubicBezTo>
                    <a:pt x="0" y="1204"/>
                    <a:pt x="0" y="1204"/>
                    <a:pt x="0" y="1204"/>
                  </a:cubicBezTo>
                  <a:cubicBezTo>
                    <a:pt x="0" y="1216"/>
                    <a:pt x="8" y="1224"/>
                    <a:pt x="21" y="1224"/>
                  </a:cubicBezTo>
                  <a:cubicBezTo>
                    <a:pt x="1276" y="1224"/>
                    <a:pt x="1276" y="1224"/>
                    <a:pt x="1276" y="1224"/>
                  </a:cubicBezTo>
                  <a:cubicBezTo>
                    <a:pt x="1284" y="1224"/>
                    <a:pt x="1296" y="1216"/>
                    <a:pt x="1296" y="1204"/>
                  </a:cubicBezTo>
                  <a:cubicBezTo>
                    <a:pt x="1296" y="1196"/>
                    <a:pt x="1284" y="1184"/>
                    <a:pt x="1276" y="1184"/>
                  </a:cubicBezTo>
                  <a:close/>
                  <a:moveTo>
                    <a:pt x="1276" y="1184"/>
                  </a:moveTo>
                  <a:cubicBezTo>
                    <a:pt x="1276" y="1184"/>
                    <a:pt x="1276" y="1184"/>
                    <a:pt x="1276" y="1184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34">
              <a:extLst>
                <a:ext uri="{FF2B5EF4-FFF2-40B4-BE49-F238E27FC236}">
                  <a16:creationId xmlns:a16="http://schemas.microsoft.com/office/drawing/2014/main" id="{BB95765A-D62D-6729-1429-8619A4734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2700"/>
              <a:ext cx="16" cy="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5960ED9C-2E5C-B12C-9B01-1FF7A4A74E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0" y="2740"/>
              <a:ext cx="14" cy="64"/>
            </a:xfrm>
            <a:custGeom>
              <a:avLst/>
              <a:gdLst>
                <a:gd name="T0" fmla="*/ 120 w 120"/>
                <a:gd name="T1" fmla="*/ 74 h 536"/>
                <a:gd name="T2" fmla="*/ 83 w 120"/>
                <a:gd name="T3" fmla="*/ 0 h 536"/>
                <a:gd name="T4" fmla="*/ 0 w 120"/>
                <a:gd name="T5" fmla="*/ 0 h 536"/>
                <a:gd name="T6" fmla="*/ 0 w 120"/>
                <a:gd name="T7" fmla="*/ 536 h 536"/>
                <a:gd name="T8" fmla="*/ 120 w 120"/>
                <a:gd name="T9" fmla="*/ 536 h 536"/>
                <a:gd name="T10" fmla="*/ 120 w 120"/>
                <a:gd name="T11" fmla="*/ 74 h 536"/>
                <a:gd name="T12" fmla="*/ 120 w 120"/>
                <a:gd name="T13" fmla="*/ 74 h 536"/>
                <a:gd name="T14" fmla="*/ 120 w 120"/>
                <a:gd name="T15" fmla="*/ 74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536">
                  <a:moveTo>
                    <a:pt x="120" y="74"/>
                  </a:moveTo>
                  <a:cubicBezTo>
                    <a:pt x="105" y="49"/>
                    <a:pt x="94" y="25"/>
                    <a:pt x="8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36"/>
                    <a:pt x="0" y="536"/>
                    <a:pt x="0" y="536"/>
                  </a:cubicBezTo>
                  <a:cubicBezTo>
                    <a:pt x="120" y="536"/>
                    <a:pt x="120" y="536"/>
                    <a:pt x="120" y="536"/>
                  </a:cubicBezTo>
                  <a:lnTo>
                    <a:pt x="120" y="74"/>
                  </a:lnTo>
                  <a:close/>
                  <a:moveTo>
                    <a:pt x="120" y="74"/>
                  </a:moveTo>
                  <a:cubicBezTo>
                    <a:pt x="120" y="74"/>
                    <a:pt x="120" y="74"/>
                    <a:pt x="120" y="74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B7000081-3656-C69C-B846-01EC02C5B7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2" y="2762"/>
              <a:ext cx="16" cy="42"/>
            </a:xfrm>
            <a:custGeom>
              <a:avLst/>
              <a:gdLst>
                <a:gd name="T0" fmla="*/ 136 w 136"/>
                <a:gd name="T1" fmla="*/ 21 h 352"/>
                <a:gd name="T2" fmla="*/ 124 w 136"/>
                <a:gd name="T3" fmla="*/ 21 h 352"/>
                <a:gd name="T4" fmla="*/ 0 w 136"/>
                <a:gd name="T5" fmla="*/ 0 h 352"/>
                <a:gd name="T6" fmla="*/ 0 w 136"/>
                <a:gd name="T7" fmla="*/ 352 h 352"/>
                <a:gd name="T8" fmla="*/ 136 w 136"/>
                <a:gd name="T9" fmla="*/ 352 h 352"/>
                <a:gd name="T10" fmla="*/ 136 w 136"/>
                <a:gd name="T11" fmla="*/ 21 h 352"/>
                <a:gd name="T12" fmla="*/ 136 w 136"/>
                <a:gd name="T13" fmla="*/ 21 h 352"/>
                <a:gd name="T14" fmla="*/ 136 w 136"/>
                <a:gd name="T15" fmla="*/ 21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352">
                  <a:moveTo>
                    <a:pt x="136" y="21"/>
                  </a:moveTo>
                  <a:cubicBezTo>
                    <a:pt x="132" y="21"/>
                    <a:pt x="128" y="21"/>
                    <a:pt x="124" y="21"/>
                  </a:cubicBezTo>
                  <a:cubicBezTo>
                    <a:pt x="83" y="21"/>
                    <a:pt x="42" y="13"/>
                    <a:pt x="0" y="0"/>
                  </a:cubicBezTo>
                  <a:cubicBezTo>
                    <a:pt x="0" y="352"/>
                    <a:pt x="0" y="352"/>
                    <a:pt x="0" y="352"/>
                  </a:cubicBezTo>
                  <a:cubicBezTo>
                    <a:pt x="136" y="352"/>
                    <a:pt x="136" y="352"/>
                    <a:pt x="136" y="352"/>
                  </a:cubicBezTo>
                  <a:lnTo>
                    <a:pt x="136" y="21"/>
                  </a:lnTo>
                  <a:close/>
                  <a:moveTo>
                    <a:pt x="136" y="21"/>
                  </a:moveTo>
                  <a:cubicBezTo>
                    <a:pt x="136" y="21"/>
                    <a:pt x="136" y="21"/>
                    <a:pt x="136" y="21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F9E01931-AC3E-7510-22DD-29E6B666C3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16" y="2759"/>
              <a:ext cx="16" cy="45"/>
            </a:xfrm>
            <a:custGeom>
              <a:avLst/>
              <a:gdLst>
                <a:gd name="T0" fmla="*/ 136 w 136"/>
                <a:gd name="T1" fmla="*/ 128 h 376"/>
                <a:gd name="T2" fmla="*/ 9 w 136"/>
                <a:gd name="T3" fmla="*/ 0 h 376"/>
                <a:gd name="T4" fmla="*/ 0 w 136"/>
                <a:gd name="T5" fmla="*/ 0 h 376"/>
                <a:gd name="T6" fmla="*/ 0 w 136"/>
                <a:gd name="T7" fmla="*/ 376 h 376"/>
                <a:gd name="T8" fmla="*/ 136 w 136"/>
                <a:gd name="T9" fmla="*/ 376 h 376"/>
                <a:gd name="T10" fmla="*/ 136 w 136"/>
                <a:gd name="T11" fmla="*/ 128 h 376"/>
                <a:gd name="T12" fmla="*/ 136 w 136"/>
                <a:gd name="T13" fmla="*/ 128 h 376"/>
                <a:gd name="T14" fmla="*/ 136 w 136"/>
                <a:gd name="T15" fmla="*/ 12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6" h="376">
                  <a:moveTo>
                    <a:pt x="136" y="128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5" y="0"/>
                    <a:pt x="5" y="0"/>
                    <a:pt x="0" y="0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136" y="376"/>
                    <a:pt x="136" y="376"/>
                    <a:pt x="136" y="376"/>
                  </a:cubicBezTo>
                  <a:lnTo>
                    <a:pt x="136" y="128"/>
                  </a:lnTo>
                  <a:close/>
                  <a:moveTo>
                    <a:pt x="136" y="128"/>
                  </a:moveTo>
                  <a:cubicBezTo>
                    <a:pt x="136" y="128"/>
                    <a:pt x="136" y="128"/>
                    <a:pt x="136" y="128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4F611F8F-4513-01C2-414D-01BC16087F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8" y="2687"/>
              <a:ext cx="111" cy="111"/>
            </a:xfrm>
            <a:custGeom>
              <a:avLst/>
              <a:gdLst>
                <a:gd name="T0" fmla="*/ 912 w 928"/>
                <a:gd name="T1" fmla="*/ 864 h 928"/>
                <a:gd name="T2" fmla="*/ 555 w 928"/>
                <a:gd name="T3" fmla="*/ 503 h 928"/>
                <a:gd name="T4" fmla="*/ 531 w 928"/>
                <a:gd name="T5" fmla="*/ 117 h 928"/>
                <a:gd name="T6" fmla="*/ 117 w 928"/>
                <a:gd name="T7" fmla="*/ 117 h 928"/>
                <a:gd name="T8" fmla="*/ 117 w 928"/>
                <a:gd name="T9" fmla="*/ 531 h 928"/>
                <a:gd name="T10" fmla="*/ 503 w 928"/>
                <a:gd name="T11" fmla="*/ 555 h 928"/>
                <a:gd name="T12" fmla="*/ 860 w 928"/>
                <a:gd name="T13" fmla="*/ 916 h 928"/>
                <a:gd name="T14" fmla="*/ 912 w 928"/>
                <a:gd name="T15" fmla="*/ 916 h 928"/>
                <a:gd name="T16" fmla="*/ 912 w 928"/>
                <a:gd name="T17" fmla="*/ 864 h 928"/>
                <a:gd name="T18" fmla="*/ 479 w 928"/>
                <a:gd name="T19" fmla="*/ 479 h 928"/>
                <a:gd name="T20" fmla="*/ 169 w 928"/>
                <a:gd name="T21" fmla="*/ 479 h 928"/>
                <a:gd name="T22" fmla="*/ 169 w 928"/>
                <a:gd name="T23" fmla="*/ 169 h 928"/>
                <a:gd name="T24" fmla="*/ 479 w 928"/>
                <a:gd name="T25" fmla="*/ 169 h 928"/>
                <a:gd name="T26" fmla="*/ 479 w 928"/>
                <a:gd name="T27" fmla="*/ 479 h 928"/>
                <a:gd name="T28" fmla="*/ 479 w 928"/>
                <a:gd name="T29" fmla="*/ 479 h 928"/>
                <a:gd name="T30" fmla="*/ 479 w 928"/>
                <a:gd name="T31" fmla="*/ 479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8" h="928">
                  <a:moveTo>
                    <a:pt x="912" y="864"/>
                  </a:moveTo>
                  <a:cubicBezTo>
                    <a:pt x="555" y="503"/>
                    <a:pt x="555" y="503"/>
                    <a:pt x="555" y="503"/>
                  </a:cubicBezTo>
                  <a:cubicBezTo>
                    <a:pt x="647" y="386"/>
                    <a:pt x="639" y="221"/>
                    <a:pt x="531" y="117"/>
                  </a:cubicBezTo>
                  <a:cubicBezTo>
                    <a:pt x="418" y="0"/>
                    <a:pt x="233" y="0"/>
                    <a:pt x="117" y="117"/>
                  </a:cubicBezTo>
                  <a:cubicBezTo>
                    <a:pt x="0" y="229"/>
                    <a:pt x="0" y="414"/>
                    <a:pt x="117" y="531"/>
                  </a:cubicBezTo>
                  <a:cubicBezTo>
                    <a:pt x="221" y="635"/>
                    <a:pt x="390" y="643"/>
                    <a:pt x="503" y="555"/>
                  </a:cubicBezTo>
                  <a:cubicBezTo>
                    <a:pt x="860" y="916"/>
                    <a:pt x="860" y="916"/>
                    <a:pt x="860" y="916"/>
                  </a:cubicBezTo>
                  <a:cubicBezTo>
                    <a:pt x="876" y="928"/>
                    <a:pt x="896" y="928"/>
                    <a:pt x="912" y="916"/>
                  </a:cubicBezTo>
                  <a:cubicBezTo>
                    <a:pt x="928" y="900"/>
                    <a:pt x="928" y="876"/>
                    <a:pt x="912" y="864"/>
                  </a:cubicBezTo>
                  <a:close/>
                  <a:moveTo>
                    <a:pt x="479" y="479"/>
                  </a:moveTo>
                  <a:cubicBezTo>
                    <a:pt x="394" y="563"/>
                    <a:pt x="254" y="563"/>
                    <a:pt x="169" y="479"/>
                  </a:cubicBezTo>
                  <a:cubicBezTo>
                    <a:pt x="85" y="394"/>
                    <a:pt x="85" y="254"/>
                    <a:pt x="169" y="169"/>
                  </a:cubicBezTo>
                  <a:cubicBezTo>
                    <a:pt x="254" y="81"/>
                    <a:pt x="394" y="81"/>
                    <a:pt x="479" y="169"/>
                  </a:cubicBezTo>
                  <a:cubicBezTo>
                    <a:pt x="567" y="254"/>
                    <a:pt x="567" y="394"/>
                    <a:pt x="479" y="479"/>
                  </a:cubicBezTo>
                  <a:close/>
                  <a:moveTo>
                    <a:pt x="479" y="479"/>
                  </a:moveTo>
                  <a:cubicBezTo>
                    <a:pt x="479" y="479"/>
                    <a:pt x="479" y="479"/>
                    <a:pt x="479" y="479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Freeform 39">
              <a:extLst>
                <a:ext uri="{FF2B5EF4-FFF2-40B4-BE49-F238E27FC236}">
                  <a16:creationId xmlns:a16="http://schemas.microsoft.com/office/drawing/2014/main" id="{C8F25A0E-A5FD-3B90-0B0A-3ADCD8E107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86" y="2705"/>
              <a:ext cx="19" cy="39"/>
            </a:xfrm>
            <a:custGeom>
              <a:avLst/>
              <a:gdLst>
                <a:gd name="T0" fmla="*/ 90 w 152"/>
                <a:gd name="T1" fmla="*/ 138 h 328"/>
                <a:gd name="T2" fmla="*/ 51 w 152"/>
                <a:gd name="T3" fmla="*/ 102 h 328"/>
                <a:gd name="T4" fmla="*/ 82 w 152"/>
                <a:gd name="T5" fmla="*/ 77 h 328"/>
                <a:gd name="T6" fmla="*/ 125 w 152"/>
                <a:gd name="T7" fmla="*/ 90 h 328"/>
                <a:gd name="T8" fmla="*/ 133 w 152"/>
                <a:gd name="T9" fmla="*/ 90 h 328"/>
                <a:gd name="T10" fmla="*/ 133 w 152"/>
                <a:gd name="T11" fmla="*/ 86 h 328"/>
                <a:gd name="T12" fmla="*/ 145 w 152"/>
                <a:gd name="T13" fmla="*/ 57 h 328"/>
                <a:gd name="T14" fmla="*/ 141 w 152"/>
                <a:gd name="T15" fmla="*/ 53 h 328"/>
                <a:gd name="T16" fmla="*/ 98 w 152"/>
                <a:gd name="T17" fmla="*/ 37 h 328"/>
                <a:gd name="T18" fmla="*/ 98 w 152"/>
                <a:gd name="T19" fmla="*/ 5 h 328"/>
                <a:gd name="T20" fmla="*/ 90 w 152"/>
                <a:gd name="T21" fmla="*/ 0 h 328"/>
                <a:gd name="T22" fmla="*/ 67 w 152"/>
                <a:gd name="T23" fmla="*/ 0 h 328"/>
                <a:gd name="T24" fmla="*/ 63 w 152"/>
                <a:gd name="T25" fmla="*/ 5 h 328"/>
                <a:gd name="T26" fmla="*/ 63 w 152"/>
                <a:gd name="T27" fmla="*/ 41 h 328"/>
                <a:gd name="T28" fmla="*/ 4 w 152"/>
                <a:gd name="T29" fmla="*/ 106 h 328"/>
                <a:gd name="T30" fmla="*/ 71 w 152"/>
                <a:gd name="T31" fmla="*/ 179 h 328"/>
                <a:gd name="T32" fmla="*/ 110 w 152"/>
                <a:gd name="T33" fmla="*/ 219 h 328"/>
                <a:gd name="T34" fmla="*/ 71 w 152"/>
                <a:gd name="T35" fmla="*/ 252 h 328"/>
                <a:gd name="T36" fmla="*/ 20 w 152"/>
                <a:gd name="T37" fmla="*/ 235 h 328"/>
                <a:gd name="T38" fmla="*/ 16 w 152"/>
                <a:gd name="T39" fmla="*/ 235 h 328"/>
                <a:gd name="T40" fmla="*/ 12 w 152"/>
                <a:gd name="T41" fmla="*/ 239 h 328"/>
                <a:gd name="T42" fmla="*/ 0 w 152"/>
                <a:gd name="T43" fmla="*/ 264 h 328"/>
                <a:gd name="T44" fmla="*/ 4 w 152"/>
                <a:gd name="T45" fmla="*/ 272 h 328"/>
                <a:gd name="T46" fmla="*/ 59 w 152"/>
                <a:gd name="T47" fmla="*/ 288 h 328"/>
                <a:gd name="T48" fmla="*/ 59 w 152"/>
                <a:gd name="T49" fmla="*/ 320 h 328"/>
                <a:gd name="T50" fmla="*/ 63 w 152"/>
                <a:gd name="T51" fmla="*/ 328 h 328"/>
                <a:gd name="T52" fmla="*/ 86 w 152"/>
                <a:gd name="T53" fmla="*/ 328 h 328"/>
                <a:gd name="T54" fmla="*/ 94 w 152"/>
                <a:gd name="T55" fmla="*/ 320 h 328"/>
                <a:gd name="T56" fmla="*/ 94 w 152"/>
                <a:gd name="T57" fmla="*/ 288 h 328"/>
                <a:gd name="T58" fmla="*/ 152 w 152"/>
                <a:gd name="T59" fmla="*/ 215 h 328"/>
                <a:gd name="T60" fmla="*/ 90 w 152"/>
                <a:gd name="T61" fmla="*/ 138 h 328"/>
                <a:gd name="T62" fmla="*/ 90 w 152"/>
                <a:gd name="T63" fmla="*/ 138 h 328"/>
                <a:gd name="T64" fmla="*/ 90 w 152"/>
                <a:gd name="T65" fmla="*/ 138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2" h="328">
                  <a:moveTo>
                    <a:pt x="90" y="138"/>
                  </a:moveTo>
                  <a:cubicBezTo>
                    <a:pt x="59" y="126"/>
                    <a:pt x="51" y="118"/>
                    <a:pt x="51" y="102"/>
                  </a:cubicBezTo>
                  <a:cubicBezTo>
                    <a:pt x="51" y="90"/>
                    <a:pt x="59" y="77"/>
                    <a:pt x="82" y="77"/>
                  </a:cubicBezTo>
                  <a:cubicBezTo>
                    <a:pt x="106" y="77"/>
                    <a:pt x="121" y="86"/>
                    <a:pt x="125" y="90"/>
                  </a:cubicBezTo>
                  <a:cubicBezTo>
                    <a:pt x="129" y="90"/>
                    <a:pt x="129" y="90"/>
                    <a:pt x="133" y="90"/>
                  </a:cubicBezTo>
                  <a:cubicBezTo>
                    <a:pt x="133" y="90"/>
                    <a:pt x="133" y="86"/>
                    <a:pt x="133" y="86"/>
                  </a:cubicBezTo>
                  <a:cubicBezTo>
                    <a:pt x="145" y="57"/>
                    <a:pt x="145" y="57"/>
                    <a:pt x="145" y="57"/>
                  </a:cubicBezTo>
                  <a:cubicBezTo>
                    <a:pt x="145" y="57"/>
                    <a:pt x="145" y="53"/>
                    <a:pt x="141" y="53"/>
                  </a:cubicBezTo>
                  <a:cubicBezTo>
                    <a:pt x="129" y="45"/>
                    <a:pt x="113" y="37"/>
                    <a:pt x="98" y="37"/>
                  </a:cubicBezTo>
                  <a:cubicBezTo>
                    <a:pt x="98" y="5"/>
                    <a:pt x="98" y="5"/>
                    <a:pt x="98" y="5"/>
                  </a:cubicBezTo>
                  <a:cubicBezTo>
                    <a:pt x="98" y="5"/>
                    <a:pt x="94" y="0"/>
                    <a:pt x="90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3" y="0"/>
                    <a:pt x="63" y="5"/>
                    <a:pt x="63" y="5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28" y="49"/>
                    <a:pt x="4" y="73"/>
                    <a:pt x="4" y="106"/>
                  </a:cubicBezTo>
                  <a:cubicBezTo>
                    <a:pt x="4" y="146"/>
                    <a:pt x="36" y="166"/>
                    <a:pt x="71" y="179"/>
                  </a:cubicBezTo>
                  <a:cubicBezTo>
                    <a:pt x="98" y="191"/>
                    <a:pt x="110" y="203"/>
                    <a:pt x="110" y="219"/>
                  </a:cubicBezTo>
                  <a:cubicBezTo>
                    <a:pt x="110" y="239"/>
                    <a:pt x="94" y="252"/>
                    <a:pt x="71" y="252"/>
                  </a:cubicBezTo>
                  <a:cubicBezTo>
                    <a:pt x="51" y="252"/>
                    <a:pt x="36" y="243"/>
                    <a:pt x="20" y="235"/>
                  </a:cubicBezTo>
                  <a:cubicBezTo>
                    <a:pt x="20" y="235"/>
                    <a:pt x="16" y="235"/>
                    <a:pt x="16" y="235"/>
                  </a:cubicBezTo>
                  <a:cubicBezTo>
                    <a:pt x="12" y="235"/>
                    <a:pt x="12" y="235"/>
                    <a:pt x="12" y="239"/>
                  </a:cubicBezTo>
                  <a:cubicBezTo>
                    <a:pt x="0" y="264"/>
                    <a:pt x="0" y="264"/>
                    <a:pt x="0" y="264"/>
                  </a:cubicBezTo>
                  <a:cubicBezTo>
                    <a:pt x="0" y="268"/>
                    <a:pt x="0" y="268"/>
                    <a:pt x="4" y="272"/>
                  </a:cubicBezTo>
                  <a:cubicBezTo>
                    <a:pt x="16" y="280"/>
                    <a:pt x="39" y="288"/>
                    <a:pt x="59" y="288"/>
                  </a:cubicBezTo>
                  <a:cubicBezTo>
                    <a:pt x="59" y="320"/>
                    <a:pt x="59" y="320"/>
                    <a:pt x="59" y="320"/>
                  </a:cubicBezTo>
                  <a:cubicBezTo>
                    <a:pt x="59" y="324"/>
                    <a:pt x="63" y="328"/>
                    <a:pt x="63" y="328"/>
                  </a:cubicBezTo>
                  <a:cubicBezTo>
                    <a:pt x="86" y="328"/>
                    <a:pt x="86" y="328"/>
                    <a:pt x="86" y="328"/>
                  </a:cubicBezTo>
                  <a:cubicBezTo>
                    <a:pt x="90" y="328"/>
                    <a:pt x="94" y="324"/>
                    <a:pt x="94" y="320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129" y="280"/>
                    <a:pt x="152" y="252"/>
                    <a:pt x="152" y="215"/>
                  </a:cubicBezTo>
                  <a:cubicBezTo>
                    <a:pt x="152" y="183"/>
                    <a:pt x="133" y="158"/>
                    <a:pt x="90" y="138"/>
                  </a:cubicBezTo>
                  <a:close/>
                  <a:moveTo>
                    <a:pt x="90" y="138"/>
                  </a:moveTo>
                  <a:cubicBezTo>
                    <a:pt x="90" y="138"/>
                    <a:pt x="90" y="138"/>
                    <a:pt x="90" y="1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40">
              <a:extLst>
                <a:ext uri="{FF2B5EF4-FFF2-40B4-BE49-F238E27FC236}">
                  <a16:creationId xmlns:a16="http://schemas.microsoft.com/office/drawing/2014/main" id="{87F81830-F592-C483-D79A-D5C73019B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" y="897"/>
              <a:ext cx="540" cy="8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41">
              <a:extLst>
                <a:ext uri="{FF2B5EF4-FFF2-40B4-BE49-F238E27FC236}">
                  <a16:creationId xmlns:a16="http://schemas.microsoft.com/office/drawing/2014/main" id="{F8CC5045-EC63-0466-574F-A63521975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981"/>
              <a:ext cx="2180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To understand the various factors that can influence the market outlook in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42">
              <a:extLst>
                <a:ext uri="{FF2B5EF4-FFF2-40B4-BE49-F238E27FC236}">
                  <a16:creationId xmlns:a16="http://schemas.microsoft.com/office/drawing/2014/main" id="{B9BF776B-086D-C046-1BED-50FFECD34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1085"/>
              <a:ext cx="741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terms of preference via: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43">
              <a:extLst>
                <a:ext uri="{FF2B5EF4-FFF2-40B4-BE49-F238E27FC236}">
                  <a16:creationId xmlns:a16="http://schemas.microsoft.com/office/drawing/2014/main" id="{D0B8CC66-80DE-3ECF-852C-2AC37A3F6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1191"/>
              <a:ext cx="98" cy="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44">
              <a:extLst>
                <a:ext uri="{FF2B5EF4-FFF2-40B4-BE49-F238E27FC236}">
                  <a16:creationId xmlns:a16="http://schemas.microsoft.com/office/drawing/2014/main" id="{35F515CB-F56A-E33D-62A8-EFA673C89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8" y="1188"/>
              <a:ext cx="353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Production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45">
              <a:extLst>
                <a:ext uri="{FF2B5EF4-FFF2-40B4-BE49-F238E27FC236}">
                  <a16:creationId xmlns:a16="http://schemas.microsoft.com/office/drawing/2014/main" id="{84DA2E42-967D-D3F4-2E08-C45A138F9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1294"/>
              <a:ext cx="98" cy="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511E281B-8F08-63EF-3C06-998614E63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8" y="1291"/>
              <a:ext cx="458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Market Drivers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47">
              <a:extLst>
                <a:ext uri="{FF2B5EF4-FFF2-40B4-BE49-F238E27FC236}">
                  <a16:creationId xmlns:a16="http://schemas.microsoft.com/office/drawing/2014/main" id="{E2D28B03-3143-D3BE-3C41-A1CA99D61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1397"/>
              <a:ext cx="98" cy="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48">
              <a:extLst>
                <a:ext uri="{FF2B5EF4-FFF2-40B4-BE49-F238E27FC236}">
                  <a16:creationId xmlns:a16="http://schemas.microsoft.com/office/drawing/2014/main" id="{99E62A38-8748-5C9E-B2C7-64BD2E7DF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8" y="1394"/>
              <a:ext cx="403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Price Trends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49">
              <a:extLst>
                <a:ext uri="{FF2B5EF4-FFF2-40B4-BE49-F238E27FC236}">
                  <a16:creationId xmlns:a16="http://schemas.microsoft.com/office/drawing/2014/main" id="{BE52E502-7CCE-7F88-C24D-E5795DFF2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1500"/>
              <a:ext cx="98" cy="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50">
              <a:extLst>
                <a:ext uri="{FF2B5EF4-FFF2-40B4-BE49-F238E27FC236}">
                  <a16:creationId xmlns:a16="http://schemas.microsoft.com/office/drawing/2014/main" id="{04137837-1B44-E448-4258-54C1F5175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8" y="1497"/>
              <a:ext cx="393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Realizations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51">
              <a:extLst>
                <a:ext uri="{FF2B5EF4-FFF2-40B4-BE49-F238E27FC236}">
                  <a16:creationId xmlns:a16="http://schemas.microsoft.com/office/drawing/2014/main" id="{0C7E27C1-8D86-8546-B48D-BD4BDD8FC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1932"/>
              <a:ext cx="1100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Information has been collected from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52">
              <a:extLst>
                <a:ext uri="{FF2B5EF4-FFF2-40B4-BE49-F238E27FC236}">
                  <a16:creationId xmlns:a16="http://schemas.microsoft.com/office/drawing/2014/main" id="{BE3CAAFD-AC59-9983-8CED-1FB0BA98E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2035"/>
              <a:ext cx="1057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secondary domains, journals, news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53">
              <a:extLst>
                <a:ext uri="{FF2B5EF4-FFF2-40B4-BE49-F238E27FC236}">
                  <a16:creationId xmlns:a16="http://schemas.microsoft.com/office/drawing/2014/main" id="{E3C38CD0-44B9-6421-7B77-BFDFECFF9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2138"/>
              <a:ext cx="1090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articles, and published white papers.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54">
              <a:extLst>
                <a:ext uri="{FF2B5EF4-FFF2-40B4-BE49-F238E27FC236}">
                  <a16:creationId xmlns:a16="http://schemas.microsoft.com/office/drawing/2014/main" id="{3BF54587-6551-60A7-D202-06F99817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1780"/>
              <a:ext cx="488" cy="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 dirty="0">
                  <a:ln>
                    <a:noFill/>
                  </a:ln>
                  <a:solidFill>
                    <a:srgbClr val="E30656"/>
                  </a:solidFill>
                  <a:effectLst/>
                  <a:latin typeface="Roboto Slab" pitchFamily="2" charset="0"/>
                </a:rPr>
                <a:t>WEB SEARCH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30656"/>
                </a:solidFill>
                <a:effectLst/>
              </a:endParaRPr>
            </a:p>
          </p:txBody>
        </p:sp>
        <p:sp>
          <p:nvSpPr>
            <p:cNvPr id="53" name="Rectangle 55">
              <a:extLst>
                <a:ext uri="{FF2B5EF4-FFF2-40B4-BE49-F238E27FC236}">
                  <a16:creationId xmlns:a16="http://schemas.microsoft.com/office/drawing/2014/main" id="{644FBC83-A351-DB7D-A3B2-B30479DCA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1932"/>
              <a:ext cx="886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Industry experts and relevant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56">
              <a:extLst>
                <a:ext uri="{FF2B5EF4-FFF2-40B4-BE49-F238E27FC236}">
                  <a16:creationId xmlns:a16="http://schemas.microsoft.com/office/drawing/2014/main" id="{4B001E70-E6DA-DA26-F55C-F055EFF84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2035"/>
              <a:ext cx="1078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consultants have been contacted to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57">
              <a:extLst>
                <a:ext uri="{FF2B5EF4-FFF2-40B4-BE49-F238E27FC236}">
                  <a16:creationId xmlns:a16="http://schemas.microsoft.com/office/drawing/2014/main" id="{395BE544-237C-8A52-F5F0-CB4315CCD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2138"/>
              <a:ext cx="1184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provide market intelligence information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58">
              <a:extLst>
                <a:ext uri="{FF2B5EF4-FFF2-40B4-BE49-F238E27FC236}">
                  <a16:creationId xmlns:a16="http://schemas.microsoft.com/office/drawing/2014/main" id="{02E53B56-BD35-841A-E68B-1B5F443B1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2241"/>
              <a:ext cx="839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and to validate the findings.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59">
              <a:extLst>
                <a:ext uri="{FF2B5EF4-FFF2-40B4-BE49-F238E27FC236}">
                  <a16:creationId xmlns:a16="http://schemas.microsoft.com/office/drawing/2014/main" id="{8C124766-24C6-D533-A5C9-B20758250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1780"/>
              <a:ext cx="1085" cy="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1" i="0" u="none" strike="noStrike" cap="none" normalizeH="0" baseline="0" dirty="0">
                  <a:ln>
                    <a:noFill/>
                  </a:ln>
                  <a:solidFill>
                    <a:srgbClr val="E30656"/>
                  </a:solidFill>
                  <a:effectLst/>
                  <a:latin typeface="Roboto Slab" pitchFamily="2" charset="0"/>
                </a:rPr>
                <a:t>EXPERTS AND CONSULTANTS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30656"/>
                </a:solidFill>
                <a:effectLst/>
              </a:endParaRPr>
            </a:p>
          </p:txBody>
        </p:sp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D2867CB2-3221-D9C5-52AC-51BF52E4E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2711"/>
              <a:ext cx="2413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The final report has been prepared based on the analysis of the data collected and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61">
              <a:extLst>
                <a:ext uri="{FF2B5EF4-FFF2-40B4-BE49-F238E27FC236}">
                  <a16:creationId xmlns:a16="http://schemas.microsoft.com/office/drawing/2014/main" id="{6B41F3AB-D095-1EED-2515-3A8D47C37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2814"/>
              <a:ext cx="967" cy="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interaction with primary experts.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62">
              <a:extLst>
                <a:ext uri="{FF2B5EF4-FFF2-40B4-BE49-F238E27FC236}">
                  <a16:creationId xmlns:a16="http://schemas.microsoft.com/office/drawing/2014/main" id="{259DE18B-024B-D8A9-543C-A457C9006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5" y="2567"/>
              <a:ext cx="676" cy="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 dirty="0">
                  <a:ln>
                    <a:noFill/>
                  </a:ln>
                  <a:solidFill>
                    <a:srgbClr val="E30656"/>
                  </a:solidFill>
                  <a:effectLst/>
                  <a:latin typeface="Roboto Slab" pitchFamily="2" charset="0"/>
                </a:rPr>
                <a:t>REPORT EXECUTION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30656"/>
                </a:solidFill>
                <a:effectLst/>
              </a:endParaRPr>
            </a:p>
          </p:txBody>
        </p:sp>
        <p:sp>
          <p:nvSpPr>
            <p:cNvPr id="61" name="Freeform 63">
              <a:extLst>
                <a:ext uri="{FF2B5EF4-FFF2-40B4-BE49-F238E27FC236}">
                  <a16:creationId xmlns:a16="http://schemas.microsoft.com/office/drawing/2014/main" id="{C9BAE45E-4B3A-2649-DA02-93601A71A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3096"/>
              <a:ext cx="3033" cy="550"/>
            </a:xfrm>
            <a:custGeom>
              <a:avLst/>
              <a:gdLst>
                <a:gd name="T0" fmla="*/ 0 w 12708"/>
                <a:gd name="T1" fmla="*/ 352 h 2308"/>
                <a:gd name="T2" fmla="*/ 352 w 12708"/>
                <a:gd name="T3" fmla="*/ 0 h 2308"/>
                <a:gd name="T4" fmla="*/ 12357 w 12708"/>
                <a:gd name="T5" fmla="*/ 0 h 2308"/>
                <a:gd name="T6" fmla="*/ 12708 w 12708"/>
                <a:gd name="T7" fmla="*/ 352 h 2308"/>
                <a:gd name="T8" fmla="*/ 12708 w 12708"/>
                <a:gd name="T9" fmla="*/ 1957 h 2308"/>
                <a:gd name="T10" fmla="*/ 12357 w 12708"/>
                <a:gd name="T11" fmla="*/ 2308 h 2308"/>
                <a:gd name="T12" fmla="*/ 352 w 12708"/>
                <a:gd name="T13" fmla="*/ 2308 h 2308"/>
                <a:gd name="T14" fmla="*/ 0 w 12708"/>
                <a:gd name="T15" fmla="*/ 1957 h 2308"/>
                <a:gd name="T16" fmla="*/ 0 w 12708"/>
                <a:gd name="T17" fmla="*/ 352 h 2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08" h="2308">
                  <a:moveTo>
                    <a:pt x="0" y="352"/>
                  </a:moveTo>
                  <a:cubicBezTo>
                    <a:pt x="0" y="158"/>
                    <a:pt x="158" y="0"/>
                    <a:pt x="352" y="0"/>
                  </a:cubicBezTo>
                  <a:lnTo>
                    <a:pt x="12357" y="0"/>
                  </a:lnTo>
                  <a:cubicBezTo>
                    <a:pt x="12551" y="0"/>
                    <a:pt x="12708" y="158"/>
                    <a:pt x="12708" y="352"/>
                  </a:cubicBezTo>
                  <a:lnTo>
                    <a:pt x="12708" y="1957"/>
                  </a:lnTo>
                  <a:cubicBezTo>
                    <a:pt x="12708" y="2151"/>
                    <a:pt x="12551" y="2308"/>
                    <a:pt x="12357" y="2308"/>
                  </a:cubicBezTo>
                  <a:lnTo>
                    <a:pt x="352" y="2308"/>
                  </a:lnTo>
                  <a:cubicBezTo>
                    <a:pt x="158" y="2308"/>
                    <a:pt x="0" y="2151"/>
                    <a:pt x="0" y="1957"/>
                  </a:cubicBezTo>
                  <a:lnTo>
                    <a:pt x="0" y="352"/>
                  </a:lnTo>
                  <a:close/>
                </a:path>
              </a:pathLst>
            </a:custGeom>
            <a:solidFill>
              <a:srgbClr val="31393D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Rectangle 66">
              <a:extLst>
                <a:ext uri="{FF2B5EF4-FFF2-40B4-BE49-F238E27FC236}">
                  <a16:creationId xmlns:a16="http://schemas.microsoft.com/office/drawing/2014/main" id="{E3FBEED6-9D06-EA14-EB0F-2974D1700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3231"/>
              <a:ext cx="117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FINAL RESEARCH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67">
              <a:extLst>
                <a:ext uri="{FF2B5EF4-FFF2-40B4-BE49-F238E27FC236}">
                  <a16:creationId xmlns:a16="http://schemas.microsoft.com/office/drawing/2014/main" id="{5CA4D557-B9A1-368A-0817-5FBDFF068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3382"/>
              <a:ext cx="53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REPORT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Freeform 68">
              <a:extLst>
                <a:ext uri="{FF2B5EF4-FFF2-40B4-BE49-F238E27FC236}">
                  <a16:creationId xmlns:a16="http://schemas.microsoft.com/office/drawing/2014/main" id="{C68AB168-5A5F-9653-A70C-46E1FCAEC6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31" y="3198"/>
              <a:ext cx="208" cy="277"/>
            </a:xfrm>
            <a:custGeom>
              <a:avLst/>
              <a:gdLst>
                <a:gd name="T0" fmla="*/ 0 w 208"/>
                <a:gd name="T1" fmla="*/ 17 h 277"/>
                <a:gd name="T2" fmla="*/ 3 w 208"/>
                <a:gd name="T3" fmla="*/ 4 h 277"/>
                <a:gd name="T4" fmla="*/ 17 w 208"/>
                <a:gd name="T5" fmla="*/ 0 h 277"/>
                <a:gd name="T6" fmla="*/ 196 w 208"/>
                <a:gd name="T7" fmla="*/ 0 h 277"/>
                <a:gd name="T8" fmla="*/ 207 w 208"/>
                <a:gd name="T9" fmla="*/ 6 h 277"/>
                <a:gd name="T10" fmla="*/ 208 w 208"/>
                <a:gd name="T11" fmla="*/ 17 h 277"/>
                <a:gd name="T12" fmla="*/ 207 w 208"/>
                <a:gd name="T13" fmla="*/ 269 h 277"/>
                <a:gd name="T14" fmla="*/ 200 w 208"/>
                <a:gd name="T15" fmla="*/ 276 h 277"/>
                <a:gd name="T16" fmla="*/ 17 w 208"/>
                <a:gd name="T17" fmla="*/ 277 h 277"/>
                <a:gd name="T18" fmla="*/ 5 w 208"/>
                <a:gd name="T19" fmla="*/ 275 h 277"/>
                <a:gd name="T20" fmla="*/ 1 w 208"/>
                <a:gd name="T21" fmla="*/ 265 h 277"/>
                <a:gd name="T22" fmla="*/ 0 w 208"/>
                <a:gd name="T23" fmla="*/ 139 h 277"/>
                <a:gd name="T24" fmla="*/ 55 w 208"/>
                <a:gd name="T25" fmla="*/ 159 h 277"/>
                <a:gd name="T26" fmla="*/ 33 w 208"/>
                <a:gd name="T27" fmla="*/ 174 h 277"/>
                <a:gd name="T28" fmla="*/ 23 w 208"/>
                <a:gd name="T29" fmla="*/ 197 h 277"/>
                <a:gd name="T30" fmla="*/ 23 w 208"/>
                <a:gd name="T31" fmla="*/ 210 h 277"/>
                <a:gd name="T32" fmla="*/ 30 w 208"/>
                <a:gd name="T33" fmla="*/ 226 h 277"/>
                <a:gd name="T34" fmla="*/ 49 w 208"/>
                <a:gd name="T35" fmla="*/ 243 h 277"/>
                <a:gd name="T36" fmla="*/ 67 w 208"/>
                <a:gd name="T37" fmla="*/ 248 h 277"/>
                <a:gd name="T38" fmla="*/ 87 w 208"/>
                <a:gd name="T39" fmla="*/ 245 h 277"/>
                <a:gd name="T40" fmla="*/ 111 w 208"/>
                <a:gd name="T41" fmla="*/ 223 h 277"/>
                <a:gd name="T42" fmla="*/ 114 w 208"/>
                <a:gd name="T43" fmla="*/ 208 h 277"/>
                <a:gd name="T44" fmla="*/ 64 w 208"/>
                <a:gd name="T45" fmla="*/ 157 h 277"/>
                <a:gd name="T46" fmla="*/ 115 w 208"/>
                <a:gd name="T47" fmla="*/ 24 h 277"/>
                <a:gd name="T48" fmla="*/ 93 w 208"/>
                <a:gd name="T49" fmla="*/ 110 h 277"/>
                <a:gd name="T50" fmla="*/ 185 w 208"/>
                <a:gd name="T51" fmla="*/ 122 h 277"/>
                <a:gd name="T52" fmla="*/ 23 w 208"/>
                <a:gd name="T53" fmla="*/ 133 h 277"/>
                <a:gd name="T54" fmla="*/ 185 w 208"/>
                <a:gd name="T55" fmla="*/ 122 h 277"/>
                <a:gd name="T56" fmla="*/ 81 w 208"/>
                <a:gd name="T57" fmla="*/ 110 h 277"/>
                <a:gd name="T58" fmla="*/ 57 w 208"/>
                <a:gd name="T59" fmla="*/ 41 h 277"/>
                <a:gd name="T60" fmla="*/ 150 w 208"/>
                <a:gd name="T61" fmla="*/ 47 h 277"/>
                <a:gd name="T62" fmla="*/ 128 w 208"/>
                <a:gd name="T63" fmla="*/ 109 h 277"/>
                <a:gd name="T64" fmla="*/ 150 w 208"/>
                <a:gd name="T65" fmla="*/ 47 h 277"/>
                <a:gd name="T66" fmla="*/ 114 w 208"/>
                <a:gd name="T67" fmla="*/ 193 h 277"/>
                <a:gd name="T68" fmla="*/ 103 w 208"/>
                <a:gd name="T69" fmla="*/ 170 h 277"/>
                <a:gd name="T70" fmla="*/ 80 w 208"/>
                <a:gd name="T71" fmla="*/ 158 h 277"/>
                <a:gd name="T72" fmla="*/ 76 w 208"/>
                <a:gd name="T73" fmla="*/ 197 h 277"/>
                <a:gd name="T74" fmla="*/ 23 w 208"/>
                <a:gd name="T75" fmla="*/ 64 h 277"/>
                <a:gd name="T76" fmla="*/ 46 w 208"/>
                <a:gd name="T77" fmla="*/ 110 h 277"/>
                <a:gd name="T78" fmla="*/ 23 w 208"/>
                <a:gd name="T79" fmla="*/ 64 h 277"/>
                <a:gd name="T80" fmla="*/ 162 w 208"/>
                <a:gd name="T81" fmla="*/ 64 h 277"/>
                <a:gd name="T82" fmla="*/ 185 w 208"/>
                <a:gd name="T83" fmla="*/ 109 h 277"/>
                <a:gd name="T84" fmla="*/ 185 w 208"/>
                <a:gd name="T85" fmla="*/ 157 h 277"/>
                <a:gd name="T86" fmla="*/ 128 w 208"/>
                <a:gd name="T87" fmla="*/ 167 h 277"/>
                <a:gd name="T88" fmla="*/ 185 w 208"/>
                <a:gd name="T89" fmla="*/ 157 h 277"/>
                <a:gd name="T90" fmla="*/ 185 w 208"/>
                <a:gd name="T91" fmla="*/ 213 h 277"/>
                <a:gd name="T92" fmla="*/ 128 w 208"/>
                <a:gd name="T93" fmla="*/ 203 h 277"/>
                <a:gd name="T94" fmla="*/ 179 w 208"/>
                <a:gd name="T95" fmla="*/ 180 h 277"/>
                <a:gd name="T96" fmla="*/ 128 w 208"/>
                <a:gd name="T97" fmla="*/ 190 h 277"/>
                <a:gd name="T98" fmla="*/ 179 w 208"/>
                <a:gd name="T99" fmla="*/ 180 h 277"/>
                <a:gd name="T100" fmla="*/ 179 w 208"/>
                <a:gd name="T101" fmla="*/ 237 h 277"/>
                <a:gd name="T102" fmla="*/ 128 w 208"/>
                <a:gd name="T103" fmla="*/ 225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8" h="277">
                  <a:moveTo>
                    <a:pt x="0" y="139"/>
                  </a:moveTo>
                  <a:lnTo>
                    <a:pt x="0" y="13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2"/>
                  </a:lnTo>
                  <a:lnTo>
                    <a:pt x="1" y="8"/>
                  </a:lnTo>
                  <a:lnTo>
                    <a:pt x="2" y="6"/>
                  </a:lnTo>
                  <a:lnTo>
                    <a:pt x="3" y="4"/>
                  </a:lnTo>
                  <a:lnTo>
                    <a:pt x="5" y="1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91" y="0"/>
                  </a:lnTo>
                  <a:lnTo>
                    <a:pt x="191" y="0"/>
                  </a:lnTo>
                  <a:lnTo>
                    <a:pt x="196" y="0"/>
                  </a:lnTo>
                  <a:lnTo>
                    <a:pt x="200" y="1"/>
                  </a:lnTo>
                  <a:lnTo>
                    <a:pt x="202" y="1"/>
                  </a:lnTo>
                  <a:lnTo>
                    <a:pt x="204" y="4"/>
                  </a:lnTo>
                  <a:lnTo>
                    <a:pt x="207" y="6"/>
                  </a:lnTo>
                  <a:lnTo>
                    <a:pt x="207" y="8"/>
                  </a:lnTo>
                  <a:lnTo>
                    <a:pt x="208" y="12"/>
                  </a:lnTo>
                  <a:lnTo>
                    <a:pt x="208" y="17"/>
                  </a:lnTo>
                  <a:lnTo>
                    <a:pt x="208" y="17"/>
                  </a:lnTo>
                  <a:lnTo>
                    <a:pt x="208" y="261"/>
                  </a:lnTo>
                  <a:lnTo>
                    <a:pt x="208" y="261"/>
                  </a:lnTo>
                  <a:lnTo>
                    <a:pt x="208" y="265"/>
                  </a:lnTo>
                  <a:lnTo>
                    <a:pt x="207" y="269"/>
                  </a:lnTo>
                  <a:lnTo>
                    <a:pt x="207" y="272"/>
                  </a:lnTo>
                  <a:lnTo>
                    <a:pt x="204" y="274"/>
                  </a:lnTo>
                  <a:lnTo>
                    <a:pt x="202" y="275"/>
                  </a:lnTo>
                  <a:lnTo>
                    <a:pt x="200" y="276"/>
                  </a:lnTo>
                  <a:lnTo>
                    <a:pt x="196" y="277"/>
                  </a:lnTo>
                  <a:lnTo>
                    <a:pt x="192" y="277"/>
                  </a:lnTo>
                  <a:lnTo>
                    <a:pt x="192" y="277"/>
                  </a:lnTo>
                  <a:lnTo>
                    <a:pt x="17" y="277"/>
                  </a:lnTo>
                  <a:lnTo>
                    <a:pt x="17" y="277"/>
                  </a:lnTo>
                  <a:lnTo>
                    <a:pt x="12" y="277"/>
                  </a:lnTo>
                  <a:lnTo>
                    <a:pt x="8" y="276"/>
                  </a:lnTo>
                  <a:lnTo>
                    <a:pt x="5" y="275"/>
                  </a:lnTo>
                  <a:lnTo>
                    <a:pt x="3" y="274"/>
                  </a:lnTo>
                  <a:lnTo>
                    <a:pt x="2" y="272"/>
                  </a:lnTo>
                  <a:lnTo>
                    <a:pt x="1" y="269"/>
                  </a:lnTo>
                  <a:lnTo>
                    <a:pt x="1" y="26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139"/>
                  </a:lnTo>
                  <a:lnTo>
                    <a:pt x="0" y="139"/>
                  </a:lnTo>
                  <a:close/>
                  <a:moveTo>
                    <a:pt x="64" y="157"/>
                  </a:moveTo>
                  <a:lnTo>
                    <a:pt x="64" y="157"/>
                  </a:lnTo>
                  <a:lnTo>
                    <a:pt x="59" y="158"/>
                  </a:lnTo>
                  <a:lnTo>
                    <a:pt x="55" y="159"/>
                  </a:lnTo>
                  <a:lnTo>
                    <a:pt x="51" y="161"/>
                  </a:lnTo>
                  <a:lnTo>
                    <a:pt x="47" y="163"/>
                  </a:lnTo>
                  <a:lnTo>
                    <a:pt x="39" y="167"/>
                  </a:lnTo>
                  <a:lnTo>
                    <a:pt x="33" y="174"/>
                  </a:lnTo>
                  <a:lnTo>
                    <a:pt x="28" y="181"/>
                  </a:lnTo>
                  <a:lnTo>
                    <a:pt x="25" y="188"/>
                  </a:lnTo>
                  <a:lnTo>
                    <a:pt x="24" y="192"/>
                  </a:lnTo>
                  <a:lnTo>
                    <a:pt x="23" y="197"/>
                  </a:lnTo>
                  <a:lnTo>
                    <a:pt x="23" y="201"/>
                  </a:lnTo>
                  <a:lnTo>
                    <a:pt x="23" y="205"/>
                  </a:lnTo>
                  <a:lnTo>
                    <a:pt x="23" y="205"/>
                  </a:lnTo>
                  <a:lnTo>
                    <a:pt x="23" y="210"/>
                  </a:lnTo>
                  <a:lnTo>
                    <a:pt x="25" y="214"/>
                  </a:lnTo>
                  <a:lnTo>
                    <a:pt x="26" y="219"/>
                  </a:lnTo>
                  <a:lnTo>
                    <a:pt x="28" y="222"/>
                  </a:lnTo>
                  <a:lnTo>
                    <a:pt x="30" y="226"/>
                  </a:lnTo>
                  <a:lnTo>
                    <a:pt x="33" y="230"/>
                  </a:lnTo>
                  <a:lnTo>
                    <a:pt x="38" y="236"/>
                  </a:lnTo>
                  <a:lnTo>
                    <a:pt x="45" y="241"/>
                  </a:lnTo>
                  <a:lnTo>
                    <a:pt x="49" y="243"/>
                  </a:lnTo>
                  <a:lnTo>
                    <a:pt x="53" y="246"/>
                  </a:lnTo>
                  <a:lnTo>
                    <a:pt x="57" y="247"/>
                  </a:lnTo>
                  <a:lnTo>
                    <a:pt x="62" y="248"/>
                  </a:lnTo>
                  <a:lnTo>
                    <a:pt x="67" y="248"/>
                  </a:lnTo>
                  <a:lnTo>
                    <a:pt x="71" y="248"/>
                  </a:lnTo>
                  <a:lnTo>
                    <a:pt x="71" y="248"/>
                  </a:lnTo>
                  <a:lnTo>
                    <a:pt x="80" y="247"/>
                  </a:lnTo>
                  <a:lnTo>
                    <a:pt x="87" y="245"/>
                  </a:lnTo>
                  <a:lnTo>
                    <a:pt x="94" y="241"/>
                  </a:lnTo>
                  <a:lnTo>
                    <a:pt x="101" y="236"/>
                  </a:lnTo>
                  <a:lnTo>
                    <a:pt x="107" y="230"/>
                  </a:lnTo>
                  <a:lnTo>
                    <a:pt x="111" y="223"/>
                  </a:lnTo>
                  <a:lnTo>
                    <a:pt x="112" y="219"/>
                  </a:lnTo>
                  <a:lnTo>
                    <a:pt x="113" y="215"/>
                  </a:lnTo>
                  <a:lnTo>
                    <a:pt x="114" y="212"/>
                  </a:lnTo>
                  <a:lnTo>
                    <a:pt x="114" y="208"/>
                  </a:lnTo>
                  <a:lnTo>
                    <a:pt x="114" y="208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64" y="157"/>
                  </a:lnTo>
                  <a:lnTo>
                    <a:pt x="64" y="157"/>
                  </a:lnTo>
                  <a:close/>
                  <a:moveTo>
                    <a:pt x="115" y="110"/>
                  </a:moveTo>
                  <a:lnTo>
                    <a:pt x="115" y="110"/>
                  </a:lnTo>
                  <a:lnTo>
                    <a:pt x="115" y="24"/>
                  </a:lnTo>
                  <a:lnTo>
                    <a:pt x="115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110"/>
                  </a:lnTo>
                  <a:lnTo>
                    <a:pt x="93" y="110"/>
                  </a:lnTo>
                  <a:lnTo>
                    <a:pt x="115" y="110"/>
                  </a:lnTo>
                  <a:lnTo>
                    <a:pt x="115" y="110"/>
                  </a:lnTo>
                  <a:close/>
                  <a:moveTo>
                    <a:pt x="185" y="122"/>
                  </a:moveTo>
                  <a:lnTo>
                    <a:pt x="185" y="122"/>
                  </a:lnTo>
                  <a:lnTo>
                    <a:pt x="23" y="122"/>
                  </a:lnTo>
                  <a:lnTo>
                    <a:pt x="23" y="122"/>
                  </a:lnTo>
                  <a:lnTo>
                    <a:pt x="23" y="133"/>
                  </a:lnTo>
                  <a:lnTo>
                    <a:pt x="23" y="133"/>
                  </a:lnTo>
                  <a:lnTo>
                    <a:pt x="185" y="133"/>
                  </a:lnTo>
                  <a:lnTo>
                    <a:pt x="185" y="133"/>
                  </a:lnTo>
                  <a:lnTo>
                    <a:pt x="185" y="122"/>
                  </a:lnTo>
                  <a:lnTo>
                    <a:pt x="185" y="122"/>
                  </a:lnTo>
                  <a:close/>
                  <a:moveTo>
                    <a:pt x="57" y="110"/>
                  </a:moveTo>
                  <a:lnTo>
                    <a:pt x="57" y="110"/>
                  </a:lnTo>
                  <a:lnTo>
                    <a:pt x="81" y="110"/>
                  </a:lnTo>
                  <a:lnTo>
                    <a:pt x="81" y="110"/>
                  </a:lnTo>
                  <a:lnTo>
                    <a:pt x="81" y="41"/>
                  </a:lnTo>
                  <a:lnTo>
                    <a:pt x="81" y="41"/>
                  </a:lnTo>
                  <a:lnTo>
                    <a:pt x="57" y="41"/>
                  </a:lnTo>
                  <a:lnTo>
                    <a:pt x="57" y="41"/>
                  </a:lnTo>
                  <a:lnTo>
                    <a:pt x="57" y="110"/>
                  </a:lnTo>
                  <a:lnTo>
                    <a:pt x="57" y="110"/>
                  </a:lnTo>
                  <a:close/>
                  <a:moveTo>
                    <a:pt x="150" y="47"/>
                  </a:moveTo>
                  <a:lnTo>
                    <a:pt x="150" y="47"/>
                  </a:lnTo>
                  <a:lnTo>
                    <a:pt x="128" y="47"/>
                  </a:lnTo>
                  <a:lnTo>
                    <a:pt x="128" y="47"/>
                  </a:lnTo>
                  <a:lnTo>
                    <a:pt x="128" y="109"/>
                  </a:lnTo>
                  <a:lnTo>
                    <a:pt x="128" y="109"/>
                  </a:lnTo>
                  <a:lnTo>
                    <a:pt x="150" y="109"/>
                  </a:lnTo>
                  <a:lnTo>
                    <a:pt x="150" y="109"/>
                  </a:lnTo>
                  <a:lnTo>
                    <a:pt x="150" y="47"/>
                  </a:lnTo>
                  <a:lnTo>
                    <a:pt x="150" y="47"/>
                  </a:lnTo>
                  <a:close/>
                  <a:moveTo>
                    <a:pt x="114" y="197"/>
                  </a:moveTo>
                  <a:lnTo>
                    <a:pt x="114" y="197"/>
                  </a:lnTo>
                  <a:lnTo>
                    <a:pt x="114" y="193"/>
                  </a:lnTo>
                  <a:lnTo>
                    <a:pt x="114" y="190"/>
                  </a:lnTo>
                  <a:lnTo>
                    <a:pt x="111" y="183"/>
                  </a:lnTo>
                  <a:lnTo>
                    <a:pt x="107" y="176"/>
                  </a:lnTo>
                  <a:lnTo>
                    <a:pt x="103" y="170"/>
                  </a:lnTo>
                  <a:lnTo>
                    <a:pt x="96" y="165"/>
                  </a:lnTo>
                  <a:lnTo>
                    <a:pt x="90" y="161"/>
                  </a:lnTo>
                  <a:lnTo>
                    <a:pt x="83" y="158"/>
                  </a:lnTo>
                  <a:lnTo>
                    <a:pt x="80" y="158"/>
                  </a:lnTo>
                  <a:lnTo>
                    <a:pt x="76" y="158"/>
                  </a:lnTo>
                  <a:lnTo>
                    <a:pt x="76" y="158"/>
                  </a:lnTo>
                  <a:lnTo>
                    <a:pt x="76" y="197"/>
                  </a:lnTo>
                  <a:lnTo>
                    <a:pt x="76" y="197"/>
                  </a:lnTo>
                  <a:lnTo>
                    <a:pt x="114" y="197"/>
                  </a:lnTo>
                  <a:lnTo>
                    <a:pt x="114" y="197"/>
                  </a:lnTo>
                  <a:close/>
                  <a:moveTo>
                    <a:pt x="23" y="64"/>
                  </a:moveTo>
                  <a:lnTo>
                    <a:pt x="23" y="64"/>
                  </a:lnTo>
                  <a:lnTo>
                    <a:pt x="23" y="110"/>
                  </a:lnTo>
                  <a:lnTo>
                    <a:pt x="23" y="110"/>
                  </a:lnTo>
                  <a:lnTo>
                    <a:pt x="46" y="110"/>
                  </a:lnTo>
                  <a:lnTo>
                    <a:pt x="46" y="11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23" y="64"/>
                  </a:lnTo>
                  <a:lnTo>
                    <a:pt x="23" y="64"/>
                  </a:lnTo>
                  <a:close/>
                  <a:moveTo>
                    <a:pt x="185" y="64"/>
                  </a:moveTo>
                  <a:lnTo>
                    <a:pt x="185" y="64"/>
                  </a:lnTo>
                  <a:lnTo>
                    <a:pt x="162" y="64"/>
                  </a:lnTo>
                  <a:lnTo>
                    <a:pt x="162" y="64"/>
                  </a:lnTo>
                  <a:lnTo>
                    <a:pt x="162" y="109"/>
                  </a:lnTo>
                  <a:lnTo>
                    <a:pt x="162" y="109"/>
                  </a:lnTo>
                  <a:lnTo>
                    <a:pt x="185" y="109"/>
                  </a:lnTo>
                  <a:lnTo>
                    <a:pt x="185" y="109"/>
                  </a:lnTo>
                  <a:lnTo>
                    <a:pt x="185" y="64"/>
                  </a:lnTo>
                  <a:lnTo>
                    <a:pt x="185" y="64"/>
                  </a:lnTo>
                  <a:close/>
                  <a:moveTo>
                    <a:pt x="185" y="157"/>
                  </a:moveTo>
                  <a:lnTo>
                    <a:pt x="185" y="157"/>
                  </a:lnTo>
                  <a:lnTo>
                    <a:pt x="128" y="157"/>
                  </a:lnTo>
                  <a:lnTo>
                    <a:pt x="128" y="157"/>
                  </a:lnTo>
                  <a:lnTo>
                    <a:pt x="128" y="167"/>
                  </a:lnTo>
                  <a:lnTo>
                    <a:pt x="128" y="167"/>
                  </a:lnTo>
                  <a:lnTo>
                    <a:pt x="185" y="167"/>
                  </a:lnTo>
                  <a:lnTo>
                    <a:pt x="185" y="167"/>
                  </a:lnTo>
                  <a:lnTo>
                    <a:pt x="185" y="157"/>
                  </a:lnTo>
                  <a:lnTo>
                    <a:pt x="185" y="157"/>
                  </a:lnTo>
                  <a:close/>
                  <a:moveTo>
                    <a:pt x="128" y="213"/>
                  </a:moveTo>
                  <a:lnTo>
                    <a:pt x="128" y="213"/>
                  </a:lnTo>
                  <a:lnTo>
                    <a:pt x="185" y="213"/>
                  </a:lnTo>
                  <a:lnTo>
                    <a:pt x="185" y="213"/>
                  </a:lnTo>
                  <a:lnTo>
                    <a:pt x="185" y="203"/>
                  </a:lnTo>
                  <a:lnTo>
                    <a:pt x="185" y="203"/>
                  </a:lnTo>
                  <a:lnTo>
                    <a:pt x="128" y="203"/>
                  </a:lnTo>
                  <a:lnTo>
                    <a:pt x="128" y="203"/>
                  </a:lnTo>
                  <a:lnTo>
                    <a:pt x="128" y="213"/>
                  </a:lnTo>
                  <a:lnTo>
                    <a:pt x="128" y="213"/>
                  </a:lnTo>
                  <a:close/>
                  <a:moveTo>
                    <a:pt x="179" y="180"/>
                  </a:moveTo>
                  <a:lnTo>
                    <a:pt x="179" y="180"/>
                  </a:lnTo>
                  <a:lnTo>
                    <a:pt x="128" y="180"/>
                  </a:lnTo>
                  <a:lnTo>
                    <a:pt x="128" y="180"/>
                  </a:lnTo>
                  <a:lnTo>
                    <a:pt x="128" y="190"/>
                  </a:lnTo>
                  <a:lnTo>
                    <a:pt x="128" y="190"/>
                  </a:lnTo>
                  <a:lnTo>
                    <a:pt x="179" y="190"/>
                  </a:lnTo>
                  <a:lnTo>
                    <a:pt x="179" y="190"/>
                  </a:lnTo>
                  <a:lnTo>
                    <a:pt x="179" y="180"/>
                  </a:lnTo>
                  <a:lnTo>
                    <a:pt x="179" y="180"/>
                  </a:lnTo>
                  <a:close/>
                  <a:moveTo>
                    <a:pt x="128" y="237"/>
                  </a:moveTo>
                  <a:lnTo>
                    <a:pt x="128" y="237"/>
                  </a:lnTo>
                  <a:lnTo>
                    <a:pt x="179" y="237"/>
                  </a:lnTo>
                  <a:lnTo>
                    <a:pt x="179" y="237"/>
                  </a:lnTo>
                  <a:lnTo>
                    <a:pt x="179" y="225"/>
                  </a:lnTo>
                  <a:lnTo>
                    <a:pt x="179" y="225"/>
                  </a:lnTo>
                  <a:lnTo>
                    <a:pt x="128" y="225"/>
                  </a:lnTo>
                  <a:lnTo>
                    <a:pt x="128" y="225"/>
                  </a:lnTo>
                  <a:lnTo>
                    <a:pt x="128" y="237"/>
                  </a:lnTo>
                  <a:lnTo>
                    <a:pt x="128" y="23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Freeform 69">
              <a:extLst>
                <a:ext uri="{FF2B5EF4-FFF2-40B4-BE49-F238E27FC236}">
                  <a16:creationId xmlns:a16="http://schemas.microsoft.com/office/drawing/2014/main" id="{759A71CD-A3CB-7035-A275-26BB995AA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3302"/>
              <a:ext cx="302" cy="207"/>
            </a:xfrm>
            <a:custGeom>
              <a:avLst/>
              <a:gdLst>
                <a:gd name="T0" fmla="*/ 13 w 302"/>
                <a:gd name="T1" fmla="*/ 184 h 207"/>
                <a:gd name="T2" fmla="*/ 13 w 302"/>
                <a:gd name="T3" fmla="*/ 184 h 207"/>
                <a:gd name="T4" fmla="*/ 290 w 302"/>
                <a:gd name="T5" fmla="*/ 184 h 207"/>
                <a:gd name="T6" fmla="*/ 290 w 302"/>
                <a:gd name="T7" fmla="*/ 184 h 207"/>
                <a:gd name="T8" fmla="*/ 290 w 302"/>
                <a:gd name="T9" fmla="*/ 23 h 207"/>
                <a:gd name="T10" fmla="*/ 290 w 302"/>
                <a:gd name="T11" fmla="*/ 23 h 207"/>
                <a:gd name="T12" fmla="*/ 268 w 302"/>
                <a:gd name="T13" fmla="*/ 23 h 207"/>
                <a:gd name="T14" fmla="*/ 268 w 302"/>
                <a:gd name="T15" fmla="*/ 23 h 207"/>
                <a:gd name="T16" fmla="*/ 268 w 302"/>
                <a:gd name="T17" fmla="*/ 0 h 207"/>
                <a:gd name="T18" fmla="*/ 268 w 302"/>
                <a:gd name="T19" fmla="*/ 0 h 207"/>
                <a:gd name="T20" fmla="*/ 280 w 302"/>
                <a:gd name="T21" fmla="*/ 0 h 207"/>
                <a:gd name="T22" fmla="*/ 292 w 302"/>
                <a:gd name="T23" fmla="*/ 1 h 207"/>
                <a:gd name="T24" fmla="*/ 292 w 302"/>
                <a:gd name="T25" fmla="*/ 1 h 207"/>
                <a:gd name="T26" fmla="*/ 295 w 302"/>
                <a:gd name="T27" fmla="*/ 1 h 207"/>
                <a:gd name="T28" fmla="*/ 297 w 302"/>
                <a:gd name="T29" fmla="*/ 2 h 207"/>
                <a:gd name="T30" fmla="*/ 298 w 302"/>
                <a:gd name="T31" fmla="*/ 3 h 207"/>
                <a:gd name="T32" fmla="*/ 300 w 302"/>
                <a:gd name="T33" fmla="*/ 5 h 207"/>
                <a:gd name="T34" fmla="*/ 302 w 302"/>
                <a:gd name="T35" fmla="*/ 9 h 207"/>
                <a:gd name="T36" fmla="*/ 302 w 302"/>
                <a:gd name="T37" fmla="*/ 14 h 207"/>
                <a:gd name="T38" fmla="*/ 302 w 302"/>
                <a:gd name="T39" fmla="*/ 14 h 207"/>
                <a:gd name="T40" fmla="*/ 302 w 302"/>
                <a:gd name="T41" fmla="*/ 52 h 207"/>
                <a:gd name="T42" fmla="*/ 302 w 302"/>
                <a:gd name="T43" fmla="*/ 52 h 207"/>
                <a:gd name="T44" fmla="*/ 302 w 302"/>
                <a:gd name="T45" fmla="*/ 197 h 207"/>
                <a:gd name="T46" fmla="*/ 302 w 302"/>
                <a:gd name="T47" fmla="*/ 197 h 207"/>
                <a:gd name="T48" fmla="*/ 302 w 302"/>
                <a:gd name="T49" fmla="*/ 207 h 207"/>
                <a:gd name="T50" fmla="*/ 302 w 302"/>
                <a:gd name="T51" fmla="*/ 207 h 207"/>
                <a:gd name="T52" fmla="*/ 1 w 302"/>
                <a:gd name="T53" fmla="*/ 207 h 207"/>
                <a:gd name="T54" fmla="*/ 1 w 302"/>
                <a:gd name="T55" fmla="*/ 207 h 207"/>
                <a:gd name="T56" fmla="*/ 0 w 302"/>
                <a:gd name="T57" fmla="*/ 199 h 207"/>
                <a:gd name="T58" fmla="*/ 0 w 302"/>
                <a:gd name="T59" fmla="*/ 199 h 207"/>
                <a:gd name="T60" fmla="*/ 0 w 302"/>
                <a:gd name="T61" fmla="*/ 17 h 207"/>
                <a:gd name="T62" fmla="*/ 0 w 302"/>
                <a:gd name="T63" fmla="*/ 17 h 207"/>
                <a:gd name="T64" fmla="*/ 1 w 302"/>
                <a:gd name="T65" fmla="*/ 12 h 207"/>
                <a:gd name="T66" fmla="*/ 1 w 302"/>
                <a:gd name="T67" fmla="*/ 8 h 207"/>
                <a:gd name="T68" fmla="*/ 2 w 302"/>
                <a:gd name="T69" fmla="*/ 6 h 207"/>
                <a:gd name="T70" fmla="*/ 4 w 302"/>
                <a:gd name="T71" fmla="*/ 3 h 207"/>
                <a:gd name="T72" fmla="*/ 6 w 302"/>
                <a:gd name="T73" fmla="*/ 1 h 207"/>
                <a:gd name="T74" fmla="*/ 9 w 302"/>
                <a:gd name="T75" fmla="*/ 1 h 207"/>
                <a:gd name="T76" fmla="*/ 13 w 302"/>
                <a:gd name="T77" fmla="*/ 0 h 207"/>
                <a:gd name="T78" fmla="*/ 17 w 302"/>
                <a:gd name="T79" fmla="*/ 0 h 207"/>
                <a:gd name="T80" fmla="*/ 17 w 302"/>
                <a:gd name="T81" fmla="*/ 0 h 207"/>
                <a:gd name="T82" fmla="*/ 34 w 302"/>
                <a:gd name="T83" fmla="*/ 0 h 207"/>
                <a:gd name="T84" fmla="*/ 34 w 302"/>
                <a:gd name="T85" fmla="*/ 0 h 207"/>
                <a:gd name="T86" fmla="*/ 34 w 302"/>
                <a:gd name="T87" fmla="*/ 22 h 207"/>
                <a:gd name="T88" fmla="*/ 34 w 302"/>
                <a:gd name="T89" fmla="*/ 22 h 207"/>
                <a:gd name="T90" fmla="*/ 13 w 302"/>
                <a:gd name="T91" fmla="*/ 22 h 207"/>
                <a:gd name="T92" fmla="*/ 13 w 302"/>
                <a:gd name="T93" fmla="*/ 22 h 207"/>
                <a:gd name="T94" fmla="*/ 13 w 302"/>
                <a:gd name="T95" fmla="*/ 184 h 207"/>
                <a:gd name="T96" fmla="*/ 13 w 302"/>
                <a:gd name="T97" fmla="*/ 18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2" h="207">
                  <a:moveTo>
                    <a:pt x="13" y="184"/>
                  </a:moveTo>
                  <a:lnTo>
                    <a:pt x="13" y="184"/>
                  </a:lnTo>
                  <a:lnTo>
                    <a:pt x="290" y="184"/>
                  </a:lnTo>
                  <a:lnTo>
                    <a:pt x="290" y="184"/>
                  </a:lnTo>
                  <a:lnTo>
                    <a:pt x="290" y="23"/>
                  </a:lnTo>
                  <a:lnTo>
                    <a:pt x="290" y="23"/>
                  </a:lnTo>
                  <a:lnTo>
                    <a:pt x="268" y="23"/>
                  </a:lnTo>
                  <a:lnTo>
                    <a:pt x="268" y="23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80" y="0"/>
                  </a:lnTo>
                  <a:lnTo>
                    <a:pt x="292" y="1"/>
                  </a:lnTo>
                  <a:lnTo>
                    <a:pt x="292" y="1"/>
                  </a:lnTo>
                  <a:lnTo>
                    <a:pt x="295" y="1"/>
                  </a:lnTo>
                  <a:lnTo>
                    <a:pt x="297" y="2"/>
                  </a:lnTo>
                  <a:lnTo>
                    <a:pt x="298" y="3"/>
                  </a:lnTo>
                  <a:lnTo>
                    <a:pt x="300" y="5"/>
                  </a:lnTo>
                  <a:lnTo>
                    <a:pt x="302" y="9"/>
                  </a:lnTo>
                  <a:lnTo>
                    <a:pt x="302" y="14"/>
                  </a:lnTo>
                  <a:lnTo>
                    <a:pt x="302" y="14"/>
                  </a:lnTo>
                  <a:lnTo>
                    <a:pt x="302" y="52"/>
                  </a:lnTo>
                  <a:lnTo>
                    <a:pt x="302" y="52"/>
                  </a:lnTo>
                  <a:lnTo>
                    <a:pt x="302" y="197"/>
                  </a:lnTo>
                  <a:lnTo>
                    <a:pt x="302" y="197"/>
                  </a:lnTo>
                  <a:lnTo>
                    <a:pt x="302" y="207"/>
                  </a:lnTo>
                  <a:lnTo>
                    <a:pt x="302" y="207"/>
                  </a:lnTo>
                  <a:lnTo>
                    <a:pt x="1" y="207"/>
                  </a:lnTo>
                  <a:lnTo>
                    <a:pt x="1" y="207"/>
                  </a:lnTo>
                  <a:lnTo>
                    <a:pt x="0" y="199"/>
                  </a:lnTo>
                  <a:lnTo>
                    <a:pt x="0" y="19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2"/>
                  </a:lnTo>
                  <a:lnTo>
                    <a:pt x="1" y="8"/>
                  </a:lnTo>
                  <a:lnTo>
                    <a:pt x="2" y="6"/>
                  </a:lnTo>
                  <a:lnTo>
                    <a:pt x="4" y="3"/>
                  </a:lnTo>
                  <a:lnTo>
                    <a:pt x="6" y="1"/>
                  </a:lnTo>
                  <a:lnTo>
                    <a:pt x="9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3" y="184"/>
                  </a:lnTo>
                  <a:lnTo>
                    <a:pt x="13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Freeform 70">
              <a:extLst>
                <a:ext uri="{FF2B5EF4-FFF2-40B4-BE49-F238E27FC236}">
                  <a16:creationId xmlns:a16="http://schemas.microsoft.com/office/drawing/2014/main" id="{60256F83-CE1C-5DD0-04E8-B4592AE0F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1" y="3522"/>
              <a:ext cx="349" cy="23"/>
            </a:xfrm>
            <a:custGeom>
              <a:avLst/>
              <a:gdLst>
                <a:gd name="T0" fmla="*/ 1 w 349"/>
                <a:gd name="T1" fmla="*/ 0 h 23"/>
                <a:gd name="T2" fmla="*/ 1 w 349"/>
                <a:gd name="T3" fmla="*/ 0 h 23"/>
                <a:gd name="T4" fmla="*/ 150 w 349"/>
                <a:gd name="T5" fmla="*/ 0 h 23"/>
                <a:gd name="T6" fmla="*/ 150 w 349"/>
                <a:gd name="T7" fmla="*/ 0 h 23"/>
                <a:gd name="T8" fmla="*/ 150 w 349"/>
                <a:gd name="T9" fmla="*/ 4 h 23"/>
                <a:gd name="T10" fmla="*/ 151 w 349"/>
                <a:gd name="T11" fmla="*/ 6 h 23"/>
                <a:gd name="T12" fmla="*/ 152 w 349"/>
                <a:gd name="T13" fmla="*/ 8 h 23"/>
                <a:gd name="T14" fmla="*/ 153 w 349"/>
                <a:gd name="T15" fmla="*/ 10 h 23"/>
                <a:gd name="T16" fmla="*/ 155 w 349"/>
                <a:gd name="T17" fmla="*/ 11 h 23"/>
                <a:gd name="T18" fmla="*/ 158 w 349"/>
                <a:gd name="T19" fmla="*/ 11 h 23"/>
                <a:gd name="T20" fmla="*/ 164 w 349"/>
                <a:gd name="T21" fmla="*/ 11 h 23"/>
                <a:gd name="T22" fmla="*/ 164 w 349"/>
                <a:gd name="T23" fmla="*/ 11 h 23"/>
                <a:gd name="T24" fmla="*/ 175 w 349"/>
                <a:gd name="T25" fmla="*/ 11 h 23"/>
                <a:gd name="T26" fmla="*/ 186 w 349"/>
                <a:gd name="T27" fmla="*/ 11 h 23"/>
                <a:gd name="T28" fmla="*/ 186 w 349"/>
                <a:gd name="T29" fmla="*/ 11 h 23"/>
                <a:gd name="T30" fmla="*/ 191 w 349"/>
                <a:gd name="T31" fmla="*/ 11 h 23"/>
                <a:gd name="T32" fmla="*/ 194 w 349"/>
                <a:gd name="T33" fmla="*/ 11 h 23"/>
                <a:gd name="T34" fmla="*/ 196 w 349"/>
                <a:gd name="T35" fmla="*/ 9 h 23"/>
                <a:gd name="T36" fmla="*/ 196 w 349"/>
                <a:gd name="T37" fmla="*/ 8 h 23"/>
                <a:gd name="T38" fmla="*/ 198 w 349"/>
                <a:gd name="T39" fmla="*/ 6 h 23"/>
                <a:gd name="T40" fmla="*/ 198 w 349"/>
                <a:gd name="T41" fmla="*/ 4 h 23"/>
                <a:gd name="T42" fmla="*/ 198 w 349"/>
                <a:gd name="T43" fmla="*/ 0 h 23"/>
                <a:gd name="T44" fmla="*/ 198 w 349"/>
                <a:gd name="T45" fmla="*/ 0 h 23"/>
                <a:gd name="T46" fmla="*/ 347 w 349"/>
                <a:gd name="T47" fmla="*/ 0 h 23"/>
                <a:gd name="T48" fmla="*/ 347 w 349"/>
                <a:gd name="T49" fmla="*/ 0 h 23"/>
                <a:gd name="T50" fmla="*/ 348 w 349"/>
                <a:gd name="T51" fmla="*/ 6 h 23"/>
                <a:gd name="T52" fmla="*/ 349 w 349"/>
                <a:gd name="T53" fmla="*/ 10 h 23"/>
                <a:gd name="T54" fmla="*/ 348 w 349"/>
                <a:gd name="T55" fmla="*/ 14 h 23"/>
                <a:gd name="T56" fmla="*/ 346 w 349"/>
                <a:gd name="T57" fmla="*/ 18 h 23"/>
                <a:gd name="T58" fmla="*/ 344 w 349"/>
                <a:gd name="T59" fmla="*/ 20 h 23"/>
                <a:gd name="T60" fmla="*/ 340 w 349"/>
                <a:gd name="T61" fmla="*/ 22 h 23"/>
                <a:gd name="T62" fmla="*/ 335 w 349"/>
                <a:gd name="T63" fmla="*/ 22 h 23"/>
                <a:gd name="T64" fmla="*/ 330 w 349"/>
                <a:gd name="T65" fmla="*/ 23 h 23"/>
                <a:gd name="T66" fmla="*/ 330 w 349"/>
                <a:gd name="T67" fmla="*/ 23 h 23"/>
                <a:gd name="T68" fmla="*/ 175 w 349"/>
                <a:gd name="T69" fmla="*/ 23 h 23"/>
                <a:gd name="T70" fmla="*/ 20 w 349"/>
                <a:gd name="T71" fmla="*/ 23 h 23"/>
                <a:gd name="T72" fmla="*/ 20 w 349"/>
                <a:gd name="T73" fmla="*/ 23 h 23"/>
                <a:gd name="T74" fmla="*/ 14 w 349"/>
                <a:gd name="T75" fmla="*/ 22 h 23"/>
                <a:gd name="T76" fmla="*/ 9 w 349"/>
                <a:gd name="T77" fmla="*/ 22 h 23"/>
                <a:gd name="T78" fmla="*/ 5 w 349"/>
                <a:gd name="T79" fmla="*/ 20 h 23"/>
                <a:gd name="T80" fmla="*/ 3 w 349"/>
                <a:gd name="T81" fmla="*/ 19 h 23"/>
                <a:gd name="T82" fmla="*/ 1 w 349"/>
                <a:gd name="T83" fmla="*/ 15 h 23"/>
                <a:gd name="T84" fmla="*/ 0 w 349"/>
                <a:gd name="T85" fmla="*/ 12 h 23"/>
                <a:gd name="T86" fmla="*/ 0 w 349"/>
                <a:gd name="T87" fmla="*/ 6 h 23"/>
                <a:gd name="T88" fmla="*/ 1 w 349"/>
                <a:gd name="T89" fmla="*/ 0 h 23"/>
                <a:gd name="T90" fmla="*/ 1 w 349"/>
                <a:gd name="T9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9" h="23">
                  <a:moveTo>
                    <a:pt x="1" y="0"/>
                  </a:moveTo>
                  <a:lnTo>
                    <a:pt x="1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4"/>
                  </a:lnTo>
                  <a:lnTo>
                    <a:pt x="151" y="6"/>
                  </a:lnTo>
                  <a:lnTo>
                    <a:pt x="152" y="8"/>
                  </a:lnTo>
                  <a:lnTo>
                    <a:pt x="153" y="10"/>
                  </a:lnTo>
                  <a:lnTo>
                    <a:pt x="155" y="11"/>
                  </a:lnTo>
                  <a:lnTo>
                    <a:pt x="158" y="11"/>
                  </a:lnTo>
                  <a:lnTo>
                    <a:pt x="164" y="11"/>
                  </a:lnTo>
                  <a:lnTo>
                    <a:pt x="164" y="11"/>
                  </a:lnTo>
                  <a:lnTo>
                    <a:pt x="175" y="11"/>
                  </a:lnTo>
                  <a:lnTo>
                    <a:pt x="186" y="11"/>
                  </a:lnTo>
                  <a:lnTo>
                    <a:pt x="186" y="11"/>
                  </a:lnTo>
                  <a:lnTo>
                    <a:pt x="191" y="11"/>
                  </a:lnTo>
                  <a:lnTo>
                    <a:pt x="194" y="11"/>
                  </a:lnTo>
                  <a:lnTo>
                    <a:pt x="196" y="9"/>
                  </a:lnTo>
                  <a:lnTo>
                    <a:pt x="196" y="8"/>
                  </a:lnTo>
                  <a:lnTo>
                    <a:pt x="198" y="6"/>
                  </a:lnTo>
                  <a:lnTo>
                    <a:pt x="198" y="4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347" y="0"/>
                  </a:lnTo>
                  <a:lnTo>
                    <a:pt x="347" y="0"/>
                  </a:lnTo>
                  <a:lnTo>
                    <a:pt x="348" y="6"/>
                  </a:lnTo>
                  <a:lnTo>
                    <a:pt x="349" y="10"/>
                  </a:lnTo>
                  <a:lnTo>
                    <a:pt x="348" y="14"/>
                  </a:lnTo>
                  <a:lnTo>
                    <a:pt x="346" y="18"/>
                  </a:lnTo>
                  <a:lnTo>
                    <a:pt x="344" y="20"/>
                  </a:lnTo>
                  <a:lnTo>
                    <a:pt x="340" y="22"/>
                  </a:lnTo>
                  <a:lnTo>
                    <a:pt x="335" y="22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175" y="23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4" y="22"/>
                  </a:lnTo>
                  <a:lnTo>
                    <a:pt x="9" y="22"/>
                  </a:lnTo>
                  <a:lnTo>
                    <a:pt x="5" y="20"/>
                  </a:lnTo>
                  <a:lnTo>
                    <a:pt x="3" y="19"/>
                  </a:lnTo>
                  <a:lnTo>
                    <a:pt x="1" y="15"/>
                  </a:lnTo>
                  <a:lnTo>
                    <a:pt x="0" y="12"/>
                  </a:lnTo>
                  <a:lnTo>
                    <a:pt x="0" y="6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Freeform 71">
              <a:extLst>
                <a:ext uri="{FF2B5EF4-FFF2-40B4-BE49-F238E27FC236}">
                  <a16:creationId xmlns:a16="http://schemas.microsoft.com/office/drawing/2014/main" id="{57A381E0-52E2-3168-1332-E5B609F2EB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9" y="604"/>
              <a:ext cx="85" cy="21"/>
            </a:xfrm>
            <a:custGeom>
              <a:avLst/>
              <a:gdLst>
                <a:gd name="T0" fmla="*/ 53 w 85"/>
                <a:gd name="T1" fmla="*/ 7 h 21"/>
                <a:gd name="T2" fmla="*/ 55 w 85"/>
                <a:gd name="T3" fmla="*/ 4 h 21"/>
                <a:gd name="T4" fmla="*/ 59 w 85"/>
                <a:gd name="T5" fmla="*/ 1 h 21"/>
                <a:gd name="T6" fmla="*/ 63 w 85"/>
                <a:gd name="T7" fmla="*/ 0 h 21"/>
                <a:gd name="T8" fmla="*/ 67 w 85"/>
                <a:gd name="T9" fmla="*/ 0 h 21"/>
                <a:gd name="T10" fmla="*/ 71 w 85"/>
                <a:gd name="T11" fmla="*/ 3 h 21"/>
                <a:gd name="T12" fmla="*/ 73 w 85"/>
                <a:gd name="T13" fmla="*/ 7 h 21"/>
                <a:gd name="T14" fmla="*/ 74 w 85"/>
                <a:gd name="T15" fmla="*/ 8 h 21"/>
                <a:gd name="T16" fmla="*/ 75 w 85"/>
                <a:gd name="T17" fmla="*/ 8 h 21"/>
                <a:gd name="T18" fmla="*/ 82 w 85"/>
                <a:gd name="T19" fmla="*/ 8 h 21"/>
                <a:gd name="T20" fmla="*/ 84 w 85"/>
                <a:gd name="T21" fmla="*/ 8 h 21"/>
                <a:gd name="T22" fmla="*/ 85 w 85"/>
                <a:gd name="T23" fmla="*/ 10 h 21"/>
                <a:gd name="T24" fmla="*/ 85 w 85"/>
                <a:gd name="T25" fmla="*/ 11 h 21"/>
                <a:gd name="T26" fmla="*/ 84 w 85"/>
                <a:gd name="T27" fmla="*/ 12 h 21"/>
                <a:gd name="T28" fmla="*/ 82 w 85"/>
                <a:gd name="T29" fmla="*/ 13 h 21"/>
                <a:gd name="T30" fmla="*/ 74 w 85"/>
                <a:gd name="T31" fmla="*/ 13 h 21"/>
                <a:gd name="T32" fmla="*/ 72 w 85"/>
                <a:gd name="T33" fmla="*/ 16 h 21"/>
                <a:gd name="T34" fmla="*/ 68 w 85"/>
                <a:gd name="T35" fmla="*/ 20 h 21"/>
                <a:gd name="T36" fmla="*/ 63 w 85"/>
                <a:gd name="T37" fmla="*/ 21 h 21"/>
                <a:gd name="T38" fmla="*/ 60 w 85"/>
                <a:gd name="T39" fmla="*/ 20 h 21"/>
                <a:gd name="T40" fmla="*/ 56 w 85"/>
                <a:gd name="T41" fmla="*/ 18 h 21"/>
                <a:gd name="T42" fmla="*/ 53 w 85"/>
                <a:gd name="T43" fmla="*/ 13 h 21"/>
                <a:gd name="T44" fmla="*/ 48 w 85"/>
                <a:gd name="T45" fmla="*/ 13 h 21"/>
                <a:gd name="T46" fmla="*/ 3 w 85"/>
                <a:gd name="T47" fmla="*/ 13 h 21"/>
                <a:gd name="T48" fmla="*/ 2 w 85"/>
                <a:gd name="T49" fmla="*/ 13 h 21"/>
                <a:gd name="T50" fmla="*/ 0 w 85"/>
                <a:gd name="T51" fmla="*/ 12 h 21"/>
                <a:gd name="T52" fmla="*/ 0 w 85"/>
                <a:gd name="T53" fmla="*/ 10 h 21"/>
                <a:gd name="T54" fmla="*/ 0 w 85"/>
                <a:gd name="T55" fmla="*/ 9 h 21"/>
                <a:gd name="T56" fmla="*/ 1 w 85"/>
                <a:gd name="T57" fmla="*/ 8 h 21"/>
                <a:gd name="T58" fmla="*/ 3 w 85"/>
                <a:gd name="T59" fmla="*/ 8 h 21"/>
                <a:gd name="T60" fmla="*/ 14 w 85"/>
                <a:gd name="T61" fmla="*/ 8 h 21"/>
                <a:gd name="T62" fmla="*/ 53 w 85"/>
                <a:gd name="T63" fmla="*/ 8 h 21"/>
                <a:gd name="T64" fmla="*/ 64 w 85"/>
                <a:gd name="T65" fmla="*/ 2 h 21"/>
                <a:gd name="T66" fmla="*/ 59 w 85"/>
                <a:gd name="T67" fmla="*/ 4 h 21"/>
                <a:gd name="T68" fmla="*/ 56 w 85"/>
                <a:gd name="T69" fmla="*/ 7 h 21"/>
                <a:gd name="T70" fmla="*/ 56 w 85"/>
                <a:gd name="T71" fmla="*/ 10 h 21"/>
                <a:gd name="T72" fmla="*/ 57 w 85"/>
                <a:gd name="T73" fmla="*/ 15 h 21"/>
                <a:gd name="T74" fmla="*/ 60 w 85"/>
                <a:gd name="T75" fmla="*/ 18 h 21"/>
                <a:gd name="T76" fmla="*/ 63 w 85"/>
                <a:gd name="T77" fmla="*/ 18 h 21"/>
                <a:gd name="T78" fmla="*/ 68 w 85"/>
                <a:gd name="T79" fmla="*/ 17 h 21"/>
                <a:gd name="T80" fmla="*/ 71 w 85"/>
                <a:gd name="T81" fmla="*/ 13 h 21"/>
                <a:gd name="T82" fmla="*/ 71 w 85"/>
                <a:gd name="T83" fmla="*/ 10 h 21"/>
                <a:gd name="T84" fmla="*/ 70 w 85"/>
                <a:gd name="T85" fmla="*/ 6 h 21"/>
                <a:gd name="T86" fmla="*/ 67 w 85"/>
                <a:gd name="T87" fmla="*/ 3 h 21"/>
                <a:gd name="T88" fmla="*/ 64 w 85"/>
                <a:gd name="T89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5" h="21">
                  <a:moveTo>
                    <a:pt x="53" y="8"/>
                  </a:moveTo>
                  <a:lnTo>
                    <a:pt x="53" y="8"/>
                  </a:lnTo>
                  <a:lnTo>
                    <a:pt x="53" y="7"/>
                  </a:lnTo>
                  <a:lnTo>
                    <a:pt x="53" y="7"/>
                  </a:lnTo>
                  <a:lnTo>
                    <a:pt x="54" y="6"/>
                  </a:lnTo>
                  <a:lnTo>
                    <a:pt x="55" y="4"/>
                  </a:lnTo>
                  <a:lnTo>
                    <a:pt x="56" y="3"/>
                  </a:lnTo>
                  <a:lnTo>
                    <a:pt x="57" y="2"/>
                  </a:lnTo>
                  <a:lnTo>
                    <a:pt x="59" y="1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5" y="0"/>
                  </a:lnTo>
                  <a:lnTo>
                    <a:pt x="67" y="0"/>
                  </a:lnTo>
                  <a:lnTo>
                    <a:pt x="68" y="1"/>
                  </a:lnTo>
                  <a:lnTo>
                    <a:pt x="69" y="2"/>
                  </a:lnTo>
                  <a:lnTo>
                    <a:pt x="71" y="3"/>
                  </a:lnTo>
                  <a:lnTo>
                    <a:pt x="72" y="4"/>
                  </a:lnTo>
                  <a:lnTo>
                    <a:pt x="73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4" y="7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8"/>
                  </a:lnTo>
                  <a:lnTo>
                    <a:pt x="75" y="8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3" y="8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9"/>
                  </a:lnTo>
                  <a:lnTo>
                    <a:pt x="85" y="9"/>
                  </a:lnTo>
                  <a:lnTo>
                    <a:pt x="85" y="10"/>
                  </a:lnTo>
                  <a:lnTo>
                    <a:pt x="85" y="10"/>
                  </a:lnTo>
                  <a:lnTo>
                    <a:pt x="85" y="10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3" y="13"/>
                  </a:lnTo>
                  <a:lnTo>
                    <a:pt x="82" y="13"/>
                  </a:lnTo>
                  <a:lnTo>
                    <a:pt x="82" y="13"/>
                  </a:lnTo>
                  <a:lnTo>
                    <a:pt x="82" y="13"/>
                  </a:lnTo>
                  <a:lnTo>
                    <a:pt x="74" y="13"/>
                  </a:lnTo>
                  <a:lnTo>
                    <a:pt x="74" y="13"/>
                  </a:lnTo>
                  <a:lnTo>
                    <a:pt x="73" y="15"/>
                  </a:lnTo>
                  <a:lnTo>
                    <a:pt x="72" y="16"/>
                  </a:lnTo>
                  <a:lnTo>
                    <a:pt x="71" y="18"/>
                  </a:lnTo>
                  <a:lnTo>
                    <a:pt x="70" y="19"/>
                  </a:lnTo>
                  <a:lnTo>
                    <a:pt x="68" y="20"/>
                  </a:lnTo>
                  <a:lnTo>
                    <a:pt x="67" y="20"/>
                  </a:lnTo>
                  <a:lnTo>
                    <a:pt x="65" y="21"/>
                  </a:lnTo>
                  <a:lnTo>
                    <a:pt x="63" y="21"/>
                  </a:lnTo>
                  <a:lnTo>
                    <a:pt x="63" y="21"/>
                  </a:lnTo>
                  <a:lnTo>
                    <a:pt x="61" y="21"/>
                  </a:lnTo>
                  <a:lnTo>
                    <a:pt x="60" y="20"/>
                  </a:lnTo>
                  <a:lnTo>
                    <a:pt x="58" y="20"/>
                  </a:lnTo>
                  <a:lnTo>
                    <a:pt x="57" y="19"/>
                  </a:lnTo>
                  <a:lnTo>
                    <a:pt x="56" y="18"/>
                  </a:lnTo>
                  <a:lnTo>
                    <a:pt x="55" y="16"/>
                  </a:lnTo>
                  <a:lnTo>
                    <a:pt x="54" y="15"/>
                  </a:lnTo>
                  <a:lnTo>
                    <a:pt x="53" y="13"/>
                  </a:lnTo>
                  <a:lnTo>
                    <a:pt x="53" y="13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64" y="2"/>
                  </a:moveTo>
                  <a:lnTo>
                    <a:pt x="64" y="2"/>
                  </a:lnTo>
                  <a:lnTo>
                    <a:pt x="62" y="3"/>
                  </a:lnTo>
                  <a:lnTo>
                    <a:pt x="60" y="3"/>
                  </a:lnTo>
                  <a:lnTo>
                    <a:pt x="59" y="4"/>
                  </a:lnTo>
                  <a:lnTo>
                    <a:pt x="58" y="5"/>
                  </a:lnTo>
                  <a:lnTo>
                    <a:pt x="57" y="6"/>
                  </a:lnTo>
                  <a:lnTo>
                    <a:pt x="56" y="7"/>
                  </a:lnTo>
                  <a:lnTo>
                    <a:pt x="56" y="9"/>
                  </a:lnTo>
                  <a:lnTo>
                    <a:pt x="56" y="10"/>
                  </a:lnTo>
                  <a:lnTo>
                    <a:pt x="56" y="10"/>
                  </a:lnTo>
                  <a:lnTo>
                    <a:pt x="56" y="12"/>
                  </a:lnTo>
                  <a:lnTo>
                    <a:pt x="56" y="13"/>
                  </a:lnTo>
                  <a:lnTo>
                    <a:pt x="57" y="15"/>
                  </a:lnTo>
                  <a:lnTo>
                    <a:pt x="58" y="16"/>
                  </a:lnTo>
                  <a:lnTo>
                    <a:pt x="59" y="17"/>
                  </a:lnTo>
                  <a:lnTo>
                    <a:pt x="60" y="18"/>
                  </a:lnTo>
                  <a:lnTo>
                    <a:pt x="62" y="18"/>
                  </a:lnTo>
                  <a:lnTo>
                    <a:pt x="63" y="18"/>
                  </a:lnTo>
                  <a:lnTo>
                    <a:pt x="63" y="18"/>
                  </a:lnTo>
                  <a:lnTo>
                    <a:pt x="65" y="18"/>
                  </a:lnTo>
                  <a:lnTo>
                    <a:pt x="66" y="18"/>
                  </a:lnTo>
                  <a:lnTo>
                    <a:pt x="68" y="17"/>
                  </a:lnTo>
                  <a:lnTo>
                    <a:pt x="69" y="16"/>
                  </a:lnTo>
                  <a:lnTo>
                    <a:pt x="70" y="15"/>
                  </a:lnTo>
                  <a:lnTo>
                    <a:pt x="71" y="13"/>
                  </a:lnTo>
                  <a:lnTo>
                    <a:pt x="71" y="12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71" y="9"/>
                  </a:lnTo>
                  <a:lnTo>
                    <a:pt x="71" y="7"/>
                  </a:lnTo>
                  <a:lnTo>
                    <a:pt x="70" y="6"/>
                  </a:lnTo>
                  <a:lnTo>
                    <a:pt x="69" y="5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5" y="3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solidFill>
              <a:srgbClr val="E30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Freeform 72">
              <a:extLst>
                <a:ext uri="{FF2B5EF4-FFF2-40B4-BE49-F238E27FC236}">
                  <a16:creationId xmlns:a16="http://schemas.microsoft.com/office/drawing/2014/main" id="{DEBD8DD9-C833-5A43-ABB1-DFE4AA3D6F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9" y="635"/>
              <a:ext cx="85" cy="21"/>
            </a:xfrm>
            <a:custGeom>
              <a:avLst/>
              <a:gdLst>
                <a:gd name="T0" fmla="*/ 54 w 85"/>
                <a:gd name="T1" fmla="*/ 13 h 21"/>
                <a:gd name="T2" fmla="*/ 53 w 85"/>
                <a:gd name="T3" fmla="*/ 13 h 21"/>
                <a:gd name="T4" fmla="*/ 52 w 85"/>
                <a:gd name="T5" fmla="*/ 14 h 21"/>
                <a:gd name="T6" fmla="*/ 49 w 85"/>
                <a:gd name="T7" fmla="*/ 18 h 21"/>
                <a:gd name="T8" fmla="*/ 45 w 85"/>
                <a:gd name="T9" fmla="*/ 21 h 21"/>
                <a:gd name="T10" fmla="*/ 42 w 85"/>
                <a:gd name="T11" fmla="*/ 21 h 21"/>
                <a:gd name="T12" fmla="*/ 37 w 85"/>
                <a:gd name="T13" fmla="*/ 20 h 21"/>
                <a:gd name="T14" fmla="*/ 34 w 85"/>
                <a:gd name="T15" fmla="*/ 17 h 21"/>
                <a:gd name="T16" fmla="*/ 32 w 85"/>
                <a:gd name="T17" fmla="*/ 14 h 21"/>
                <a:gd name="T18" fmla="*/ 31 w 85"/>
                <a:gd name="T19" fmla="*/ 13 h 21"/>
                <a:gd name="T20" fmla="*/ 3 w 85"/>
                <a:gd name="T21" fmla="*/ 13 h 21"/>
                <a:gd name="T22" fmla="*/ 1 w 85"/>
                <a:gd name="T23" fmla="*/ 13 h 21"/>
                <a:gd name="T24" fmla="*/ 0 w 85"/>
                <a:gd name="T25" fmla="*/ 12 h 21"/>
                <a:gd name="T26" fmla="*/ 0 w 85"/>
                <a:gd name="T27" fmla="*/ 10 h 21"/>
                <a:gd name="T28" fmla="*/ 1 w 85"/>
                <a:gd name="T29" fmla="*/ 8 h 21"/>
                <a:gd name="T30" fmla="*/ 11 w 85"/>
                <a:gd name="T31" fmla="*/ 8 h 21"/>
                <a:gd name="T32" fmla="*/ 31 w 85"/>
                <a:gd name="T33" fmla="*/ 8 h 21"/>
                <a:gd name="T34" fmla="*/ 32 w 85"/>
                <a:gd name="T35" fmla="*/ 8 h 21"/>
                <a:gd name="T36" fmla="*/ 33 w 85"/>
                <a:gd name="T37" fmla="*/ 6 h 21"/>
                <a:gd name="T38" fmla="*/ 36 w 85"/>
                <a:gd name="T39" fmla="*/ 2 h 21"/>
                <a:gd name="T40" fmla="*/ 41 w 85"/>
                <a:gd name="T41" fmla="*/ 0 h 21"/>
                <a:gd name="T42" fmla="*/ 44 w 85"/>
                <a:gd name="T43" fmla="*/ 0 h 21"/>
                <a:gd name="T44" fmla="*/ 48 w 85"/>
                <a:gd name="T45" fmla="*/ 2 h 21"/>
                <a:gd name="T46" fmla="*/ 51 w 85"/>
                <a:gd name="T47" fmla="*/ 6 h 21"/>
                <a:gd name="T48" fmla="*/ 52 w 85"/>
                <a:gd name="T49" fmla="*/ 8 h 21"/>
                <a:gd name="T50" fmla="*/ 54 w 85"/>
                <a:gd name="T51" fmla="*/ 8 h 21"/>
                <a:gd name="T52" fmla="*/ 81 w 85"/>
                <a:gd name="T53" fmla="*/ 8 h 21"/>
                <a:gd name="T54" fmla="*/ 83 w 85"/>
                <a:gd name="T55" fmla="*/ 9 h 21"/>
                <a:gd name="T56" fmla="*/ 85 w 85"/>
                <a:gd name="T57" fmla="*/ 10 h 21"/>
                <a:gd name="T58" fmla="*/ 85 w 85"/>
                <a:gd name="T59" fmla="*/ 11 h 21"/>
                <a:gd name="T60" fmla="*/ 84 w 85"/>
                <a:gd name="T61" fmla="*/ 12 h 21"/>
                <a:gd name="T62" fmla="*/ 83 w 85"/>
                <a:gd name="T63" fmla="*/ 13 h 21"/>
                <a:gd name="T64" fmla="*/ 81 w 85"/>
                <a:gd name="T65" fmla="*/ 13 h 21"/>
                <a:gd name="T66" fmla="*/ 50 w 85"/>
                <a:gd name="T67" fmla="*/ 11 h 21"/>
                <a:gd name="T68" fmla="*/ 49 w 85"/>
                <a:gd name="T69" fmla="*/ 8 h 21"/>
                <a:gd name="T70" fmla="*/ 47 w 85"/>
                <a:gd name="T71" fmla="*/ 4 h 21"/>
                <a:gd name="T72" fmla="*/ 42 w 85"/>
                <a:gd name="T73" fmla="*/ 3 h 21"/>
                <a:gd name="T74" fmla="*/ 39 w 85"/>
                <a:gd name="T75" fmla="*/ 3 h 21"/>
                <a:gd name="T76" fmla="*/ 36 w 85"/>
                <a:gd name="T77" fmla="*/ 6 h 21"/>
                <a:gd name="T78" fmla="*/ 34 w 85"/>
                <a:gd name="T79" fmla="*/ 11 h 21"/>
                <a:gd name="T80" fmla="*/ 35 w 85"/>
                <a:gd name="T81" fmla="*/ 14 h 21"/>
                <a:gd name="T82" fmla="*/ 38 w 85"/>
                <a:gd name="T83" fmla="*/ 17 h 21"/>
                <a:gd name="T84" fmla="*/ 42 w 85"/>
                <a:gd name="T85" fmla="*/ 19 h 21"/>
                <a:gd name="T86" fmla="*/ 45 w 85"/>
                <a:gd name="T87" fmla="*/ 18 h 21"/>
                <a:gd name="T88" fmla="*/ 49 w 85"/>
                <a:gd name="T89" fmla="*/ 15 h 21"/>
                <a:gd name="T90" fmla="*/ 50 w 85"/>
                <a:gd name="T91" fmla="*/ 1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21">
                  <a:moveTo>
                    <a:pt x="68" y="13"/>
                  </a:moveTo>
                  <a:lnTo>
                    <a:pt x="68" y="13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3" y="13"/>
                  </a:lnTo>
                  <a:lnTo>
                    <a:pt x="53" y="13"/>
                  </a:lnTo>
                  <a:lnTo>
                    <a:pt x="52" y="14"/>
                  </a:lnTo>
                  <a:lnTo>
                    <a:pt x="52" y="14"/>
                  </a:lnTo>
                  <a:lnTo>
                    <a:pt x="52" y="14"/>
                  </a:lnTo>
                  <a:lnTo>
                    <a:pt x="52" y="16"/>
                  </a:lnTo>
                  <a:lnTo>
                    <a:pt x="51" y="17"/>
                  </a:lnTo>
                  <a:lnTo>
                    <a:pt x="49" y="18"/>
                  </a:lnTo>
                  <a:lnTo>
                    <a:pt x="48" y="19"/>
                  </a:lnTo>
                  <a:lnTo>
                    <a:pt x="47" y="20"/>
                  </a:lnTo>
                  <a:lnTo>
                    <a:pt x="45" y="21"/>
                  </a:lnTo>
                  <a:lnTo>
                    <a:pt x="44" y="21"/>
                  </a:lnTo>
                  <a:lnTo>
                    <a:pt x="42" y="21"/>
                  </a:lnTo>
                  <a:lnTo>
                    <a:pt x="42" y="21"/>
                  </a:lnTo>
                  <a:lnTo>
                    <a:pt x="41" y="21"/>
                  </a:lnTo>
                  <a:lnTo>
                    <a:pt x="39" y="21"/>
                  </a:lnTo>
                  <a:lnTo>
                    <a:pt x="37" y="20"/>
                  </a:lnTo>
                  <a:lnTo>
                    <a:pt x="36" y="19"/>
                  </a:lnTo>
                  <a:lnTo>
                    <a:pt x="35" y="18"/>
                  </a:lnTo>
                  <a:lnTo>
                    <a:pt x="34" y="17"/>
                  </a:lnTo>
                  <a:lnTo>
                    <a:pt x="33" y="16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32" y="13"/>
                  </a:lnTo>
                  <a:lnTo>
                    <a:pt x="31" y="13"/>
                  </a:lnTo>
                  <a:lnTo>
                    <a:pt x="31" y="13"/>
                  </a:lnTo>
                  <a:lnTo>
                    <a:pt x="31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1" y="9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2" y="8"/>
                  </a:lnTo>
                  <a:lnTo>
                    <a:pt x="32" y="7"/>
                  </a:lnTo>
                  <a:lnTo>
                    <a:pt x="32" y="7"/>
                  </a:lnTo>
                  <a:lnTo>
                    <a:pt x="33" y="6"/>
                  </a:lnTo>
                  <a:lnTo>
                    <a:pt x="34" y="4"/>
                  </a:lnTo>
                  <a:lnTo>
                    <a:pt x="35" y="3"/>
                  </a:lnTo>
                  <a:lnTo>
                    <a:pt x="36" y="2"/>
                  </a:lnTo>
                  <a:lnTo>
                    <a:pt x="37" y="1"/>
                  </a:lnTo>
                  <a:lnTo>
                    <a:pt x="39" y="1"/>
                  </a:lnTo>
                  <a:lnTo>
                    <a:pt x="41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5" y="1"/>
                  </a:lnTo>
                  <a:lnTo>
                    <a:pt x="47" y="1"/>
                  </a:lnTo>
                  <a:lnTo>
                    <a:pt x="48" y="2"/>
                  </a:lnTo>
                  <a:lnTo>
                    <a:pt x="49" y="3"/>
                  </a:lnTo>
                  <a:lnTo>
                    <a:pt x="51" y="4"/>
                  </a:lnTo>
                  <a:lnTo>
                    <a:pt x="51" y="6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8"/>
                  </a:lnTo>
                  <a:lnTo>
                    <a:pt x="53" y="8"/>
                  </a:lnTo>
                  <a:lnTo>
                    <a:pt x="53" y="8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81" y="8"/>
                  </a:lnTo>
                  <a:lnTo>
                    <a:pt x="81" y="8"/>
                  </a:lnTo>
                  <a:lnTo>
                    <a:pt x="82" y="8"/>
                  </a:lnTo>
                  <a:lnTo>
                    <a:pt x="83" y="8"/>
                  </a:lnTo>
                  <a:lnTo>
                    <a:pt x="83" y="9"/>
                  </a:lnTo>
                  <a:lnTo>
                    <a:pt x="84" y="9"/>
                  </a:lnTo>
                  <a:lnTo>
                    <a:pt x="84" y="9"/>
                  </a:lnTo>
                  <a:lnTo>
                    <a:pt x="85" y="10"/>
                  </a:lnTo>
                  <a:lnTo>
                    <a:pt x="85" y="10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85" y="12"/>
                  </a:lnTo>
                  <a:lnTo>
                    <a:pt x="84" y="12"/>
                  </a:lnTo>
                  <a:lnTo>
                    <a:pt x="84" y="13"/>
                  </a:lnTo>
                  <a:lnTo>
                    <a:pt x="83" y="13"/>
                  </a:lnTo>
                  <a:lnTo>
                    <a:pt x="83" y="13"/>
                  </a:lnTo>
                  <a:lnTo>
                    <a:pt x="82" y="13"/>
                  </a:lnTo>
                  <a:lnTo>
                    <a:pt x="81" y="13"/>
                  </a:lnTo>
                  <a:lnTo>
                    <a:pt x="81" y="13"/>
                  </a:lnTo>
                  <a:lnTo>
                    <a:pt x="68" y="13"/>
                  </a:lnTo>
                  <a:lnTo>
                    <a:pt x="68" y="13"/>
                  </a:lnTo>
                  <a:close/>
                  <a:moveTo>
                    <a:pt x="50" y="11"/>
                  </a:moveTo>
                  <a:lnTo>
                    <a:pt x="50" y="11"/>
                  </a:lnTo>
                  <a:lnTo>
                    <a:pt x="50" y="9"/>
                  </a:lnTo>
                  <a:lnTo>
                    <a:pt x="49" y="8"/>
                  </a:lnTo>
                  <a:lnTo>
                    <a:pt x="49" y="6"/>
                  </a:lnTo>
                  <a:lnTo>
                    <a:pt x="48" y="5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4" y="3"/>
                  </a:lnTo>
                  <a:lnTo>
                    <a:pt x="42" y="3"/>
                  </a:lnTo>
                  <a:lnTo>
                    <a:pt x="42" y="3"/>
                  </a:lnTo>
                  <a:lnTo>
                    <a:pt x="41" y="3"/>
                  </a:lnTo>
                  <a:lnTo>
                    <a:pt x="39" y="3"/>
                  </a:lnTo>
                  <a:lnTo>
                    <a:pt x="38" y="4"/>
                  </a:lnTo>
                  <a:lnTo>
                    <a:pt x="37" y="5"/>
                  </a:lnTo>
                  <a:lnTo>
                    <a:pt x="36" y="6"/>
                  </a:lnTo>
                  <a:lnTo>
                    <a:pt x="35" y="8"/>
                  </a:lnTo>
                  <a:lnTo>
                    <a:pt x="34" y="9"/>
                  </a:lnTo>
                  <a:lnTo>
                    <a:pt x="34" y="11"/>
                  </a:lnTo>
                  <a:lnTo>
                    <a:pt x="34" y="11"/>
                  </a:lnTo>
                  <a:lnTo>
                    <a:pt x="34" y="12"/>
                  </a:lnTo>
                  <a:lnTo>
                    <a:pt x="35" y="14"/>
                  </a:lnTo>
                  <a:lnTo>
                    <a:pt x="36" y="15"/>
                  </a:lnTo>
                  <a:lnTo>
                    <a:pt x="37" y="16"/>
                  </a:lnTo>
                  <a:lnTo>
                    <a:pt x="38" y="17"/>
                  </a:lnTo>
                  <a:lnTo>
                    <a:pt x="39" y="18"/>
                  </a:lnTo>
                  <a:lnTo>
                    <a:pt x="41" y="18"/>
                  </a:lnTo>
                  <a:lnTo>
                    <a:pt x="42" y="19"/>
                  </a:lnTo>
                  <a:lnTo>
                    <a:pt x="42" y="19"/>
                  </a:lnTo>
                  <a:lnTo>
                    <a:pt x="44" y="18"/>
                  </a:lnTo>
                  <a:lnTo>
                    <a:pt x="45" y="18"/>
                  </a:lnTo>
                  <a:lnTo>
                    <a:pt x="47" y="17"/>
                  </a:lnTo>
                  <a:lnTo>
                    <a:pt x="48" y="16"/>
                  </a:lnTo>
                  <a:lnTo>
                    <a:pt x="49" y="15"/>
                  </a:lnTo>
                  <a:lnTo>
                    <a:pt x="49" y="14"/>
                  </a:lnTo>
                  <a:lnTo>
                    <a:pt x="50" y="12"/>
                  </a:lnTo>
                  <a:lnTo>
                    <a:pt x="50" y="11"/>
                  </a:lnTo>
                  <a:lnTo>
                    <a:pt x="50" y="11"/>
                  </a:lnTo>
                  <a:close/>
                </a:path>
              </a:pathLst>
            </a:custGeom>
            <a:solidFill>
              <a:srgbClr val="E30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Freeform 73">
              <a:extLst>
                <a:ext uri="{FF2B5EF4-FFF2-40B4-BE49-F238E27FC236}">
                  <a16:creationId xmlns:a16="http://schemas.microsoft.com/office/drawing/2014/main" id="{BF5ACFAB-EEC4-4910-FA8F-E4D0D7206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9" y="571"/>
              <a:ext cx="85" cy="21"/>
            </a:xfrm>
            <a:custGeom>
              <a:avLst/>
              <a:gdLst>
                <a:gd name="T0" fmla="*/ 31 w 85"/>
                <a:gd name="T1" fmla="*/ 14 h 21"/>
                <a:gd name="T2" fmla="*/ 30 w 85"/>
                <a:gd name="T3" fmla="*/ 17 h 21"/>
                <a:gd name="T4" fmla="*/ 28 w 85"/>
                <a:gd name="T5" fmla="*/ 19 h 21"/>
                <a:gd name="T6" fmla="*/ 25 w 85"/>
                <a:gd name="T7" fmla="*/ 21 h 21"/>
                <a:gd name="T8" fmla="*/ 21 w 85"/>
                <a:gd name="T9" fmla="*/ 21 h 21"/>
                <a:gd name="T10" fmla="*/ 19 w 85"/>
                <a:gd name="T11" fmla="*/ 21 h 21"/>
                <a:gd name="T12" fmla="*/ 16 w 85"/>
                <a:gd name="T13" fmla="*/ 20 h 21"/>
                <a:gd name="T14" fmla="*/ 13 w 85"/>
                <a:gd name="T15" fmla="*/ 18 h 21"/>
                <a:gd name="T16" fmla="*/ 11 w 85"/>
                <a:gd name="T17" fmla="*/ 15 h 21"/>
                <a:gd name="T18" fmla="*/ 11 w 85"/>
                <a:gd name="T19" fmla="*/ 14 h 21"/>
                <a:gd name="T20" fmla="*/ 3 w 85"/>
                <a:gd name="T21" fmla="*/ 14 h 21"/>
                <a:gd name="T22" fmla="*/ 1 w 85"/>
                <a:gd name="T23" fmla="*/ 13 h 21"/>
                <a:gd name="T24" fmla="*/ 0 w 85"/>
                <a:gd name="T25" fmla="*/ 12 h 21"/>
                <a:gd name="T26" fmla="*/ 0 w 85"/>
                <a:gd name="T27" fmla="*/ 11 h 21"/>
                <a:gd name="T28" fmla="*/ 0 w 85"/>
                <a:gd name="T29" fmla="*/ 10 h 21"/>
                <a:gd name="T30" fmla="*/ 1 w 85"/>
                <a:gd name="T31" fmla="*/ 9 h 21"/>
                <a:gd name="T32" fmla="*/ 3 w 85"/>
                <a:gd name="T33" fmla="*/ 8 h 21"/>
                <a:gd name="T34" fmla="*/ 10 w 85"/>
                <a:gd name="T35" fmla="*/ 8 h 21"/>
                <a:gd name="T36" fmla="*/ 10 w 85"/>
                <a:gd name="T37" fmla="*/ 8 h 21"/>
                <a:gd name="T38" fmla="*/ 11 w 85"/>
                <a:gd name="T39" fmla="*/ 8 h 21"/>
                <a:gd name="T40" fmla="*/ 11 w 85"/>
                <a:gd name="T41" fmla="*/ 7 h 21"/>
                <a:gd name="T42" fmla="*/ 13 w 85"/>
                <a:gd name="T43" fmla="*/ 4 h 21"/>
                <a:gd name="T44" fmla="*/ 15 w 85"/>
                <a:gd name="T45" fmla="*/ 2 h 21"/>
                <a:gd name="T46" fmla="*/ 18 w 85"/>
                <a:gd name="T47" fmla="*/ 1 h 21"/>
                <a:gd name="T48" fmla="*/ 21 w 85"/>
                <a:gd name="T49" fmla="*/ 0 h 21"/>
                <a:gd name="T50" fmla="*/ 23 w 85"/>
                <a:gd name="T51" fmla="*/ 0 h 21"/>
                <a:gd name="T52" fmla="*/ 26 w 85"/>
                <a:gd name="T53" fmla="*/ 2 h 21"/>
                <a:gd name="T54" fmla="*/ 28 w 85"/>
                <a:gd name="T55" fmla="*/ 3 h 21"/>
                <a:gd name="T56" fmla="*/ 30 w 85"/>
                <a:gd name="T57" fmla="*/ 6 h 21"/>
                <a:gd name="T58" fmla="*/ 31 w 85"/>
                <a:gd name="T59" fmla="*/ 7 h 21"/>
                <a:gd name="T60" fmla="*/ 32 w 85"/>
                <a:gd name="T61" fmla="*/ 8 h 21"/>
                <a:gd name="T62" fmla="*/ 32 w 85"/>
                <a:gd name="T63" fmla="*/ 8 h 21"/>
                <a:gd name="T64" fmla="*/ 81 w 85"/>
                <a:gd name="T65" fmla="*/ 8 h 21"/>
                <a:gd name="T66" fmla="*/ 82 w 85"/>
                <a:gd name="T67" fmla="*/ 8 h 21"/>
                <a:gd name="T68" fmla="*/ 83 w 85"/>
                <a:gd name="T69" fmla="*/ 9 h 21"/>
                <a:gd name="T70" fmla="*/ 84 w 85"/>
                <a:gd name="T71" fmla="*/ 9 h 21"/>
                <a:gd name="T72" fmla="*/ 85 w 85"/>
                <a:gd name="T73" fmla="*/ 10 h 21"/>
                <a:gd name="T74" fmla="*/ 85 w 85"/>
                <a:gd name="T75" fmla="*/ 11 h 21"/>
                <a:gd name="T76" fmla="*/ 85 w 85"/>
                <a:gd name="T77" fmla="*/ 12 h 21"/>
                <a:gd name="T78" fmla="*/ 84 w 85"/>
                <a:gd name="T79" fmla="*/ 13 h 21"/>
                <a:gd name="T80" fmla="*/ 83 w 85"/>
                <a:gd name="T81" fmla="*/ 13 h 21"/>
                <a:gd name="T82" fmla="*/ 81 w 85"/>
                <a:gd name="T83" fmla="*/ 14 h 21"/>
                <a:gd name="T84" fmla="*/ 33 w 85"/>
                <a:gd name="T85" fmla="*/ 14 h 21"/>
                <a:gd name="T86" fmla="*/ 31 w 85"/>
                <a:gd name="T87" fmla="*/ 14 h 21"/>
                <a:gd name="T88" fmla="*/ 29 w 85"/>
                <a:gd name="T89" fmla="*/ 11 h 21"/>
                <a:gd name="T90" fmla="*/ 29 w 85"/>
                <a:gd name="T91" fmla="*/ 9 h 21"/>
                <a:gd name="T92" fmla="*/ 28 w 85"/>
                <a:gd name="T93" fmla="*/ 7 h 21"/>
                <a:gd name="T94" fmla="*/ 26 w 85"/>
                <a:gd name="T95" fmla="*/ 4 h 21"/>
                <a:gd name="T96" fmla="*/ 23 w 85"/>
                <a:gd name="T97" fmla="*/ 3 h 21"/>
                <a:gd name="T98" fmla="*/ 21 w 85"/>
                <a:gd name="T99" fmla="*/ 3 h 21"/>
                <a:gd name="T100" fmla="*/ 18 w 85"/>
                <a:gd name="T101" fmla="*/ 4 h 21"/>
                <a:gd name="T102" fmla="*/ 16 w 85"/>
                <a:gd name="T103" fmla="*/ 5 h 21"/>
                <a:gd name="T104" fmla="*/ 14 w 85"/>
                <a:gd name="T105" fmla="*/ 8 h 21"/>
                <a:gd name="T106" fmla="*/ 13 w 85"/>
                <a:gd name="T107" fmla="*/ 11 h 21"/>
                <a:gd name="T108" fmla="*/ 13 w 85"/>
                <a:gd name="T109" fmla="*/ 12 h 21"/>
                <a:gd name="T110" fmla="*/ 14 w 85"/>
                <a:gd name="T111" fmla="*/ 15 h 21"/>
                <a:gd name="T112" fmla="*/ 17 w 85"/>
                <a:gd name="T113" fmla="*/ 17 h 21"/>
                <a:gd name="T114" fmla="*/ 19 w 85"/>
                <a:gd name="T115" fmla="*/ 19 h 21"/>
                <a:gd name="T116" fmla="*/ 21 w 85"/>
                <a:gd name="T117" fmla="*/ 19 h 21"/>
                <a:gd name="T118" fmla="*/ 24 w 85"/>
                <a:gd name="T119" fmla="*/ 18 h 21"/>
                <a:gd name="T120" fmla="*/ 27 w 85"/>
                <a:gd name="T121" fmla="*/ 17 h 21"/>
                <a:gd name="T122" fmla="*/ 28 w 85"/>
                <a:gd name="T123" fmla="*/ 14 h 21"/>
                <a:gd name="T124" fmla="*/ 29 w 85"/>
                <a:gd name="T125" fmla="*/ 1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" h="21">
                  <a:moveTo>
                    <a:pt x="31" y="14"/>
                  </a:moveTo>
                  <a:lnTo>
                    <a:pt x="31" y="14"/>
                  </a:lnTo>
                  <a:lnTo>
                    <a:pt x="31" y="15"/>
                  </a:lnTo>
                  <a:lnTo>
                    <a:pt x="30" y="17"/>
                  </a:lnTo>
                  <a:lnTo>
                    <a:pt x="29" y="18"/>
                  </a:lnTo>
                  <a:lnTo>
                    <a:pt x="28" y="19"/>
                  </a:lnTo>
                  <a:lnTo>
                    <a:pt x="26" y="20"/>
                  </a:lnTo>
                  <a:lnTo>
                    <a:pt x="25" y="21"/>
                  </a:lnTo>
                  <a:lnTo>
                    <a:pt x="23" y="2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9" y="21"/>
                  </a:lnTo>
                  <a:lnTo>
                    <a:pt x="18" y="21"/>
                  </a:lnTo>
                  <a:lnTo>
                    <a:pt x="16" y="20"/>
                  </a:lnTo>
                  <a:lnTo>
                    <a:pt x="15" y="19"/>
                  </a:lnTo>
                  <a:lnTo>
                    <a:pt x="13" y="18"/>
                  </a:lnTo>
                  <a:lnTo>
                    <a:pt x="12" y="17"/>
                  </a:lnTo>
                  <a:lnTo>
                    <a:pt x="11" y="15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2" y="13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" y="9"/>
                  </a:lnTo>
                  <a:lnTo>
                    <a:pt x="1" y="9"/>
                  </a:lnTo>
                  <a:lnTo>
                    <a:pt x="2" y="9"/>
                  </a:lnTo>
                  <a:lnTo>
                    <a:pt x="3" y="8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2" y="6"/>
                  </a:lnTo>
                  <a:lnTo>
                    <a:pt x="13" y="4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8" y="1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1"/>
                  </a:lnTo>
                  <a:lnTo>
                    <a:pt x="26" y="2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2" y="8"/>
                  </a:lnTo>
                  <a:lnTo>
                    <a:pt x="32" y="8"/>
                  </a:lnTo>
                  <a:lnTo>
                    <a:pt x="32" y="8"/>
                  </a:lnTo>
                  <a:lnTo>
                    <a:pt x="81" y="8"/>
                  </a:lnTo>
                  <a:lnTo>
                    <a:pt x="81" y="8"/>
                  </a:lnTo>
                  <a:lnTo>
                    <a:pt x="82" y="8"/>
                  </a:lnTo>
                  <a:lnTo>
                    <a:pt x="83" y="9"/>
                  </a:lnTo>
                  <a:lnTo>
                    <a:pt x="83" y="9"/>
                  </a:lnTo>
                  <a:lnTo>
                    <a:pt x="84" y="9"/>
                  </a:lnTo>
                  <a:lnTo>
                    <a:pt x="84" y="9"/>
                  </a:lnTo>
                  <a:lnTo>
                    <a:pt x="85" y="10"/>
                  </a:lnTo>
                  <a:lnTo>
                    <a:pt x="85" y="10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85" y="12"/>
                  </a:lnTo>
                  <a:lnTo>
                    <a:pt x="85" y="12"/>
                  </a:lnTo>
                  <a:lnTo>
                    <a:pt x="84" y="12"/>
                  </a:lnTo>
                  <a:lnTo>
                    <a:pt x="84" y="13"/>
                  </a:lnTo>
                  <a:lnTo>
                    <a:pt x="83" y="13"/>
                  </a:lnTo>
                  <a:lnTo>
                    <a:pt x="83" y="13"/>
                  </a:lnTo>
                  <a:lnTo>
                    <a:pt x="82" y="14"/>
                  </a:lnTo>
                  <a:lnTo>
                    <a:pt x="81" y="14"/>
                  </a:lnTo>
                  <a:lnTo>
                    <a:pt x="81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1" y="14"/>
                  </a:lnTo>
                  <a:lnTo>
                    <a:pt x="31" y="14"/>
                  </a:lnTo>
                  <a:close/>
                  <a:moveTo>
                    <a:pt x="29" y="11"/>
                  </a:moveTo>
                  <a:lnTo>
                    <a:pt x="29" y="11"/>
                  </a:lnTo>
                  <a:lnTo>
                    <a:pt x="29" y="9"/>
                  </a:lnTo>
                  <a:lnTo>
                    <a:pt x="28" y="8"/>
                  </a:lnTo>
                  <a:lnTo>
                    <a:pt x="28" y="7"/>
                  </a:lnTo>
                  <a:lnTo>
                    <a:pt x="27" y="5"/>
                  </a:lnTo>
                  <a:lnTo>
                    <a:pt x="26" y="4"/>
                  </a:lnTo>
                  <a:lnTo>
                    <a:pt x="24" y="4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4"/>
                  </a:lnTo>
                  <a:lnTo>
                    <a:pt x="17" y="4"/>
                  </a:lnTo>
                  <a:lnTo>
                    <a:pt x="16" y="5"/>
                  </a:lnTo>
                  <a:lnTo>
                    <a:pt x="15" y="7"/>
                  </a:lnTo>
                  <a:lnTo>
                    <a:pt x="14" y="8"/>
                  </a:lnTo>
                  <a:lnTo>
                    <a:pt x="13" y="9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3" y="12"/>
                  </a:lnTo>
                  <a:lnTo>
                    <a:pt x="14" y="14"/>
                  </a:lnTo>
                  <a:lnTo>
                    <a:pt x="14" y="15"/>
                  </a:lnTo>
                  <a:lnTo>
                    <a:pt x="16" y="17"/>
                  </a:lnTo>
                  <a:lnTo>
                    <a:pt x="17" y="17"/>
                  </a:lnTo>
                  <a:lnTo>
                    <a:pt x="18" y="18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4" y="18"/>
                  </a:lnTo>
                  <a:lnTo>
                    <a:pt x="26" y="17"/>
                  </a:lnTo>
                  <a:lnTo>
                    <a:pt x="27" y="17"/>
                  </a:lnTo>
                  <a:lnTo>
                    <a:pt x="28" y="15"/>
                  </a:lnTo>
                  <a:lnTo>
                    <a:pt x="28" y="14"/>
                  </a:lnTo>
                  <a:lnTo>
                    <a:pt x="29" y="12"/>
                  </a:lnTo>
                  <a:lnTo>
                    <a:pt x="29" y="11"/>
                  </a:lnTo>
                  <a:lnTo>
                    <a:pt x="29" y="11"/>
                  </a:lnTo>
                  <a:close/>
                </a:path>
              </a:pathLst>
            </a:custGeom>
            <a:solidFill>
              <a:srgbClr val="E30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Freeform 74">
              <a:extLst>
                <a:ext uri="{FF2B5EF4-FFF2-40B4-BE49-F238E27FC236}">
                  <a16:creationId xmlns:a16="http://schemas.microsoft.com/office/drawing/2014/main" id="{8DC94C60-B28C-0C69-0A20-A54B0AE03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570"/>
              <a:ext cx="72" cy="71"/>
            </a:xfrm>
            <a:custGeom>
              <a:avLst/>
              <a:gdLst>
                <a:gd name="T0" fmla="*/ 36 w 72"/>
                <a:gd name="T1" fmla="*/ 1 h 71"/>
                <a:gd name="T2" fmla="*/ 45 w 72"/>
                <a:gd name="T3" fmla="*/ 4 h 71"/>
                <a:gd name="T4" fmla="*/ 49 w 72"/>
                <a:gd name="T5" fmla="*/ 6 h 71"/>
                <a:gd name="T6" fmla="*/ 55 w 72"/>
                <a:gd name="T7" fmla="*/ 10 h 71"/>
                <a:gd name="T8" fmla="*/ 60 w 72"/>
                <a:gd name="T9" fmla="*/ 14 h 71"/>
                <a:gd name="T10" fmla="*/ 65 w 72"/>
                <a:gd name="T11" fmla="*/ 20 h 71"/>
                <a:gd name="T12" fmla="*/ 68 w 72"/>
                <a:gd name="T13" fmla="*/ 26 h 71"/>
                <a:gd name="T14" fmla="*/ 70 w 72"/>
                <a:gd name="T15" fmla="*/ 33 h 71"/>
                <a:gd name="T16" fmla="*/ 72 w 72"/>
                <a:gd name="T17" fmla="*/ 40 h 71"/>
                <a:gd name="T18" fmla="*/ 72 w 72"/>
                <a:gd name="T19" fmla="*/ 47 h 71"/>
                <a:gd name="T20" fmla="*/ 71 w 72"/>
                <a:gd name="T21" fmla="*/ 54 h 71"/>
                <a:gd name="T22" fmla="*/ 69 w 72"/>
                <a:gd name="T23" fmla="*/ 61 h 71"/>
                <a:gd name="T24" fmla="*/ 65 w 72"/>
                <a:gd name="T25" fmla="*/ 67 h 71"/>
                <a:gd name="T26" fmla="*/ 64 w 72"/>
                <a:gd name="T27" fmla="*/ 70 h 71"/>
                <a:gd name="T28" fmla="*/ 62 w 72"/>
                <a:gd name="T29" fmla="*/ 71 h 71"/>
                <a:gd name="T30" fmla="*/ 61 w 72"/>
                <a:gd name="T31" fmla="*/ 71 h 71"/>
                <a:gd name="T32" fmla="*/ 60 w 72"/>
                <a:gd name="T33" fmla="*/ 70 h 71"/>
                <a:gd name="T34" fmla="*/ 60 w 72"/>
                <a:gd name="T35" fmla="*/ 69 h 71"/>
                <a:gd name="T36" fmla="*/ 60 w 72"/>
                <a:gd name="T37" fmla="*/ 68 h 71"/>
                <a:gd name="T38" fmla="*/ 66 w 72"/>
                <a:gd name="T39" fmla="*/ 57 h 71"/>
                <a:gd name="T40" fmla="*/ 67 w 72"/>
                <a:gd name="T41" fmla="*/ 54 h 71"/>
                <a:gd name="T42" fmla="*/ 68 w 72"/>
                <a:gd name="T43" fmla="*/ 47 h 71"/>
                <a:gd name="T44" fmla="*/ 68 w 72"/>
                <a:gd name="T45" fmla="*/ 40 h 71"/>
                <a:gd name="T46" fmla="*/ 67 w 72"/>
                <a:gd name="T47" fmla="*/ 34 h 71"/>
                <a:gd name="T48" fmla="*/ 65 w 72"/>
                <a:gd name="T49" fmla="*/ 28 h 71"/>
                <a:gd name="T50" fmla="*/ 62 w 72"/>
                <a:gd name="T51" fmla="*/ 22 h 71"/>
                <a:gd name="T52" fmla="*/ 58 w 72"/>
                <a:gd name="T53" fmla="*/ 17 h 71"/>
                <a:gd name="T54" fmla="*/ 53 w 72"/>
                <a:gd name="T55" fmla="*/ 12 h 71"/>
                <a:gd name="T56" fmla="*/ 47 w 72"/>
                <a:gd name="T57" fmla="*/ 9 h 71"/>
                <a:gd name="T58" fmla="*/ 41 w 72"/>
                <a:gd name="T59" fmla="*/ 6 h 71"/>
                <a:gd name="T60" fmla="*/ 34 w 72"/>
                <a:gd name="T61" fmla="*/ 5 h 71"/>
                <a:gd name="T62" fmla="*/ 29 w 72"/>
                <a:gd name="T63" fmla="*/ 4 h 71"/>
                <a:gd name="T64" fmla="*/ 22 w 72"/>
                <a:gd name="T65" fmla="*/ 5 h 71"/>
                <a:gd name="T66" fmla="*/ 14 w 72"/>
                <a:gd name="T67" fmla="*/ 6 h 71"/>
                <a:gd name="T68" fmla="*/ 8 w 72"/>
                <a:gd name="T69" fmla="*/ 9 h 71"/>
                <a:gd name="T70" fmla="*/ 11 w 72"/>
                <a:gd name="T71" fmla="*/ 9 h 71"/>
                <a:gd name="T72" fmla="*/ 12 w 72"/>
                <a:gd name="T73" fmla="*/ 10 h 71"/>
                <a:gd name="T74" fmla="*/ 13 w 72"/>
                <a:gd name="T75" fmla="*/ 11 h 71"/>
                <a:gd name="T76" fmla="*/ 11 w 72"/>
                <a:gd name="T77" fmla="*/ 13 h 71"/>
                <a:gd name="T78" fmla="*/ 2 w 72"/>
                <a:gd name="T79" fmla="*/ 13 h 71"/>
                <a:gd name="T80" fmla="*/ 1 w 72"/>
                <a:gd name="T81" fmla="*/ 12 h 71"/>
                <a:gd name="T82" fmla="*/ 1 w 72"/>
                <a:gd name="T83" fmla="*/ 11 h 71"/>
                <a:gd name="T84" fmla="*/ 1 w 72"/>
                <a:gd name="T85" fmla="*/ 10 h 71"/>
                <a:gd name="T86" fmla="*/ 5 w 72"/>
                <a:gd name="T87" fmla="*/ 0 h 71"/>
                <a:gd name="T88" fmla="*/ 6 w 72"/>
                <a:gd name="T89" fmla="*/ 0 h 71"/>
                <a:gd name="T90" fmla="*/ 7 w 72"/>
                <a:gd name="T91" fmla="*/ 2 h 71"/>
                <a:gd name="T92" fmla="*/ 6 w 72"/>
                <a:gd name="T93" fmla="*/ 5 h 71"/>
                <a:gd name="T94" fmla="*/ 8 w 72"/>
                <a:gd name="T95" fmla="*/ 5 h 71"/>
                <a:gd name="T96" fmla="*/ 10 w 72"/>
                <a:gd name="T97" fmla="*/ 4 h 71"/>
                <a:gd name="T98" fmla="*/ 23 w 72"/>
                <a:gd name="T99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2" h="71">
                  <a:moveTo>
                    <a:pt x="32" y="0"/>
                  </a:moveTo>
                  <a:lnTo>
                    <a:pt x="32" y="0"/>
                  </a:lnTo>
                  <a:lnTo>
                    <a:pt x="36" y="1"/>
                  </a:lnTo>
                  <a:lnTo>
                    <a:pt x="39" y="2"/>
                  </a:lnTo>
                  <a:lnTo>
                    <a:pt x="43" y="3"/>
                  </a:lnTo>
                  <a:lnTo>
                    <a:pt x="45" y="4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9" y="6"/>
                  </a:lnTo>
                  <a:lnTo>
                    <a:pt x="51" y="7"/>
                  </a:lnTo>
                  <a:lnTo>
                    <a:pt x="53" y="8"/>
                  </a:lnTo>
                  <a:lnTo>
                    <a:pt x="55" y="10"/>
                  </a:lnTo>
                  <a:lnTo>
                    <a:pt x="57" y="11"/>
                  </a:lnTo>
                  <a:lnTo>
                    <a:pt x="59" y="13"/>
                  </a:lnTo>
                  <a:lnTo>
                    <a:pt x="60" y="14"/>
                  </a:lnTo>
                  <a:lnTo>
                    <a:pt x="62" y="16"/>
                  </a:lnTo>
                  <a:lnTo>
                    <a:pt x="63" y="18"/>
                  </a:lnTo>
                  <a:lnTo>
                    <a:pt x="65" y="20"/>
                  </a:lnTo>
                  <a:lnTo>
                    <a:pt x="66" y="22"/>
                  </a:lnTo>
                  <a:lnTo>
                    <a:pt x="67" y="24"/>
                  </a:lnTo>
                  <a:lnTo>
                    <a:pt x="68" y="26"/>
                  </a:lnTo>
                  <a:lnTo>
                    <a:pt x="69" y="28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71" y="35"/>
                  </a:lnTo>
                  <a:lnTo>
                    <a:pt x="72" y="37"/>
                  </a:lnTo>
                  <a:lnTo>
                    <a:pt x="72" y="40"/>
                  </a:lnTo>
                  <a:lnTo>
                    <a:pt x="72" y="42"/>
                  </a:lnTo>
                  <a:lnTo>
                    <a:pt x="72" y="45"/>
                  </a:lnTo>
                  <a:lnTo>
                    <a:pt x="72" y="47"/>
                  </a:lnTo>
                  <a:lnTo>
                    <a:pt x="72" y="49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70" y="56"/>
                  </a:lnTo>
                  <a:lnTo>
                    <a:pt x="70" y="59"/>
                  </a:lnTo>
                  <a:lnTo>
                    <a:pt x="69" y="61"/>
                  </a:lnTo>
                  <a:lnTo>
                    <a:pt x="68" y="63"/>
                  </a:lnTo>
                  <a:lnTo>
                    <a:pt x="66" y="65"/>
                  </a:lnTo>
                  <a:lnTo>
                    <a:pt x="65" y="67"/>
                  </a:lnTo>
                  <a:lnTo>
                    <a:pt x="64" y="69"/>
                  </a:lnTo>
                  <a:lnTo>
                    <a:pt x="64" y="69"/>
                  </a:lnTo>
                  <a:lnTo>
                    <a:pt x="64" y="70"/>
                  </a:lnTo>
                  <a:lnTo>
                    <a:pt x="64" y="70"/>
                  </a:lnTo>
                  <a:lnTo>
                    <a:pt x="63" y="70"/>
                  </a:lnTo>
                  <a:lnTo>
                    <a:pt x="62" y="71"/>
                  </a:lnTo>
                  <a:lnTo>
                    <a:pt x="62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0" y="71"/>
                  </a:lnTo>
                  <a:lnTo>
                    <a:pt x="60" y="71"/>
                  </a:lnTo>
                  <a:lnTo>
                    <a:pt x="60" y="70"/>
                  </a:lnTo>
                  <a:lnTo>
                    <a:pt x="60" y="70"/>
                  </a:lnTo>
                  <a:lnTo>
                    <a:pt x="60" y="70"/>
                  </a:lnTo>
                  <a:lnTo>
                    <a:pt x="60" y="69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4" y="62"/>
                  </a:lnTo>
                  <a:lnTo>
                    <a:pt x="65" y="59"/>
                  </a:lnTo>
                  <a:lnTo>
                    <a:pt x="66" y="57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7" y="54"/>
                  </a:lnTo>
                  <a:lnTo>
                    <a:pt x="68" y="51"/>
                  </a:lnTo>
                  <a:lnTo>
                    <a:pt x="68" y="49"/>
                  </a:lnTo>
                  <a:lnTo>
                    <a:pt x="68" y="47"/>
                  </a:lnTo>
                  <a:lnTo>
                    <a:pt x="68" y="45"/>
                  </a:lnTo>
                  <a:lnTo>
                    <a:pt x="68" y="42"/>
                  </a:lnTo>
                  <a:lnTo>
                    <a:pt x="68" y="40"/>
                  </a:lnTo>
                  <a:lnTo>
                    <a:pt x="68" y="38"/>
                  </a:lnTo>
                  <a:lnTo>
                    <a:pt x="68" y="36"/>
                  </a:lnTo>
                  <a:lnTo>
                    <a:pt x="67" y="34"/>
                  </a:lnTo>
                  <a:lnTo>
                    <a:pt x="66" y="32"/>
                  </a:lnTo>
                  <a:lnTo>
                    <a:pt x="66" y="30"/>
                  </a:lnTo>
                  <a:lnTo>
                    <a:pt x="65" y="28"/>
                  </a:lnTo>
                  <a:lnTo>
                    <a:pt x="64" y="26"/>
                  </a:lnTo>
                  <a:lnTo>
                    <a:pt x="63" y="24"/>
                  </a:lnTo>
                  <a:lnTo>
                    <a:pt x="62" y="22"/>
                  </a:lnTo>
                  <a:lnTo>
                    <a:pt x="60" y="20"/>
                  </a:lnTo>
                  <a:lnTo>
                    <a:pt x="59" y="18"/>
                  </a:lnTo>
                  <a:lnTo>
                    <a:pt x="58" y="17"/>
                  </a:lnTo>
                  <a:lnTo>
                    <a:pt x="56" y="15"/>
                  </a:lnTo>
                  <a:lnTo>
                    <a:pt x="54" y="14"/>
                  </a:lnTo>
                  <a:lnTo>
                    <a:pt x="53" y="12"/>
                  </a:lnTo>
                  <a:lnTo>
                    <a:pt x="51" y="11"/>
                  </a:lnTo>
                  <a:lnTo>
                    <a:pt x="49" y="10"/>
                  </a:lnTo>
                  <a:lnTo>
                    <a:pt x="47" y="9"/>
                  </a:lnTo>
                  <a:lnTo>
                    <a:pt x="45" y="8"/>
                  </a:lnTo>
                  <a:lnTo>
                    <a:pt x="43" y="7"/>
                  </a:lnTo>
                  <a:lnTo>
                    <a:pt x="41" y="6"/>
                  </a:lnTo>
                  <a:lnTo>
                    <a:pt x="39" y="6"/>
                  </a:lnTo>
                  <a:lnTo>
                    <a:pt x="37" y="5"/>
                  </a:lnTo>
                  <a:lnTo>
                    <a:pt x="34" y="5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7" y="4"/>
                  </a:lnTo>
                  <a:lnTo>
                    <a:pt x="24" y="4"/>
                  </a:lnTo>
                  <a:lnTo>
                    <a:pt x="22" y="5"/>
                  </a:lnTo>
                  <a:lnTo>
                    <a:pt x="19" y="5"/>
                  </a:lnTo>
                  <a:lnTo>
                    <a:pt x="17" y="6"/>
                  </a:lnTo>
                  <a:lnTo>
                    <a:pt x="14" y="6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8" y="9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12" y="12"/>
                  </a:lnTo>
                  <a:lnTo>
                    <a:pt x="12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7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3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6"/>
                  </a:lnTo>
                  <a:lnTo>
                    <a:pt x="6" y="6"/>
                  </a:lnTo>
                  <a:lnTo>
                    <a:pt x="8" y="5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2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E30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Freeform 75">
              <a:extLst>
                <a:ext uri="{FF2B5EF4-FFF2-40B4-BE49-F238E27FC236}">
                  <a16:creationId xmlns:a16="http://schemas.microsoft.com/office/drawing/2014/main" id="{CAB99DDA-0016-E756-53C6-85D2859AB9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6" y="580"/>
              <a:ext cx="68" cy="68"/>
            </a:xfrm>
            <a:custGeom>
              <a:avLst/>
              <a:gdLst>
                <a:gd name="T0" fmla="*/ 59 w 68"/>
                <a:gd name="T1" fmla="*/ 57 h 68"/>
                <a:gd name="T2" fmla="*/ 51 w 68"/>
                <a:gd name="T3" fmla="*/ 58 h 68"/>
                <a:gd name="T4" fmla="*/ 39 w 68"/>
                <a:gd name="T5" fmla="*/ 64 h 68"/>
                <a:gd name="T6" fmla="*/ 35 w 68"/>
                <a:gd name="T7" fmla="*/ 68 h 68"/>
                <a:gd name="T8" fmla="*/ 29 w 68"/>
                <a:gd name="T9" fmla="*/ 64 h 68"/>
                <a:gd name="T10" fmla="*/ 19 w 68"/>
                <a:gd name="T11" fmla="*/ 59 h 68"/>
                <a:gd name="T12" fmla="*/ 13 w 68"/>
                <a:gd name="T13" fmla="*/ 61 h 68"/>
                <a:gd name="T14" fmla="*/ 8 w 68"/>
                <a:gd name="T15" fmla="*/ 56 h 68"/>
                <a:gd name="T16" fmla="*/ 9 w 68"/>
                <a:gd name="T17" fmla="*/ 50 h 68"/>
                <a:gd name="T18" fmla="*/ 5 w 68"/>
                <a:gd name="T19" fmla="*/ 40 h 68"/>
                <a:gd name="T20" fmla="*/ 0 w 68"/>
                <a:gd name="T21" fmla="*/ 37 h 68"/>
                <a:gd name="T22" fmla="*/ 1 w 68"/>
                <a:gd name="T23" fmla="*/ 30 h 68"/>
                <a:gd name="T24" fmla="*/ 5 w 68"/>
                <a:gd name="T25" fmla="*/ 27 h 68"/>
                <a:gd name="T26" fmla="*/ 8 w 68"/>
                <a:gd name="T27" fmla="*/ 16 h 68"/>
                <a:gd name="T28" fmla="*/ 9 w 68"/>
                <a:gd name="T29" fmla="*/ 11 h 68"/>
                <a:gd name="T30" fmla="*/ 16 w 68"/>
                <a:gd name="T31" fmla="*/ 9 h 68"/>
                <a:gd name="T32" fmla="*/ 24 w 68"/>
                <a:gd name="T33" fmla="*/ 7 h 68"/>
                <a:gd name="T34" fmla="*/ 29 w 68"/>
                <a:gd name="T35" fmla="*/ 3 h 68"/>
                <a:gd name="T36" fmla="*/ 32 w 68"/>
                <a:gd name="T37" fmla="*/ 0 h 68"/>
                <a:gd name="T38" fmla="*/ 38 w 68"/>
                <a:gd name="T39" fmla="*/ 1 h 68"/>
                <a:gd name="T40" fmla="*/ 40 w 68"/>
                <a:gd name="T41" fmla="*/ 5 h 68"/>
                <a:gd name="T42" fmla="*/ 51 w 68"/>
                <a:gd name="T43" fmla="*/ 9 h 68"/>
                <a:gd name="T44" fmla="*/ 58 w 68"/>
                <a:gd name="T45" fmla="*/ 10 h 68"/>
                <a:gd name="T46" fmla="*/ 59 w 68"/>
                <a:gd name="T47" fmla="*/ 16 h 68"/>
                <a:gd name="T48" fmla="*/ 62 w 68"/>
                <a:gd name="T49" fmla="*/ 27 h 68"/>
                <a:gd name="T50" fmla="*/ 67 w 68"/>
                <a:gd name="T51" fmla="*/ 29 h 68"/>
                <a:gd name="T52" fmla="*/ 68 w 68"/>
                <a:gd name="T53" fmla="*/ 37 h 68"/>
                <a:gd name="T54" fmla="*/ 63 w 68"/>
                <a:gd name="T55" fmla="*/ 40 h 68"/>
                <a:gd name="T56" fmla="*/ 35 w 68"/>
                <a:gd name="T57" fmla="*/ 63 h 68"/>
                <a:gd name="T58" fmla="*/ 37 w 68"/>
                <a:gd name="T59" fmla="*/ 59 h 68"/>
                <a:gd name="T60" fmla="*/ 48 w 68"/>
                <a:gd name="T61" fmla="*/ 55 h 68"/>
                <a:gd name="T62" fmla="*/ 54 w 68"/>
                <a:gd name="T63" fmla="*/ 56 h 68"/>
                <a:gd name="T64" fmla="*/ 55 w 68"/>
                <a:gd name="T65" fmla="*/ 52 h 68"/>
                <a:gd name="T66" fmla="*/ 56 w 68"/>
                <a:gd name="T67" fmla="*/ 45 h 68"/>
                <a:gd name="T68" fmla="*/ 60 w 68"/>
                <a:gd name="T69" fmla="*/ 36 h 68"/>
                <a:gd name="T70" fmla="*/ 64 w 68"/>
                <a:gd name="T71" fmla="*/ 35 h 68"/>
                <a:gd name="T72" fmla="*/ 63 w 68"/>
                <a:gd name="T73" fmla="*/ 32 h 68"/>
                <a:gd name="T74" fmla="*/ 59 w 68"/>
                <a:gd name="T75" fmla="*/ 30 h 68"/>
                <a:gd name="T76" fmla="*/ 55 w 68"/>
                <a:gd name="T77" fmla="*/ 20 h 68"/>
                <a:gd name="T78" fmla="*/ 56 w 68"/>
                <a:gd name="T79" fmla="*/ 14 h 68"/>
                <a:gd name="T80" fmla="*/ 53 w 68"/>
                <a:gd name="T81" fmla="*/ 12 h 68"/>
                <a:gd name="T82" fmla="*/ 48 w 68"/>
                <a:gd name="T83" fmla="*/ 13 h 68"/>
                <a:gd name="T84" fmla="*/ 37 w 68"/>
                <a:gd name="T85" fmla="*/ 8 h 68"/>
                <a:gd name="T86" fmla="*/ 35 w 68"/>
                <a:gd name="T87" fmla="*/ 4 h 68"/>
                <a:gd name="T88" fmla="*/ 32 w 68"/>
                <a:gd name="T89" fmla="*/ 7 h 68"/>
                <a:gd name="T90" fmla="*/ 25 w 68"/>
                <a:gd name="T91" fmla="*/ 10 h 68"/>
                <a:gd name="T92" fmla="*/ 16 w 68"/>
                <a:gd name="T93" fmla="*/ 13 h 68"/>
                <a:gd name="T94" fmla="*/ 11 w 68"/>
                <a:gd name="T95" fmla="*/ 13 h 68"/>
                <a:gd name="T96" fmla="*/ 14 w 68"/>
                <a:gd name="T97" fmla="*/ 18 h 68"/>
                <a:gd name="T98" fmla="*/ 9 w 68"/>
                <a:gd name="T99" fmla="*/ 27 h 68"/>
                <a:gd name="T100" fmla="*/ 4 w 68"/>
                <a:gd name="T101" fmla="*/ 32 h 68"/>
                <a:gd name="T102" fmla="*/ 7 w 68"/>
                <a:gd name="T103" fmla="*/ 36 h 68"/>
                <a:gd name="T104" fmla="*/ 10 w 68"/>
                <a:gd name="T105" fmla="*/ 43 h 68"/>
                <a:gd name="T106" fmla="*/ 13 w 68"/>
                <a:gd name="T107" fmla="*/ 51 h 68"/>
                <a:gd name="T108" fmla="*/ 13 w 68"/>
                <a:gd name="T109" fmla="*/ 56 h 68"/>
                <a:gd name="T110" fmla="*/ 17 w 68"/>
                <a:gd name="T111" fmla="*/ 54 h 68"/>
                <a:gd name="T112" fmla="*/ 25 w 68"/>
                <a:gd name="T113" fmla="*/ 58 h 68"/>
                <a:gd name="T114" fmla="*/ 32 w 68"/>
                <a:gd name="T115" fmla="*/ 61 h 68"/>
                <a:gd name="T116" fmla="*/ 35 w 68"/>
                <a:gd name="T117" fmla="*/ 6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8" h="68">
                  <a:moveTo>
                    <a:pt x="58" y="51"/>
                  </a:moveTo>
                  <a:lnTo>
                    <a:pt x="58" y="51"/>
                  </a:lnTo>
                  <a:lnTo>
                    <a:pt x="60" y="53"/>
                  </a:lnTo>
                  <a:lnTo>
                    <a:pt x="60" y="54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60" y="56"/>
                  </a:lnTo>
                  <a:lnTo>
                    <a:pt x="59" y="57"/>
                  </a:lnTo>
                  <a:lnTo>
                    <a:pt x="59" y="57"/>
                  </a:lnTo>
                  <a:lnTo>
                    <a:pt x="56" y="59"/>
                  </a:lnTo>
                  <a:lnTo>
                    <a:pt x="55" y="60"/>
                  </a:lnTo>
                  <a:lnTo>
                    <a:pt x="55" y="60"/>
                  </a:lnTo>
                  <a:lnTo>
                    <a:pt x="54" y="60"/>
                  </a:lnTo>
                  <a:lnTo>
                    <a:pt x="53" y="60"/>
                  </a:lnTo>
                  <a:lnTo>
                    <a:pt x="52" y="59"/>
                  </a:lnTo>
                  <a:lnTo>
                    <a:pt x="51" y="58"/>
                  </a:lnTo>
                  <a:lnTo>
                    <a:pt x="51" y="58"/>
                  </a:lnTo>
                  <a:lnTo>
                    <a:pt x="45" y="61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9" y="63"/>
                  </a:lnTo>
                  <a:lnTo>
                    <a:pt x="39" y="64"/>
                  </a:lnTo>
                  <a:lnTo>
                    <a:pt x="39" y="64"/>
                  </a:lnTo>
                  <a:lnTo>
                    <a:pt x="39" y="64"/>
                  </a:lnTo>
                  <a:lnTo>
                    <a:pt x="39" y="66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7" y="68"/>
                  </a:lnTo>
                  <a:lnTo>
                    <a:pt x="37" y="68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1" y="68"/>
                  </a:lnTo>
                  <a:lnTo>
                    <a:pt x="30" y="68"/>
                  </a:lnTo>
                  <a:lnTo>
                    <a:pt x="30" y="67"/>
                  </a:lnTo>
                  <a:lnTo>
                    <a:pt x="29" y="67"/>
                  </a:lnTo>
                  <a:lnTo>
                    <a:pt x="29" y="6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8" y="63"/>
                  </a:lnTo>
                  <a:lnTo>
                    <a:pt x="28" y="63"/>
                  </a:lnTo>
                  <a:lnTo>
                    <a:pt x="27" y="63"/>
                  </a:lnTo>
                  <a:lnTo>
                    <a:pt x="27" y="62"/>
                  </a:lnTo>
                  <a:lnTo>
                    <a:pt x="27" y="62"/>
                  </a:lnTo>
                  <a:lnTo>
                    <a:pt x="23" y="6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8" y="59"/>
                  </a:lnTo>
                  <a:lnTo>
                    <a:pt x="17" y="58"/>
                  </a:lnTo>
                  <a:lnTo>
                    <a:pt x="16" y="59"/>
                  </a:lnTo>
                  <a:lnTo>
                    <a:pt x="16" y="59"/>
                  </a:lnTo>
                  <a:lnTo>
                    <a:pt x="16" y="59"/>
                  </a:lnTo>
                  <a:lnTo>
                    <a:pt x="14" y="60"/>
                  </a:lnTo>
                  <a:lnTo>
                    <a:pt x="13" y="61"/>
                  </a:lnTo>
                  <a:lnTo>
                    <a:pt x="13" y="61"/>
                  </a:lnTo>
                  <a:lnTo>
                    <a:pt x="12" y="60"/>
                  </a:lnTo>
                  <a:lnTo>
                    <a:pt x="12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8" y="56"/>
                  </a:lnTo>
                  <a:lnTo>
                    <a:pt x="7" y="55"/>
                  </a:lnTo>
                  <a:lnTo>
                    <a:pt x="7" y="55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8" y="52"/>
                  </a:lnTo>
                  <a:lnTo>
                    <a:pt x="8" y="52"/>
                  </a:lnTo>
                  <a:lnTo>
                    <a:pt x="9" y="51"/>
                  </a:lnTo>
                  <a:lnTo>
                    <a:pt x="9" y="50"/>
                  </a:lnTo>
                  <a:lnTo>
                    <a:pt x="9" y="50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7" y="45"/>
                  </a:lnTo>
                  <a:lnTo>
                    <a:pt x="5" y="41"/>
                  </a:lnTo>
                  <a:lnTo>
                    <a:pt x="5" y="41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4" y="39"/>
                  </a:lnTo>
                  <a:lnTo>
                    <a:pt x="3" y="39"/>
                  </a:lnTo>
                  <a:lnTo>
                    <a:pt x="3" y="39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37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1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8"/>
                  </a:lnTo>
                  <a:lnTo>
                    <a:pt x="5" y="28"/>
                  </a:lnTo>
                  <a:lnTo>
                    <a:pt x="5" y="28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7" y="23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9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2" y="8"/>
                  </a:lnTo>
                  <a:lnTo>
                    <a:pt x="12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4" y="8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7" y="10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22" y="7"/>
                  </a:lnTo>
                  <a:lnTo>
                    <a:pt x="24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7" y="5"/>
                  </a:lnTo>
                  <a:lnTo>
                    <a:pt x="28" y="5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8" y="1"/>
                  </a:lnTo>
                  <a:lnTo>
                    <a:pt x="38" y="1"/>
                  </a:lnTo>
                  <a:lnTo>
                    <a:pt x="38" y="2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49" y="9"/>
                  </a:lnTo>
                  <a:lnTo>
                    <a:pt x="50" y="9"/>
                  </a:lnTo>
                  <a:lnTo>
                    <a:pt x="50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3" y="8"/>
                  </a:lnTo>
                  <a:lnTo>
                    <a:pt x="54" y="7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56" y="8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8" y="10"/>
                  </a:lnTo>
                  <a:lnTo>
                    <a:pt x="58" y="10"/>
                  </a:lnTo>
                  <a:lnTo>
                    <a:pt x="60" y="12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9" y="16"/>
                  </a:lnTo>
                  <a:lnTo>
                    <a:pt x="59" y="16"/>
                  </a:lnTo>
                  <a:lnTo>
                    <a:pt x="58" y="17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9" y="19"/>
                  </a:lnTo>
                  <a:lnTo>
                    <a:pt x="59" y="19"/>
                  </a:lnTo>
                  <a:lnTo>
                    <a:pt x="60" y="23"/>
                  </a:lnTo>
                  <a:lnTo>
                    <a:pt x="61" y="25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8"/>
                  </a:lnTo>
                  <a:lnTo>
                    <a:pt x="63" y="28"/>
                  </a:lnTo>
                  <a:lnTo>
                    <a:pt x="63" y="29"/>
                  </a:lnTo>
                  <a:lnTo>
                    <a:pt x="64" y="29"/>
                  </a:lnTo>
                  <a:lnTo>
                    <a:pt x="64" y="29"/>
                  </a:lnTo>
                  <a:lnTo>
                    <a:pt x="66" y="29"/>
                  </a:lnTo>
                  <a:lnTo>
                    <a:pt x="67" y="29"/>
                  </a:lnTo>
                  <a:lnTo>
                    <a:pt x="67" y="30"/>
                  </a:lnTo>
                  <a:lnTo>
                    <a:pt x="67" y="30"/>
                  </a:lnTo>
                  <a:lnTo>
                    <a:pt x="68" y="31"/>
                  </a:lnTo>
                  <a:lnTo>
                    <a:pt x="68" y="33"/>
                  </a:lnTo>
                  <a:lnTo>
                    <a:pt x="68" y="33"/>
                  </a:lnTo>
                  <a:lnTo>
                    <a:pt x="68" y="34"/>
                  </a:lnTo>
                  <a:lnTo>
                    <a:pt x="68" y="34"/>
                  </a:lnTo>
                  <a:lnTo>
                    <a:pt x="68" y="37"/>
                  </a:lnTo>
                  <a:lnTo>
                    <a:pt x="67" y="37"/>
                  </a:lnTo>
                  <a:lnTo>
                    <a:pt x="67" y="38"/>
                  </a:lnTo>
                  <a:lnTo>
                    <a:pt x="67" y="38"/>
                  </a:lnTo>
                  <a:lnTo>
                    <a:pt x="66" y="39"/>
                  </a:lnTo>
                  <a:lnTo>
                    <a:pt x="63" y="39"/>
                  </a:lnTo>
                  <a:lnTo>
                    <a:pt x="63" y="39"/>
                  </a:lnTo>
                  <a:lnTo>
                    <a:pt x="63" y="39"/>
                  </a:lnTo>
                  <a:lnTo>
                    <a:pt x="63" y="40"/>
                  </a:lnTo>
                  <a:lnTo>
                    <a:pt x="63" y="40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58" y="51"/>
                  </a:lnTo>
                  <a:lnTo>
                    <a:pt x="58" y="51"/>
                  </a:lnTo>
                  <a:close/>
                  <a:moveTo>
                    <a:pt x="35" y="64"/>
                  </a:moveTo>
                  <a:lnTo>
                    <a:pt x="35" y="64"/>
                  </a:lnTo>
                  <a:lnTo>
                    <a:pt x="35" y="63"/>
                  </a:lnTo>
                  <a:lnTo>
                    <a:pt x="35" y="62"/>
                  </a:lnTo>
                  <a:lnTo>
                    <a:pt x="35" y="62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7" y="59"/>
                  </a:lnTo>
                  <a:lnTo>
                    <a:pt x="37" y="59"/>
                  </a:lnTo>
                  <a:lnTo>
                    <a:pt x="39" y="59"/>
                  </a:lnTo>
                  <a:lnTo>
                    <a:pt x="39" y="59"/>
                  </a:lnTo>
                  <a:lnTo>
                    <a:pt x="41" y="58"/>
                  </a:lnTo>
                  <a:lnTo>
                    <a:pt x="43" y="58"/>
                  </a:lnTo>
                  <a:lnTo>
                    <a:pt x="45" y="57"/>
                  </a:lnTo>
                  <a:lnTo>
                    <a:pt x="47" y="56"/>
                  </a:lnTo>
                  <a:lnTo>
                    <a:pt x="47" y="56"/>
                  </a:lnTo>
                  <a:lnTo>
                    <a:pt x="48" y="55"/>
                  </a:lnTo>
                  <a:lnTo>
                    <a:pt x="48" y="55"/>
                  </a:lnTo>
                  <a:lnTo>
                    <a:pt x="49" y="54"/>
                  </a:lnTo>
                  <a:lnTo>
                    <a:pt x="50" y="54"/>
                  </a:lnTo>
                  <a:lnTo>
                    <a:pt x="51" y="54"/>
                  </a:lnTo>
                  <a:lnTo>
                    <a:pt x="52" y="55"/>
                  </a:lnTo>
                  <a:lnTo>
                    <a:pt x="53" y="55"/>
                  </a:lnTo>
                  <a:lnTo>
                    <a:pt x="54" y="56"/>
                  </a:lnTo>
                  <a:lnTo>
                    <a:pt x="54" y="56"/>
                  </a:lnTo>
                  <a:lnTo>
                    <a:pt x="54" y="56"/>
                  </a:lnTo>
                  <a:lnTo>
                    <a:pt x="54" y="56"/>
                  </a:lnTo>
                  <a:lnTo>
                    <a:pt x="56" y="54"/>
                  </a:lnTo>
                  <a:lnTo>
                    <a:pt x="56" y="54"/>
                  </a:lnTo>
                  <a:lnTo>
                    <a:pt x="56" y="53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2"/>
                  </a:lnTo>
                  <a:lnTo>
                    <a:pt x="54" y="52"/>
                  </a:lnTo>
                  <a:lnTo>
                    <a:pt x="54" y="51"/>
                  </a:lnTo>
                  <a:lnTo>
                    <a:pt x="54" y="50"/>
                  </a:lnTo>
                  <a:lnTo>
                    <a:pt x="54" y="50"/>
                  </a:lnTo>
                  <a:lnTo>
                    <a:pt x="54" y="49"/>
                  </a:lnTo>
                  <a:lnTo>
                    <a:pt x="55" y="48"/>
                  </a:lnTo>
                  <a:lnTo>
                    <a:pt x="55" y="48"/>
                  </a:lnTo>
                  <a:lnTo>
                    <a:pt x="56" y="45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9" y="39"/>
                  </a:lnTo>
                  <a:lnTo>
                    <a:pt x="59" y="39"/>
                  </a:lnTo>
                  <a:lnTo>
                    <a:pt x="59" y="37"/>
                  </a:lnTo>
                  <a:lnTo>
                    <a:pt x="59" y="37"/>
                  </a:lnTo>
                  <a:lnTo>
                    <a:pt x="60" y="3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1" y="36"/>
                  </a:lnTo>
                  <a:lnTo>
                    <a:pt x="62" y="36"/>
                  </a:lnTo>
                  <a:lnTo>
                    <a:pt x="62" y="36"/>
                  </a:lnTo>
                  <a:lnTo>
                    <a:pt x="63" y="36"/>
                  </a:lnTo>
                  <a:lnTo>
                    <a:pt x="63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4"/>
                  </a:lnTo>
                  <a:lnTo>
                    <a:pt x="64" y="34"/>
                  </a:lnTo>
                  <a:lnTo>
                    <a:pt x="64" y="34"/>
                  </a:lnTo>
                  <a:lnTo>
                    <a:pt x="64" y="33"/>
                  </a:lnTo>
                  <a:lnTo>
                    <a:pt x="64" y="33"/>
                  </a:lnTo>
                  <a:lnTo>
                    <a:pt x="64" y="33"/>
                  </a:lnTo>
                  <a:lnTo>
                    <a:pt x="63" y="32"/>
                  </a:lnTo>
                  <a:lnTo>
                    <a:pt x="63" y="32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61" y="32"/>
                  </a:lnTo>
                  <a:lnTo>
                    <a:pt x="60" y="32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9"/>
                  </a:lnTo>
                  <a:lnTo>
                    <a:pt x="59" y="29"/>
                  </a:lnTo>
                  <a:lnTo>
                    <a:pt x="58" y="27"/>
                  </a:lnTo>
                  <a:lnTo>
                    <a:pt x="58" y="25"/>
                  </a:lnTo>
                  <a:lnTo>
                    <a:pt x="57" y="23"/>
                  </a:lnTo>
                  <a:lnTo>
                    <a:pt x="56" y="21"/>
                  </a:lnTo>
                  <a:lnTo>
                    <a:pt x="56" y="21"/>
                  </a:lnTo>
                  <a:lnTo>
                    <a:pt x="55" y="20"/>
                  </a:lnTo>
                  <a:lnTo>
                    <a:pt x="55" y="19"/>
                  </a:lnTo>
                  <a:lnTo>
                    <a:pt x="54" y="18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5" y="16"/>
                  </a:lnTo>
                  <a:lnTo>
                    <a:pt x="55" y="15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3"/>
                  </a:lnTo>
                  <a:lnTo>
                    <a:pt x="56" y="13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2" y="13"/>
                  </a:lnTo>
                  <a:lnTo>
                    <a:pt x="51" y="13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49" y="13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2"/>
                  </a:lnTo>
                  <a:lnTo>
                    <a:pt x="44" y="11"/>
                  </a:lnTo>
                  <a:lnTo>
                    <a:pt x="42" y="10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9" y="9"/>
                  </a:lnTo>
                  <a:lnTo>
                    <a:pt x="38" y="9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6" y="7"/>
                  </a:lnTo>
                  <a:lnTo>
                    <a:pt x="36" y="6"/>
                  </a:lnTo>
                  <a:lnTo>
                    <a:pt x="35" y="5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5"/>
                  </a:lnTo>
                  <a:lnTo>
                    <a:pt x="32" y="5"/>
                  </a:lnTo>
                  <a:lnTo>
                    <a:pt x="32" y="5"/>
                  </a:lnTo>
                  <a:lnTo>
                    <a:pt x="32" y="6"/>
                  </a:lnTo>
                  <a:lnTo>
                    <a:pt x="32" y="7"/>
                  </a:lnTo>
                  <a:lnTo>
                    <a:pt x="32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30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0"/>
                  </a:lnTo>
                  <a:lnTo>
                    <a:pt x="25" y="10"/>
                  </a:lnTo>
                  <a:lnTo>
                    <a:pt x="23" y="11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20" y="13"/>
                  </a:lnTo>
                  <a:lnTo>
                    <a:pt x="19" y="13"/>
                  </a:lnTo>
                  <a:lnTo>
                    <a:pt x="18" y="13"/>
                  </a:lnTo>
                  <a:lnTo>
                    <a:pt x="17" y="14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5" y="13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2" y="14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3" y="15"/>
                  </a:lnTo>
                  <a:lnTo>
                    <a:pt x="13" y="16"/>
                  </a:lnTo>
                  <a:lnTo>
                    <a:pt x="14" y="17"/>
                  </a:lnTo>
                  <a:lnTo>
                    <a:pt x="14" y="17"/>
                  </a:lnTo>
                  <a:lnTo>
                    <a:pt x="14" y="18"/>
                  </a:lnTo>
                  <a:lnTo>
                    <a:pt x="13" y="19"/>
                  </a:lnTo>
                  <a:lnTo>
                    <a:pt x="13" y="19"/>
                  </a:lnTo>
                  <a:lnTo>
                    <a:pt x="13" y="20"/>
                  </a:lnTo>
                  <a:lnTo>
                    <a:pt x="13" y="20"/>
                  </a:lnTo>
                  <a:lnTo>
                    <a:pt x="11" y="22"/>
                  </a:lnTo>
                  <a:lnTo>
                    <a:pt x="11" y="23"/>
                  </a:lnTo>
                  <a:lnTo>
                    <a:pt x="10" y="25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29"/>
                  </a:lnTo>
                  <a:lnTo>
                    <a:pt x="8" y="30"/>
                  </a:lnTo>
                  <a:lnTo>
                    <a:pt x="8" y="31"/>
                  </a:lnTo>
                  <a:lnTo>
                    <a:pt x="7" y="32"/>
                  </a:lnTo>
                  <a:lnTo>
                    <a:pt x="6" y="32"/>
                  </a:lnTo>
                  <a:lnTo>
                    <a:pt x="5" y="32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5" y="35"/>
                  </a:lnTo>
                  <a:lnTo>
                    <a:pt x="5" y="36"/>
                  </a:lnTo>
                  <a:lnTo>
                    <a:pt x="5" y="36"/>
                  </a:lnTo>
                  <a:lnTo>
                    <a:pt x="6" y="36"/>
                  </a:lnTo>
                  <a:lnTo>
                    <a:pt x="7" y="36"/>
                  </a:lnTo>
                  <a:lnTo>
                    <a:pt x="7" y="36"/>
                  </a:lnTo>
                  <a:lnTo>
                    <a:pt x="8" y="36"/>
                  </a:lnTo>
                  <a:lnTo>
                    <a:pt x="8" y="37"/>
                  </a:lnTo>
                  <a:lnTo>
                    <a:pt x="8" y="38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9" y="41"/>
                  </a:lnTo>
                  <a:lnTo>
                    <a:pt x="10" y="43"/>
                  </a:lnTo>
                  <a:lnTo>
                    <a:pt x="11" y="45"/>
                  </a:lnTo>
                  <a:lnTo>
                    <a:pt x="12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13" y="48"/>
                  </a:lnTo>
                  <a:lnTo>
                    <a:pt x="13" y="49"/>
                  </a:lnTo>
                  <a:lnTo>
                    <a:pt x="13" y="50"/>
                  </a:lnTo>
                  <a:lnTo>
                    <a:pt x="13" y="51"/>
                  </a:lnTo>
                  <a:lnTo>
                    <a:pt x="13" y="52"/>
                  </a:lnTo>
                  <a:lnTo>
                    <a:pt x="12" y="53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14" y="56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6" y="54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8" y="54"/>
                  </a:lnTo>
                  <a:lnTo>
                    <a:pt x="19" y="54"/>
                  </a:lnTo>
                  <a:lnTo>
                    <a:pt x="19" y="55"/>
                  </a:lnTo>
                  <a:lnTo>
                    <a:pt x="20" y="55"/>
                  </a:lnTo>
                  <a:lnTo>
                    <a:pt x="20" y="55"/>
                  </a:lnTo>
                  <a:lnTo>
                    <a:pt x="22" y="56"/>
                  </a:lnTo>
                  <a:lnTo>
                    <a:pt x="24" y="57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58"/>
                  </a:lnTo>
                  <a:lnTo>
                    <a:pt x="28" y="58"/>
                  </a:lnTo>
                  <a:lnTo>
                    <a:pt x="29" y="59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2" y="61"/>
                  </a:lnTo>
                  <a:lnTo>
                    <a:pt x="32" y="61"/>
                  </a:lnTo>
                  <a:lnTo>
                    <a:pt x="32" y="62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2" y="64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5" y="64"/>
                  </a:lnTo>
                  <a:lnTo>
                    <a:pt x="35" y="64"/>
                  </a:lnTo>
                  <a:close/>
                </a:path>
              </a:pathLst>
            </a:custGeom>
            <a:solidFill>
              <a:srgbClr val="E30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Freeform 76">
              <a:extLst>
                <a:ext uri="{FF2B5EF4-FFF2-40B4-BE49-F238E27FC236}">
                  <a16:creationId xmlns:a16="http://schemas.microsoft.com/office/drawing/2014/main" id="{8A7159E8-B87F-524F-2B47-ED8EE624C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587"/>
              <a:ext cx="72" cy="71"/>
            </a:xfrm>
            <a:custGeom>
              <a:avLst/>
              <a:gdLst>
                <a:gd name="T0" fmla="*/ 62 w 72"/>
                <a:gd name="T1" fmla="*/ 62 h 71"/>
                <a:gd name="T2" fmla="*/ 61 w 72"/>
                <a:gd name="T3" fmla="*/ 62 h 71"/>
                <a:gd name="T4" fmla="*/ 60 w 72"/>
                <a:gd name="T5" fmla="*/ 61 h 71"/>
                <a:gd name="T6" fmla="*/ 60 w 72"/>
                <a:gd name="T7" fmla="*/ 60 h 71"/>
                <a:gd name="T8" fmla="*/ 61 w 72"/>
                <a:gd name="T9" fmla="*/ 59 h 71"/>
                <a:gd name="T10" fmla="*/ 71 w 72"/>
                <a:gd name="T11" fmla="*/ 59 h 71"/>
                <a:gd name="T12" fmla="*/ 72 w 72"/>
                <a:gd name="T13" fmla="*/ 60 h 71"/>
                <a:gd name="T14" fmla="*/ 72 w 72"/>
                <a:gd name="T15" fmla="*/ 61 h 71"/>
                <a:gd name="T16" fmla="*/ 69 w 72"/>
                <a:gd name="T17" fmla="*/ 70 h 71"/>
                <a:gd name="T18" fmla="*/ 67 w 72"/>
                <a:gd name="T19" fmla="*/ 71 h 71"/>
                <a:gd name="T20" fmla="*/ 66 w 72"/>
                <a:gd name="T21" fmla="*/ 71 h 71"/>
                <a:gd name="T22" fmla="*/ 65 w 72"/>
                <a:gd name="T23" fmla="*/ 69 h 71"/>
                <a:gd name="T24" fmla="*/ 66 w 72"/>
                <a:gd name="T25" fmla="*/ 67 h 71"/>
                <a:gd name="T26" fmla="*/ 64 w 72"/>
                <a:gd name="T27" fmla="*/ 66 h 71"/>
                <a:gd name="T28" fmla="*/ 59 w 72"/>
                <a:gd name="T29" fmla="*/ 69 h 71"/>
                <a:gd name="T30" fmla="*/ 52 w 72"/>
                <a:gd name="T31" fmla="*/ 71 h 71"/>
                <a:gd name="T32" fmla="*/ 44 w 72"/>
                <a:gd name="T33" fmla="*/ 71 h 71"/>
                <a:gd name="T34" fmla="*/ 36 w 72"/>
                <a:gd name="T35" fmla="*/ 70 h 71"/>
                <a:gd name="T36" fmla="*/ 29 w 72"/>
                <a:gd name="T37" fmla="*/ 69 h 71"/>
                <a:gd name="T38" fmla="*/ 22 w 72"/>
                <a:gd name="T39" fmla="*/ 65 h 71"/>
                <a:gd name="T40" fmla="*/ 16 w 72"/>
                <a:gd name="T41" fmla="*/ 61 h 71"/>
                <a:gd name="T42" fmla="*/ 11 w 72"/>
                <a:gd name="T43" fmla="*/ 56 h 71"/>
                <a:gd name="T44" fmla="*/ 7 w 72"/>
                <a:gd name="T45" fmla="*/ 50 h 71"/>
                <a:gd name="T46" fmla="*/ 3 w 72"/>
                <a:gd name="T47" fmla="*/ 42 h 71"/>
                <a:gd name="T48" fmla="*/ 1 w 72"/>
                <a:gd name="T49" fmla="*/ 34 h 71"/>
                <a:gd name="T50" fmla="*/ 0 w 72"/>
                <a:gd name="T51" fmla="*/ 30 h 71"/>
                <a:gd name="T52" fmla="*/ 0 w 72"/>
                <a:gd name="T53" fmla="*/ 23 h 71"/>
                <a:gd name="T54" fmla="*/ 1 w 72"/>
                <a:gd name="T55" fmla="*/ 17 h 71"/>
                <a:gd name="T56" fmla="*/ 3 w 72"/>
                <a:gd name="T57" fmla="*/ 11 h 71"/>
                <a:gd name="T58" fmla="*/ 6 w 72"/>
                <a:gd name="T59" fmla="*/ 5 h 71"/>
                <a:gd name="T60" fmla="*/ 9 w 72"/>
                <a:gd name="T61" fmla="*/ 1 h 71"/>
                <a:gd name="T62" fmla="*/ 9 w 72"/>
                <a:gd name="T63" fmla="*/ 0 h 71"/>
                <a:gd name="T64" fmla="*/ 12 w 72"/>
                <a:gd name="T65" fmla="*/ 0 h 71"/>
                <a:gd name="T66" fmla="*/ 13 w 72"/>
                <a:gd name="T67" fmla="*/ 0 h 71"/>
                <a:gd name="T68" fmla="*/ 13 w 72"/>
                <a:gd name="T69" fmla="*/ 2 h 71"/>
                <a:gd name="T70" fmla="*/ 9 w 72"/>
                <a:gd name="T71" fmla="*/ 8 h 71"/>
                <a:gd name="T72" fmla="*/ 6 w 72"/>
                <a:gd name="T73" fmla="*/ 14 h 71"/>
                <a:gd name="T74" fmla="*/ 5 w 72"/>
                <a:gd name="T75" fmla="*/ 21 h 71"/>
                <a:gd name="T76" fmla="*/ 4 w 72"/>
                <a:gd name="T77" fmla="*/ 27 h 71"/>
                <a:gd name="T78" fmla="*/ 5 w 72"/>
                <a:gd name="T79" fmla="*/ 34 h 71"/>
                <a:gd name="T80" fmla="*/ 6 w 72"/>
                <a:gd name="T81" fmla="*/ 40 h 71"/>
                <a:gd name="T82" fmla="*/ 9 w 72"/>
                <a:gd name="T83" fmla="*/ 46 h 71"/>
                <a:gd name="T84" fmla="*/ 12 w 72"/>
                <a:gd name="T85" fmla="*/ 51 h 71"/>
                <a:gd name="T86" fmla="*/ 16 w 72"/>
                <a:gd name="T87" fmla="*/ 56 h 71"/>
                <a:gd name="T88" fmla="*/ 21 w 72"/>
                <a:gd name="T89" fmla="*/ 60 h 71"/>
                <a:gd name="T90" fmla="*/ 27 w 72"/>
                <a:gd name="T91" fmla="*/ 63 h 71"/>
                <a:gd name="T92" fmla="*/ 33 w 72"/>
                <a:gd name="T93" fmla="*/ 66 h 71"/>
                <a:gd name="T94" fmla="*/ 37 w 72"/>
                <a:gd name="T95" fmla="*/ 67 h 71"/>
                <a:gd name="T96" fmla="*/ 46 w 72"/>
                <a:gd name="T97" fmla="*/ 67 h 71"/>
                <a:gd name="T98" fmla="*/ 55 w 72"/>
                <a:gd name="T99" fmla="*/ 66 h 71"/>
                <a:gd name="T100" fmla="*/ 61 w 72"/>
                <a:gd name="T101" fmla="*/ 6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2" h="71">
                  <a:moveTo>
                    <a:pt x="64" y="62"/>
                  </a:moveTo>
                  <a:lnTo>
                    <a:pt x="64" y="62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1" y="62"/>
                  </a:lnTo>
                  <a:lnTo>
                    <a:pt x="61" y="62"/>
                  </a:lnTo>
                  <a:lnTo>
                    <a:pt x="60" y="62"/>
                  </a:lnTo>
                  <a:lnTo>
                    <a:pt x="60" y="61"/>
                  </a:lnTo>
                  <a:lnTo>
                    <a:pt x="60" y="61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60" y="60"/>
                  </a:lnTo>
                  <a:lnTo>
                    <a:pt x="60" y="59"/>
                  </a:lnTo>
                  <a:lnTo>
                    <a:pt x="61" y="59"/>
                  </a:lnTo>
                  <a:lnTo>
                    <a:pt x="61" y="59"/>
                  </a:lnTo>
                  <a:lnTo>
                    <a:pt x="61" y="59"/>
                  </a:lnTo>
                  <a:lnTo>
                    <a:pt x="66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2" y="60"/>
                  </a:lnTo>
                  <a:lnTo>
                    <a:pt x="72" y="60"/>
                  </a:lnTo>
                  <a:lnTo>
                    <a:pt x="72" y="61"/>
                  </a:lnTo>
                  <a:lnTo>
                    <a:pt x="72" y="61"/>
                  </a:lnTo>
                  <a:lnTo>
                    <a:pt x="70" y="65"/>
                  </a:lnTo>
                  <a:lnTo>
                    <a:pt x="69" y="70"/>
                  </a:lnTo>
                  <a:lnTo>
                    <a:pt x="69" y="70"/>
                  </a:lnTo>
                  <a:lnTo>
                    <a:pt x="68" y="70"/>
                  </a:lnTo>
                  <a:lnTo>
                    <a:pt x="68" y="71"/>
                  </a:lnTo>
                  <a:lnTo>
                    <a:pt x="67" y="71"/>
                  </a:lnTo>
                  <a:lnTo>
                    <a:pt x="67" y="71"/>
                  </a:lnTo>
                  <a:lnTo>
                    <a:pt x="67" y="71"/>
                  </a:lnTo>
                  <a:lnTo>
                    <a:pt x="66" y="71"/>
                  </a:lnTo>
                  <a:lnTo>
                    <a:pt x="66" y="70"/>
                  </a:lnTo>
                  <a:lnTo>
                    <a:pt x="66" y="69"/>
                  </a:lnTo>
                  <a:lnTo>
                    <a:pt x="65" y="69"/>
                  </a:lnTo>
                  <a:lnTo>
                    <a:pt x="65" y="69"/>
                  </a:lnTo>
                  <a:lnTo>
                    <a:pt x="66" y="68"/>
                  </a:lnTo>
                  <a:lnTo>
                    <a:pt x="66" y="67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62" y="68"/>
                  </a:lnTo>
                  <a:lnTo>
                    <a:pt x="59" y="69"/>
                  </a:lnTo>
                  <a:lnTo>
                    <a:pt x="57" y="69"/>
                  </a:lnTo>
                  <a:lnTo>
                    <a:pt x="54" y="70"/>
                  </a:lnTo>
                  <a:lnTo>
                    <a:pt x="52" y="71"/>
                  </a:lnTo>
                  <a:lnTo>
                    <a:pt x="49" y="71"/>
                  </a:lnTo>
                  <a:lnTo>
                    <a:pt x="46" y="71"/>
                  </a:lnTo>
                  <a:lnTo>
                    <a:pt x="44" y="71"/>
                  </a:lnTo>
                  <a:lnTo>
                    <a:pt x="41" y="71"/>
                  </a:lnTo>
                  <a:lnTo>
                    <a:pt x="39" y="71"/>
                  </a:lnTo>
                  <a:lnTo>
                    <a:pt x="36" y="70"/>
                  </a:lnTo>
                  <a:lnTo>
                    <a:pt x="34" y="70"/>
                  </a:lnTo>
                  <a:lnTo>
                    <a:pt x="31" y="69"/>
                  </a:lnTo>
                  <a:lnTo>
                    <a:pt x="29" y="69"/>
                  </a:lnTo>
                  <a:lnTo>
                    <a:pt x="27" y="68"/>
                  </a:lnTo>
                  <a:lnTo>
                    <a:pt x="25" y="66"/>
                  </a:lnTo>
                  <a:lnTo>
                    <a:pt x="22" y="65"/>
                  </a:lnTo>
                  <a:lnTo>
                    <a:pt x="20" y="64"/>
                  </a:lnTo>
                  <a:lnTo>
                    <a:pt x="18" y="63"/>
                  </a:lnTo>
                  <a:lnTo>
                    <a:pt x="16" y="61"/>
                  </a:lnTo>
                  <a:lnTo>
                    <a:pt x="15" y="59"/>
                  </a:lnTo>
                  <a:lnTo>
                    <a:pt x="13" y="58"/>
                  </a:lnTo>
                  <a:lnTo>
                    <a:pt x="11" y="56"/>
                  </a:lnTo>
                  <a:lnTo>
                    <a:pt x="9" y="54"/>
                  </a:lnTo>
                  <a:lnTo>
                    <a:pt x="8" y="52"/>
                  </a:lnTo>
                  <a:lnTo>
                    <a:pt x="7" y="50"/>
                  </a:lnTo>
                  <a:lnTo>
                    <a:pt x="5" y="47"/>
                  </a:lnTo>
                  <a:lnTo>
                    <a:pt x="4" y="45"/>
                  </a:lnTo>
                  <a:lnTo>
                    <a:pt x="3" y="42"/>
                  </a:lnTo>
                  <a:lnTo>
                    <a:pt x="2" y="40"/>
                  </a:lnTo>
                  <a:lnTo>
                    <a:pt x="2" y="37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1" y="32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1" y="21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2" y="15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4" y="9"/>
                  </a:lnTo>
                  <a:lnTo>
                    <a:pt x="5" y="7"/>
                  </a:lnTo>
                  <a:lnTo>
                    <a:pt x="6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3" y="2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9" y="8"/>
                  </a:lnTo>
                  <a:lnTo>
                    <a:pt x="7" y="11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5" y="17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4" y="30"/>
                  </a:lnTo>
                  <a:lnTo>
                    <a:pt x="4" y="32"/>
                  </a:lnTo>
                  <a:lnTo>
                    <a:pt x="5" y="34"/>
                  </a:lnTo>
                  <a:lnTo>
                    <a:pt x="5" y="36"/>
                  </a:lnTo>
                  <a:lnTo>
                    <a:pt x="6" y="38"/>
                  </a:lnTo>
                  <a:lnTo>
                    <a:pt x="6" y="40"/>
                  </a:lnTo>
                  <a:lnTo>
                    <a:pt x="7" y="42"/>
                  </a:lnTo>
                  <a:lnTo>
                    <a:pt x="8" y="44"/>
                  </a:lnTo>
                  <a:lnTo>
                    <a:pt x="9" y="46"/>
                  </a:lnTo>
                  <a:lnTo>
                    <a:pt x="10" y="48"/>
                  </a:lnTo>
                  <a:lnTo>
                    <a:pt x="11" y="49"/>
                  </a:lnTo>
                  <a:lnTo>
                    <a:pt x="12" y="51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6"/>
                  </a:lnTo>
                  <a:lnTo>
                    <a:pt x="18" y="58"/>
                  </a:lnTo>
                  <a:lnTo>
                    <a:pt x="19" y="59"/>
                  </a:lnTo>
                  <a:lnTo>
                    <a:pt x="21" y="60"/>
                  </a:lnTo>
                  <a:lnTo>
                    <a:pt x="23" y="61"/>
                  </a:lnTo>
                  <a:lnTo>
                    <a:pt x="25" y="62"/>
                  </a:lnTo>
                  <a:lnTo>
                    <a:pt x="27" y="63"/>
                  </a:lnTo>
                  <a:lnTo>
                    <a:pt x="29" y="64"/>
                  </a:lnTo>
                  <a:lnTo>
                    <a:pt x="31" y="65"/>
                  </a:lnTo>
                  <a:lnTo>
                    <a:pt x="33" y="66"/>
                  </a:lnTo>
                  <a:lnTo>
                    <a:pt x="35" y="66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40" y="67"/>
                  </a:lnTo>
                  <a:lnTo>
                    <a:pt x="43" y="67"/>
                  </a:lnTo>
                  <a:lnTo>
                    <a:pt x="46" y="67"/>
                  </a:lnTo>
                  <a:lnTo>
                    <a:pt x="49" y="67"/>
                  </a:lnTo>
                  <a:lnTo>
                    <a:pt x="52" y="67"/>
                  </a:lnTo>
                  <a:lnTo>
                    <a:pt x="55" y="66"/>
                  </a:lnTo>
                  <a:lnTo>
                    <a:pt x="58" y="65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4" y="62"/>
                  </a:lnTo>
                  <a:lnTo>
                    <a:pt x="64" y="62"/>
                  </a:lnTo>
                  <a:close/>
                </a:path>
              </a:pathLst>
            </a:custGeom>
            <a:solidFill>
              <a:srgbClr val="E30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Freeform 77">
              <a:extLst>
                <a:ext uri="{FF2B5EF4-FFF2-40B4-BE49-F238E27FC236}">
                  <a16:creationId xmlns:a16="http://schemas.microsoft.com/office/drawing/2014/main" id="{01E272F4-D814-8FB9-2E47-ABD209D224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6" y="600"/>
              <a:ext cx="27" cy="29"/>
            </a:xfrm>
            <a:custGeom>
              <a:avLst/>
              <a:gdLst>
                <a:gd name="T0" fmla="*/ 15 w 27"/>
                <a:gd name="T1" fmla="*/ 0 h 29"/>
                <a:gd name="T2" fmla="*/ 19 w 27"/>
                <a:gd name="T3" fmla="*/ 1 h 29"/>
                <a:gd name="T4" fmla="*/ 22 w 27"/>
                <a:gd name="T5" fmla="*/ 3 h 29"/>
                <a:gd name="T6" fmla="*/ 25 w 27"/>
                <a:gd name="T7" fmla="*/ 6 h 29"/>
                <a:gd name="T8" fmla="*/ 27 w 27"/>
                <a:gd name="T9" fmla="*/ 10 h 29"/>
                <a:gd name="T10" fmla="*/ 27 w 27"/>
                <a:gd name="T11" fmla="*/ 14 h 29"/>
                <a:gd name="T12" fmla="*/ 27 w 27"/>
                <a:gd name="T13" fmla="*/ 17 h 29"/>
                <a:gd name="T14" fmla="*/ 26 w 27"/>
                <a:gd name="T15" fmla="*/ 21 h 29"/>
                <a:gd name="T16" fmla="*/ 23 w 27"/>
                <a:gd name="T17" fmla="*/ 24 h 29"/>
                <a:gd name="T18" fmla="*/ 20 w 27"/>
                <a:gd name="T19" fmla="*/ 27 h 29"/>
                <a:gd name="T20" fmla="*/ 17 w 27"/>
                <a:gd name="T21" fmla="*/ 28 h 29"/>
                <a:gd name="T22" fmla="*/ 14 w 27"/>
                <a:gd name="T23" fmla="*/ 29 h 29"/>
                <a:gd name="T24" fmla="*/ 10 w 27"/>
                <a:gd name="T25" fmla="*/ 28 h 29"/>
                <a:gd name="T26" fmla="*/ 6 w 27"/>
                <a:gd name="T27" fmla="*/ 26 h 29"/>
                <a:gd name="T28" fmla="*/ 3 w 27"/>
                <a:gd name="T29" fmla="*/ 23 h 29"/>
                <a:gd name="T30" fmla="*/ 1 w 27"/>
                <a:gd name="T31" fmla="*/ 20 h 29"/>
                <a:gd name="T32" fmla="*/ 0 w 27"/>
                <a:gd name="T33" fmla="*/ 16 h 29"/>
                <a:gd name="T34" fmla="*/ 0 w 27"/>
                <a:gd name="T35" fmla="*/ 13 h 29"/>
                <a:gd name="T36" fmla="*/ 1 w 27"/>
                <a:gd name="T37" fmla="*/ 9 h 29"/>
                <a:gd name="T38" fmla="*/ 3 w 27"/>
                <a:gd name="T39" fmla="*/ 5 h 29"/>
                <a:gd name="T40" fmla="*/ 6 w 27"/>
                <a:gd name="T41" fmla="*/ 2 h 29"/>
                <a:gd name="T42" fmla="*/ 9 w 27"/>
                <a:gd name="T43" fmla="*/ 1 h 29"/>
                <a:gd name="T44" fmla="*/ 14 w 27"/>
                <a:gd name="T45" fmla="*/ 0 h 29"/>
                <a:gd name="T46" fmla="*/ 3 w 27"/>
                <a:gd name="T47" fmla="*/ 14 h 29"/>
                <a:gd name="T48" fmla="*/ 4 w 27"/>
                <a:gd name="T49" fmla="*/ 17 h 29"/>
                <a:gd name="T50" fmla="*/ 5 w 27"/>
                <a:gd name="T51" fmla="*/ 20 h 29"/>
                <a:gd name="T52" fmla="*/ 7 w 27"/>
                <a:gd name="T53" fmla="*/ 22 h 29"/>
                <a:gd name="T54" fmla="*/ 10 w 27"/>
                <a:gd name="T55" fmla="*/ 24 h 29"/>
                <a:gd name="T56" fmla="*/ 13 w 27"/>
                <a:gd name="T57" fmla="*/ 25 h 29"/>
                <a:gd name="T58" fmla="*/ 15 w 27"/>
                <a:gd name="T59" fmla="*/ 25 h 29"/>
                <a:gd name="T60" fmla="*/ 18 w 27"/>
                <a:gd name="T61" fmla="*/ 24 h 29"/>
                <a:gd name="T62" fmla="*/ 21 w 27"/>
                <a:gd name="T63" fmla="*/ 22 h 29"/>
                <a:gd name="T64" fmla="*/ 23 w 27"/>
                <a:gd name="T65" fmla="*/ 18 h 29"/>
                <a:gd name="T66" fmla="*/ 24 w 27"/>
                <a:gd name="T67" fmla="*/ 15 h 29"/>
                <a:gd name="T68" fmla="*/ 24 w 27"/>
                <a:gd name="T69" fmla="*/ 13 h 29"/>
                <a:gd name="T70" fmla="*/ 23 w 27"/>
                <a:gd name="T71" fmla="*/ 10 h 29"/>
                <a:gd name="T72" fmla="*/ 21 w 27"/>
                <a:gd name="T73" fmla="*/ 7 h 29"/>
                <a:gd name="T74" fmla="*/ 18 w 27"/>
                <a:gd name="T75" fmla="*/ 5 h 29"/>
                <a:gd name="T76" fmla="*/ 15 w 27"/>
                <a:gd name="T77" fmla="*/ 4 h 29"/>
                <a:gd name="T78" fmla="*/ 13 w 27"/>
                <a:gd name="T79" fmla="*/ 4 h 29"/>
                <a:gd name="T80" fmla="*/ 10 w 27"/>
                <a:gd name="T81" fmla="*/ 4 h 29"/>
                <a:gd name="T82" fmla="*/ 7 w 27"/>
                <a:gd name="T83" fmla="*/ 6 h 29"/>
                <a:gd name="T84" fmla="*/ 5 w 27"/>
                <a:gd name="T85" fmla="*/ 8 h 29"/>
                <a:gd name="T86" fmla="*/ 4 w 27"/>
                <a:gd name="T87" fmla="*/ 11 h 29"/>
                <a:gd name="T88" fmla="*/ 3 w 27"/>
                <a:gd name="T89" fmla="*/ 1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7" h="29">
                  <a:moveTo>
                    <a:pt x="14" y="0"/>
                  </a:move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8" y="1"/>
                  </a:lnTo>
                  <a:lnTo>
                    <a:pt x="19" y="1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3"/>
                  </a:lnTo>
                  <a:lnTo>
                    <a:pt x="23" y="4"/>
                  </a:lnTo>
                  <a:lnTo>
                    <a:pt x="24" y="5"/>
                  </a:lnTo>
                  <a:lnTo>
                    <a:pt x="25" y="6"/>
                  </a:lnTo>
                  <a:lnTo>
                    <a:pt x="26" y="7"/>
                  </a:lnTo>
                  <a:lnTo>
                    <a:pt x="26" y="9"/>
                  </a:lnTo>
                  <a:lnTo>
                    <a:pt x="27" y="10"/>
                  </a:lnTo>
                  <a:lnTo>
                    <a:pt x="27" y="11"/>
                  </a:lnTo>
                  <a:lnTo>
                    <a:pt x="27" y="13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7" y="16"/>
                  </a:lnTo>
                  <a:lnTo>
                    <a:pt x="27" y="17"/>
                  </a:lnTo>
                  <a:lnTo>
                    <a:pt x="27" y="18"/>
                  </a:lnTo>
                  <a:lnTo>
                    <a:pt x="26" y="20"/>
                  </a:lnTo>
                  <a:lnTo>
                    <a:pt x="26" y="21"/>
                  </a:lnTo>
                  <a:lnTo>
                    <a:pt x="25" y="22"/>
                  </a:lnTo>
                  <a:lnTo>
                    <a:pt x="24" y="23"/>
                  </a:lnTo>
                  <a:lnTo>
                    <a:pt x="23" y="24"/>
                  </a:lnTo>
                  <a:lnTo>
                    <a:pt x="23" y="25"/>
                  </a:lnTo>
                  <a:lnTo>
                    <a:pt x="21" y="26"/>
                  </a:lnTo>
                  <a:lnTo>
                    <a:pt x="20" y="27"/>
                  </a:lnTo>
                  <a:lnTo>
                    <a:pt x="19" y="28"/>
                  </a:lnTo>
                  <a:lnTo>
                    <a:pt x="18" y="28"/>
                  </a:lnTo>
                  <a:lnTo>
                    <a:pt x="17" y="28"/>
                  </a:lnTo>
                  <a:lnTo>
                    <a:pt x="15" y="28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2" y="28"/>
                  </a:lnTo>
                  <a:lnTo>
                    <a:pt x="11" y="28"/>
                  </a:lnTo>
                  <a:lnTo>
                    <a:pt x="10" y="28"/>
                  </a:lnTo>
                  <a:lnTo>
                    <a:pt x="8" y="28"/>
                  </a:lnTo>
                  <a:lnTo>
                    <a:pt x="7" y="27"/>
                  </a:lnTo>
                  <a:lnTo>
                    <a:pt x="6" y="26"/>
                  </a:lnTo>
                  <a:lnTo>
                    <a:pt x="5" y="25"/>
                  </a:lnTo>
                  <a:lnTo>
                    <a:pt x="4" y="24"/>
                  </a:lnTo>
                  <a:lnTo>
                    <a:pt x="3" y="23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" y="20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1" y="9"/>
                  </a:lnTo>
                  <a:lnTo>
                    <a:pt x="2" y="7"/>
                  </a:lnTo>
                  <a:lnTo>
                    <a:pt x="2" y="6"/>
                  </a:lnTo>
                  <a:lnTo>
                    <a:pt x="3" y="5"/>
                  </a:lnTo>
                  <a:lnTo>
                    <a:pt x="4" y="4"/>
                  </a:lnTo>
                  <a:lnTo>
                    <a:pt x="5" y="3"/>
                  </a:lnTo>
                  <a:lnTo>
                    <a:pt x="6" y="2"/>
                  </a:lnTo>
                  <a:lnTo>
                    <a:pt x="7" y="2"/>
                  </a:lnTo>
                  <a:lnTo>
                    <a:pt x="8" y="1"/>
                  </a:lnTo>
                  <a:lnTo>
                    <a:pt x="9" y="1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0"/>
                  </a:lnTo>
                  <a:close/>
                  <a:moveTo>
                    <a:pt x="3" y="14"/>
                  </a:moveTo>
                  <a:lnTo>
                    <a:pt x="3" y="14"/>
                  </a:lnTo>
                  <a:lnTo>
                    <a:pt x="3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6" y="21"/>
                  </a:lnTo>
                  <a:lnTo>
                    <a:pt x="6" y="22"/>
                  </a:lnTo>
                  <a:lnTo>
                    <a:pt x="7" y="22"/>
                  </a:lnTo>
                  <a:lnTo>
                    <a:pt x="8" y="23"/>
                  </a:lnTo>
                  <a:lnTo>
                    <a:pt x="9" y="24"/>
                  </a:lnTo>
                  <a:lnTo>
                    <a:pt x="10" y="24"/>
                  </a:lnTo>
                  <a:lnTo>
                    <a:pt x="11" y="24"/>
                  </a:lnTo>
                  <a:lnTo>
                    <a:pt x="12" y="25"/>
                  </a:lnTo>
                  <a:lnTo>
                    <a:pt x="13" y="25"/>
                  </a:lnTo>
                  <a:lnTo>
                    <a:pt x="14" y="25"/>
                  </a:lnTo>
                  <a:lnTo>
                    <a:pt x="14" y="25"/>
                  </a:lnTo>
                  <a:lnTo>
                    <a:pt x="15" y="25"/>
                  </a:lnTo>
                  <a:lnTo>
                    <a:pt x="16" y="25"/>
                  </a:lnTo>
                  <a:lnTo>
                    <a:pt x="17" y="24"/>
                  </a:lnTo>
                  <a:lnTo>
                    <a:pt x="18" y="24"/>
                  </a:lnTo>
                  <a:lnTo>
                    <a:pt x="19" y="24"/>
                  </a:lnTo>
                  <a:lnTo>
                    <a:pt x="19" y="23"/>
                  </a:lnTo>
                  <a:lnTo>
                    <a:pt x="21" y="22"/>
                  </a:lnTo>
                  <a:lnTo>
                    <a:pt x="22" y="20"/>
                  </a:lnTo>
                  <a:lnTo>
                    <a:pt x="23" y="19"/>
                  </a:lnTo>
                  <a:lnTo>
                    <a:pt x="23" y="18"/>
                  </a:lnTo>
                  <a:lnTo>
                    <a:pt x="23" y="17"/>
                  </a:lnTo>
                  <a:lnTo>
                    <a:pt x="24" y="16"/>
                  </a:lnTo>
                  <a:lnTo>
                    <a:pt x="24" y="15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4" y="13"/>
                  </a:lnTo>
                  <a:lnTo>
                    <a:pt x="24" y="12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3" y="9"/>
                  </a:lnTo>
                  <a:lnTo>
                    <a:pt x="22" y="8"/>
                  </a:lnTo>
                  <a:lnTo>
                    <a:pt x="21" y="7"/>
                  </a:lnTo>
                  <a:lnTo>
                    <a:pt x="19" y="6"/>
                  </a:lnTo>
                  <a:lnTo>
                    <a:pt x="19" y="5"/>
                  </a:lnTo>
                  <a:lnTo>
                    <a:pt x="18" y="5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5"/>
                  </a:lnTo>
                  <a:lnTo>
                    <a:pt x="8" y="5"/>
                  </a:lnTo>
                  <a:lnTo>
                    <a:pt x="7" y="6"/>
                  </a:lnTo>
                  <a:lnTo>
                    <a:pt x="7" y="7"/>
                  </a:lnTo>
                  <a:lnTo>
                    <a:pt x="6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4"/>
                  </a:lnTo>
                  <a:close/>
                </a:path>
              </a:pathLst>
            </a:custGeom>
            <a:solidFill>
              <a:srgbClr val="E30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74" name="Freeform 78">
              <a:extLst>
                <a:ext uri="{FF2B5EF4-FFF2-40B4-BE49-F238E27FC236}">
                  <a16:creationId xmlns:a16="http://schemas.microsoft.com/office/drawing/2014/main" id="{76716225-2166-BBBE-C50D-58F43966B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592"/>
              <a:ext cx="17" cy="18"/>
            </a:xfrm>
            <a:custGeom>
              <a:avLst/>
              <a:gdLst>
                <a:gd name="T0" fmla="*/ 16 w 17"/>
                <a:gd name="T1" fmla="*/ 0 h 18"/>
                <a:gd name="T2" fmla="*/ 16 w 17"/>
                <a:gd name="T3" fmla="*/ 0 h 18"/>
                <a:gd name="T4" fmla="*/ 17 w 17"/>
                <a:gd name="T5" fmla="*/ 1 h 18"/>
                <a:gd name="T6" fmla="*/ 17 w 17"/>
                <a:gd name="T7" fmla="*/ 1 h 18"/>
                <a:gd name="T8" fmla="*/ 17 w 17"/>
                <a:gd name="T9" fmla="*/ 2 h 18"/>
                <a:gd name="T10" fmla="*/ 17 w 17"/>
                <a:gd name="T11" fmla="*/ 2 h 18"/>
                <a:gd name="T12" fmla="*/ 17 w 17"/>
                <a:gd name="T13" fmla="*/ 2 h 18"/>
                <a:gd name="T14" fmla="*/ 17 w 17"/>
                <a:gd name="T15" fmla="*/ 3 h 18"/>
                <a:gd name="T16" fmla="*/ 17 w 17"/>
                <a:gd name="T17" fmla="*/ 4 h 18"/>
                <a:gd name="T18" fmla="*/ 17 w 17"/>
                <a:gd name="T19" fmla="*/ 4 h 18"/>
                <a:gd name="T20" fmla="*/ 16 w 17"/>
                <a:gd name="T21" fmla="*/ 4 h 18"/>
                <a:gd name="T22" fmla="*/ 16 w 17"/>
                <a:gd name="T23" fmla="*/ 4 h 18"/>
                <a:gd name="T24" fmla="*/ 15 w 17"/>
                <a:gd name="T25" fmla="*/ 4 h 18"/>
                <a:gd name="T26" fmla="*/ 15 w 17"/>
                <a:gd name="T27" fmla="*/ 4 h 18"/>
                <a:gd name="T28" fmla="*/ 13 w 17"/>
                <a:gd name="T29" fmla="*/ 5 h 18"/>
                <a:gd name="T30" fmla="*/ 11 w 17"/>
                <a:gd name="T31" fmla="*/ 6 h 18"/>
                <a:gd name="T32" fmla="*/ 10 w 17"/>
                <a:gd name="T33" fmla="*/ 8 h 18"/>
                <a:gd name="T34" fmla="*/ 8 w 17"/>
                <a:gd name="T35" fmla="*/ 9 h 18"/>
                <a:gd name="T36" fmla="*/ 7 w 17"/>
                <a:gd name="T37" fmla="*/ 10 h 18"/>
                <a:gd name="T38" fmla="*/ 6 w 17"/>
                <a:gd name="T39" fmla="*/ 12 h 18"/>
                <a:gd name="T40" fmla="*/ 5 w 17"/>
                <a:gd name="T41" fmla="*/ 14 h 18"/>
                <a:gd name="T42" fmla="*/ 4 w 17"/>
                <a:gd name="T43" fmla="*/ 16 h 18"/>
                <a:gd name="T44" fmla="*/ 4 w 17"/>
                <a:gd name="T45" fmla="*/ 16 h 18"/>
                <a:gd name="T46" fmla="*/ 4 w 17"/>
                <a:gd name="T47" fmla="*/ 17 h 18"/>
                <a:gd name="T48" fmla="*/ 3 w 17"/>
                <a:gd name="T49" fmla="*/ 18 h 18"/>
                <a:gd name="T50" fmla="*/ 3 w 17"/>
                <a:gd name="T51" fmla="*/ 18 h 18"/>
                <a:gd name="T52" fmla="*/ 2 w 17"/>
                <a:gd name="T53" fmla="*/ 18 h 18"/>
                <a:gd name="T54" fmla="*/ 2 w 17"/>
                <a:gd name="T55" fmla="*/ 18 h 18"/>
                <a:gd name="T56" fmla="*/ 1 w 17"/>
                <a:gd name="T57" fmla="*/ 18 h 18"/>
                <a:gd name="T58" fmla="*/ 1 w 17"/>
                <a:gd name="T59" fmla="*/ 18 h 18"/>
                <a:gd name="T60" fmla="*/ 1 w 17"/>
                <a:gd name="T61" fmla="*/ 18 h 18"/>
                <a:gd name="T62" fmla="*/ 0 w 17"/>
                <a:gd name="T63" fmla="*/ 18 h 18"/>
                <a:gd name="T64" fmla="*/ 0 w 17"/>
                <a:gd name="T65" fmla="*/ 17 h 18"/>
                <a:gd name="T66" fmla="*/ 0 w 17"/>
                <a:gd name="T67" fmla="*/ 17 h 18"/>
                <a:gd name="T68" fmla="*/ 0 w 17"/>
                <a:gd name="T69" fmla="*/ 16 h 18"/>
                <a:gd name="T70" fmla="*/ 0 w 17"/>
                <a:gd name="T71" fmla="*/ 15 h 18"/>
                <a:gd name="T72" fmla="*/ 0 w 17"/>
                <a:gd name="T73" fmla="*/ 15 h 18"/>
                <a:gd name="T74" fmla="*/ 1 w 17"/>
                <a:gd name="T75" fmla="*/ 13 h 18"/>
                <a:gd name="T76" fmla="*/ 3 w 17"/>
                <a:gd name="T77" fmla="*/ 11 h 18"/>
                <a:gd name="T78" fmla="*/ 4 w 17"/>
                <a:gd name="T79" fmla="*/ 9 h 18"/>
                <a:gd name="T80" fmla="*/ 6 w 17"/>
                <a:gd name="T81" fmla="*/ 7 h 18"/>
                <a:gd name="T82" fmla="*/ 7 w 17"/>
                <a:gd name="T83" fmla="*/ 5 h 18"/>
                <a:gd name="T84" fmla="*/ 9 w 17"/>
                <a:gd name="T85" fmla="*/ 4 h 18"/>
                <a:gd name="T86" fmla="*/ 11 w 17"/>
                <a:gd name="T87" fmla="*/ 2 h 18"/>
                <a:gd name="T88" fmla="*/ 14 w 17"/>
                <a:gd name="T89" fmla="*/ 1 h 18"/>
                <a:gd name="T90" fmla="*/ 14 w 17"/>
                <a:gd name="T91" fmla="*/ 1 h 18"/>
                <a:gd name="T92" fmla="*/ 15 w 17"/>
                <a:gd name="T93" fmla="*/ 1 h 18"/>
                <a:gd name="T94" fmla="*/ 15 w 17"/>
                <a:gd name="T95" fmla="*/ 1 h 18"/>
                <a:gd name="T96" fmla="*/ 16 w 17"/>
                <a:gd name="T97" fmla="*/ 0 h 18"/>
                <a:gd name="T98" fmla="*/ 16 w 17"/>
                <a:gd name="T9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" h="18">
                  <a:moveTo>
                    <a:pt x="16" y="0"/>
                  </a:moveTo>
                  <a:lnTo>
                    <a:pt x="16" y="0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3" y="5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8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5" y="14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1" y="18"/>
                  </a:lnTo>
                  <a:lnTo>
                    <a:pt x="1" y="18"/>
                  </a:lnTo>
                  <a:lnTo>
                    <a:pt x="1" y="18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3" y="11"/>
                  </a:lnTo>
                  <a:lnTo>
                    <a:pt x="4" y="9"/>
                  </a:lnTo>
                  <a:lnTo>
                    <a:pt x="6" y="7"/>
                  </a:lnTo>
                  <a:lnTo>
                    <a:pt x="7" y="5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5" y="1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30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Freeform 79">
              <a:extLst>
                <a:ext uri="{FF2B5EF4-FFF2-40B4-BE49-F238E27FC236}">
                  <a16:creationId xmlns:a16="http://schemas.microsoft.com/office/drawing/2014/main" id="{6A8841C9-FE67-7D99-648C-1928A9DCE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614"/>
              <a:ext cx="5" cy="6"/>
            </a:xfrm>
            <a:custGeom>
              <a:avLst/>
              <a:gdLst>
                <a:gd name="T0" fmla="*/ 0 w 5"/>
                <a:gd name="T1" fmla="*/ 2 h 6"/>
                <a:gd name="T2" fmla="*/ 0 w 5"/>
                <a:gd name="T3" fmla="*/ 2 h 6"/>
                <a:gd name="T4" fmla="*/ 1 w 5"/>
                <a:gd name="T5" fmla="*/ 1 h 6"/>
                <a:gd name="T6" fmla="*/ 2 w 5"/>
                <a:gd name="T7" fmla="*/ 1 h 6"/>
                <a:gd name="T8" fmla="*/ 2 w 5"/>
                <a:gd name="T9" fmla="*/ 0 h 6"/>
                <a:gd name="T10" fmla="*/ 2 w 5"/>
                <a:gd name="T11" fmla="*/ 0 h 6"/>
                <a:gd name="T12" fmla="*/ 3 w 5"/>
                <a:gd name="T13" fmla="*/ 0 h 6"/>
                <a:gd name="T14" fmla="*/ 3 w 5"/>
                <a:gd name="T15" fmla="*/ 0 h 6"/>
                <a:gd name="T16" fmla="*/ 3 w 5"/>
                <a:gd name="T17" fmla="*/ 1 h 6"/>
                <a:gd name="T18" fmla="*/ 5 w 5"/>
                <a:gd name="T19" fmla="*/ 2 h 6"/>
                <a:gd name="T20" fmla="*/ 5 w 5"/>
                <a:gd name="T21" fmla="*/ 2 h 6"/>
                <a:gd name="T22" fmla="*/ 5 w 5"/>
                <a:gd name="T23" fmla="*/ 2 h 6"/>
                <a:gd name="T24" fmla="*/ 5 w 5"/>
                <a:gd name="T25" fmla="*/ 2 h 6"/>
                <a:gd name="T26" fmla="*/ 5 w 5"/>
                <a:gd name="T27" fmla="*/ 4 h 6"/>
                <a:gd name="T28" fmla="*/ 5 w 5"/>
                <a:gd name="T29" fmla="*/ 5 h 6"/>
                <a:gd name="T30" fmla="*/ 5 w 5"/>
                <a:gd name="T31" fmla="*/ 5 h 6"/>
                <a:gd name="T32" fmla="*/ 5 w 5"/>
                <a:gd name="T33" fmla="*/ 6 h 6"/>
                <a:gd name="T34" fmla="*/ 4 w 5"/>
                <a:gd name="T35" fmla="*/ 6 h 6"/>
                <a:gd name="T36" fmla="*/ 3 w 5"/>
                <a:gd name="T37" fmla="*/ 6 h 6"/>
                <a:gd name="T38" fmla="*/ 3 w 5"/>
                <a:gd name="T39" fmla="*/ 6 h 6"/>
                <a:gd name="T40" fmla="*/ 2 w 5"/>
                <a:gd name="T41" fmla="*/ 6 h 6"/>
                <a:gd name="T42" fmla="*/ 2 w 5"/>
                <a:gd name="T43" fmla="*/ 6 h 6"/>
                <a:gd name="T44" fmla="*/ 1 w 5"/>
                <a:gd name="T45" fmla="*/ 6 h 6"/>
                <a:gd name="T46" fmla="*/ 1 w 5"/>
                <a:gd name="T47" fmla="*/ 5 h 6"/>
                <a:gd name="T48" fmla="*/ 1 w 5"/>
                <a:gd name="T49" fmla="*/ 5 h 6"/>
                <a:gd name="T50" fmla="*/ 0 w 5"/>
                <a:gd name="T51" fmla="*/ 4 h 6"/>
                <a:gd name="T52" fmla="*/ 0 w 5"/>
                <a:gd name="T53" fmla="*/ 2 h 6"/>
                <a:gd name="T54" fmla="*/ 0 w 5"/>
                <a:gd name="T55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" h="6">
                  <a:moveTo>
                    <a:pt x="0" y="2"/>
                  </a:moveTo>
                  <a:lnTo>
                    <a:pt x="0" y="2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Rectangle 80">
              <a:extLst>
                <a:ext uri="{FF2B5EF4-FFF2-40B4-BE49-F238E27FC236}">
                  <a16:creationId xmlns:a16="http://schemas.microsoft.com/office/drawing/2014/main" id="{3A14AF29-08C2-8276-FA71-1BF0924FC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" y="1884"/>
              <a:ext cx="94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10587E"/>
                  </a:solidFill>
                  <a:effectLst/>
                  <a:latin typeface="Roboto Condensed" panose="02000000000000000000" pitchFamily="2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" name="Rectangle 81">
              <a:extLst>
                <a:ext uri="{FF2B5EF4-FFF2-40B4-BE49-F238E27FC236}">
                  <a16:creationId xmlns:a16="http://schemas.microsoft.com/office/drawing/2014/main" id="{112AD899-E33F-19E6-8E5E-3420B7719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884"/>
              <a:ext cx="6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1" i="0" u="none" strike="noStrike" cap="none" normalizeH="0" baseline="0" dirty="0">
                  <a:ln>
                    <a:noFill/>
                  </a:ln>
                  <a:solidFill>
                    <a:srgbClr val="31393D"/>
                  </a:solidFill>
                  <a:effectLst/>
                  <a:latin typeface="Roboto Condensed" panose="02000000000000000000" pitchFamily="2" charset="0"/>
                </a:rPr>
                <a:t>ST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1393D"/>
                </a:solidFill>
                <a:effectLst/>
              </a:endParaRPr>
            </a:p>
          </p:txBody>
        </p:sp>
        <p:sp>
          <p:nvSpPr>
            <p:cNvPr id="78" name="Rectangle 82">
              <a:extLst>
                <a:ext uri="{FF2B5EF4-FFF2-40B4-BE49-F238E27FC236}">
                  <a16:creationId xmlns:a16="http://schemas.microsoft.com/office/drawing/2014/main" id="{165B68E8-DC1E-9279-7126-5DA22E309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1989"/>
              <a:ext cx="24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rgbClr val="31393D"/>
                  </a:solidFill>
                  <a:effectLst/>
                  <a:latin typeface="Roboto Condensed" panose="02000000000000000000" pitchFamily="2" charset="0"/>
                </a:rPr>
                <a:t>LEVEL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1393D"/>
                </a:solidFill>
                <a:effectLst/>
              </a:endParaRPr>
            </a:p>
          </p:txBody>
        </p:sp>
        <p:sp>
          <p:nvSpPr>
            <p:cNvPr id="79" name="Rectangle 83">
              <a:extLst>
                <a:ext uri="{FF2B5EF4-FFF2-40B4-BE49-F238E27FC236}">
                  <a16:creationId xmlns:a16="http://schemas.microsoft.com/office/drawing/2014/main" id="{765F9696-5755-DA68-2B06-7A403DCE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2094"/>
              <a:ext cx="25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rgbClr val="31393D"/>
                  </a:solidFill>
                  <a:effectLst/>
                  <a:latin typeface="Roboto Condensed" panose="02000000000000000000" pitchFamily="2" charset="0"/>
                </a:rPr>
                <a:t>FILTER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1393D"/>
                </a:solidFill>
                <a:effectLst/>
              </a:endParaRPr>
            </a:p>
          </p:txBody>
        </p:sp>
        <p:sp>
          <p:nvSpPr>
            <p:cNvPr id="80" name="Rectangle 84">
              <a:extLst>
                <a:ext uri="{FF2B5EF4-FFF2-40B4-BE49-F238E27FC236}">
                  <a16:creationId xmlns:a16="http://schemas.microsoft.com/office/drawing/2014/main" id="{3CAAAED4-3185-3716-241E-AB474538C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6" y="2589"/>
              <a:ext cx="4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rgbClr val="E30656"/>
                  </a:solidFill>
                  <a:effectLst/>
                  <a:latin typeface="Roboto Condensed" panose="02000000000000000000" pitchFamily="2" charset="0"/>
                </a:rPr>
                <a:t>2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30656"/>
                </a:solidFill>
                <a:effectLst/>
              </a:endParaRPr>
            </a:p>
          </p:txBody>
        </p:sp>
        <p:sp>
          <p:nvSpPr>
            <p:cNvPr id="81" name="Rectangle 85">
              <a:extLst>
                <a:ext uri="{FF2B5EF4-FFF2-40B4-BE49-F238E27FC236}">
                  <a16:creationId xmlns:a16="http://schemas.microsoft.com/office/drawing/2014/main" id="{7AB29DBD-B202-C6CE-FC1A-5D2A8E46B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" y="2590"/>
              <a:ext cx="6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1" i="0" u="none" strike="noStrike" cap="none" normalizeH="0" baseline="0" dirty="0">
                  <a:ln>
                    <a:noFill/>
                  </a:ln>
                  <a:solidFill>
                    <a:srgbClr val="E30656"/>
                  </a:solidFill>
                  <a:effectLst/>
                  <a:latin typeface="Roboto Condensed" panose="02000000000000000000" pitchFamily="2" charset="0"/>
                </a:rPr>
                <a:t>ND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30656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Rectangle 86">
              <a:extLst>
                <a:ext uri="{FF2B5EF4-FFF2-40B4-BE49-F238E27FC236}">
                  <a16:creationId xmlns:a16="http://schemas.microsoft.com/office/drawing/2014/main" id="{8944748E-FBD2-56E6-E345-D9D7682FC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2694"/>
              <a:ext cx="24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E30656"/>
                  </a:solidFill>
                  <a:effectLst/>
                  <a:latin typeface="Roboto Condensed" panose="02000000000000000000" pitchFamily="2" charset="0"/>
                </a:rPr>
                <a:t>LEVEL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E30656"/>
                </a:solidFill>
                <a:effectLst/>
              </a:endParaRPr>
            </a:p>
          </p:txBody>
        </p:sp>
        <p:sp>
          <p:nvSpPr>
            <p:cNvPr id="83" name="Rectangle 87">
              <a:extLst>
                <a:ext uri="{FF2B5EF4-FFF2-40B4-BE49-F238E27FC236}">
                  <a16:creationId xmlns:a16="http://schemas.microsoft.com/office/drawing/2014/main" id="{CFD9ACE2-C477-C0A5-F116-089C3860F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2800"/>
              <a:ext cx="250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E30656"/>
                  </a:solidFill>
                  <a:effectLst/>
                  <a:latin typeface="Roboto Condensed" panose="02000000000000000000" pitchFamily="2" charset="0"/>
                </a:rPr>
                <a:t>FILTER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E30656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677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0ACA5-9DD9-46C2-C016-D7B34783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017EB9-6FA6-C142-831A-273C9ED29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83" y="183063"/>
            <a:ext cx="2028083" cy="31520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E966112-ED6D-88FE-8513-EA594B279AED}"/>
              </a:ext>
            </a:extLst>
          </p:cNvPr>
          <p:cNvGrpSpPr/>
          <p:nvPr/>
        </p:nvGrpSpPr>
        <p:grpSpPr>
          <a:xfrm>
            <a:off x="3536898" y="1203786"/>
            <a:ext cx="7064478" cy="4276264"/>
            <a:chOff x="3536898" y="1203786"/>
            <a:chExt cx="7064478" cy="427626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DD58FAF-BE65-811E-E3F5-20A22360FD9B}"/>
                </a:ext>
              </a:extLst>
            </p:cNvPr>
            <p:cNvSpPr/>
            <p:nvPr/>
          </p:nvSpPr>
          <p:spPr>
            <a:xfrm>
              <a:off x="3536898" y="1203786"/>
              <a:ext cx="7064478" cy="4276264"/>
            </a:xfrm>
            <a:prstGeom prst="roundRect">
              <a:avLst>
                <a:gd name="adj" fmla="val 463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88">
              <a:extLst>
                <a:ext uri="{FF2B5EF4-FFF2-40B4-BE49-F238E27FC236}">
                  <a16:creationId xmlns:a16="http://schemas.microsoft.com/office/drawing/2014/main" id="{27AA49BA-5943-A6DB-1D89-E232A344B0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1650" y="2162175"/>
              <a:ext cx="1993900" cy="297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1">
              <a:extLst>
                <a:ext uri="{FF2B5EF4-FFF2-40B4-BE49-F238E27FC236}">
                  <a16:creationId xmlns:a16="http://schemas.microsoft.com/office/drawing/2014/main" id="{D707C3E9-6425-815F-A180-DD6FC1CFA1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7100" y="2162175"/>
              <a:ext cx="1993900" cy="297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94">
              <a:extLst>
                <a:ext uri="{FF2B5EF4-FFF2-40B4-BE49-F238E27FC236}">
                  <a16:creationId xmlns:a16="http://schemas.microsoft.com/office/drawing/2014/main" id="{751089F0-CF5E-188A-DF94-BEB95377F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4138" y="2162175"/>
              <a:ext cx="2001838" cy="297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95">
              <a:extLst>
                <a:ext uri="{FF2B5EF4-FFF2-40B4-BE49-F238E27FC236}">
                  <a16:creationId xmlns:a16="http://schemas.microsoft.com/office/drawing/2014/main" id="{F0E34E7B-E803-62D0-2281-7D51578E7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50" y="2038350"/>
              <a:ext cx="130175" cy="128588"/>
            </a:xfrm>
            <a:custGeom>
              <a:avLst/>
              <a:gdLst>
                <a:gd name="T0" fmla="*/ 224 w 224"/>
                <a:gd name="T1" fmla="*/ 224 h 224"/>
                <a:gd name="T2" fmla="*/ 112 w 224"/>
                <a:gd name="T3" fmla="*/ 0 h 224"/>
                <a:gd name="T4" fmla="*/ 0 w 224"/>
                <a:gd name="T5" fmla="*/ 224 h 224"/>
                <a:gd name="T6" fmla="*/ 224 w 224"/>
                <a:gd name="T7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" h="224">
                  <a:moveTo>
                    <a:pt x="224" y="224"/>
                  </a:moveTo>
                  <a:cubicBezTo>
                    <a:pt x="224" y="98"/>
                    <a:pt x="174" y="0"/>
                    <a:pt x="112" y="0"/>
                  </a:cubicBezTo>
                  <a:cubicBezTo>
                    <a:pt x="51" y="0"/>
                    <a:pt x="0" y="98"/>
                    <a:pt x="0" y="224"/>
                  </a:cubicBezTo>
                  <a:lnTo>
                    <a:pt x="224" y="224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96">
              <a:extLst>
                <a:ext uri="{FF2B5EF4-FFF2-40B4-BE49-F238E27FC236}">
                  <a16:creationId xmlns:a16="http://schemas.microsoft.com/office/drawing/2014/main" id="{F093D2F0-5131-EDF8-7407-0894C1630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038350"/>
              <a:ext cx="130175" cy="128588"/>
            </a:xfrm>
            <a:custGeom>
              <a:avLst/>
              <a:gdLst>
                <a:gd name="T0" fmla="*/ 0 w 224"/>
                <a:gd name="T1" fmla="*/ 224 h 224"/>
                <a:gd name="T2" fmla="*/ 112 w 224"/>
                <a:gd name="T3" fmla="*/ 0 h 224"/>
                <a:gd name="T4" fmla="*/ 224 w 224"/>
                <a:gd name="T5" fmla="*/ 224 h 224"/>
                <a:gd name="T6" fmla="*/ 0 w 224"/>
                <a:gd name="T7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" h="224">
                  <a:moveTo>
                    <a:pt x="0" y="224"/>
                  </a:moveTo>
                  <a:cubicBezTo>
                    <a:pt x="0" y="98"/>
                    <a:pt x="51" y="0"/>
                    <a:pt x="112" y="0"/>
                  </a:cubicBezTo>
                  <a:cubicBezTo>
                    <a:pt x="174" y="0"/>
                    <a:pt x="224" y="98"/>
                    <a:pt x="224" y="224"/>
                  </a:cubicBezTo>
                  <a:lnTo>
                    <a:pt x="0" y="224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97">
              <a:extLst>
                <a:ext uri="{FF2B5EF4-FFF2-40B4-BE49-F238E27FC236}">
                  <a16:creationId xmlns:a16="http://schemas.microsoft.com/office/drawing/2014/main" id="{AA0D710E-B52D-51AE-1147-CA7D491B3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9550" y="2038350"/>
              <a:ext cx="992188" cy="1019175"/>
            </a:xfrm>
            <a:custGeom>
              <a:avLst/>
              <a:gdLst>
                <a:gd name="T0" fmla="*/ 0 w 1712"/>
                <a:gd name="T1" fmla="*/ 0 h 1760"/>
                <a:gd name="T2" fmla="*/ 78 w 1712"/>
                <a:gd name="T3" fmla="*/ 64 h 1760"/>
                <a:gd name="T4" fmla="*/ 110 w 1712"/>
                <a:gd name="T5" fmla="*/ 226 h 1760"/>
                <a:gd name="T6" fmla="*/ 110 w 1712"/>
                <a:gd name="T7" fmla="*/ 1401 h 1760"/>
                <a:gd name="T8" fmla="*/ 856 w 1712"/>
                <a:gd name="T9" fmla="*/ 1760 h 1760"/>
                <a:gd name="T10" fmla="*/ 1603 w 1712"/>
                <a:gd name="T11" fmla="*/ 1401 h 1760"/>
                <a:gd name="T12" fmla="*/ 1603 w 1712"/>
                <a:gd name="T13" fmla="*/ 226 h 1760"/>
                <a:gd name="T14" fmla="*/ 1635 w 1712"/>
                <a:gd name="T15" fmla="*/ 64 h 1760"/>
                <a:gd name="T16" fmla="*/ 1712 w 1712"/>
                <a:gd name="T17" fmla="*/ 0 h 1760"/>
                <a:gd name="T18" fmla="*/ 0 w 1712"/>
                <a:gd name="T19" fmla="*/ 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2" h="1760">
                  <a:moveTo>
                    <a:pt x="0" y="0"/>
                  </a:moveTo>
                  <a:cubicBezTo>
                    <a:pt x="29" y="0"/>
                    <a:pt x="57" y="25"/>
                    <a:pt x="78" y="64"/>
                  </a:cubicBezTo>
                  <a:cubicBezTo>
                    <a:pt x="96" y="106"/>
                    <a:pt x="110" y="162"/>
                    <a:pt x="110" y="226"/>
                  </a:cubicBezTo>
                  <a:cubicBezTo>
                    <a:pt x="110" y="1401"/>
                    <a:pt x="110" y="1401"/>
                    <a:pt x="110" y="1401"/>
                  </a:cubicBezTo>
                  <a:cubicBezTo>
                    <a:pt x="856" y="1760"/>
                    <a:pt x="856" y="1760"/>
                    <a:pt x="856" y="1760"/>
                  </a:cubicBezTo>
                  <a:cubicBezTo>
                    <a:pt x="1603" y="1401"/>
                    <a:pt x="1603" y="1401"/>
                    <a:pt x="1603" y="1401"/>
                  </a:cubicBezTo>
                  <a:cubicBezTo>
                    <a:pt x="1603" y="226"/>
                    <a:pt x="1603" y="226"/>
                    <a:pt x="1603" y="226"/>
                  </a:cubicBezTo>
                  <a:cubicBezTo>
                    <a:pt x="1603" y="162"/>
                    <a:pt x="1617" y="106"/>
                    <a:pt x="1635" y="64"/>
                  </a:cubicBezTo>
                  <a:cubicBezTo>
                    <a:pt x="1656" y="25"/>
                    <a:pt x="1684" y="0"/>
                    <a:pt x="171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1393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98">
              <a:extLst>
                <a:ext uri="{FF2B5EF4-FFF2-40B4-BE49-F238E27FC236}">
                  <a16:creationId xmlns:a16="http://schemas.microsoft.com/office/drawing/2014/main" id="{EB236C42-903B-C1D8-A4FB-433961536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1625" y="2038350"/>
              <a:ext cx="130175" cy="128588"/>
            </a:xfrm>
            <a:custGeom>
              <a:avLst/>
              <a:gdLst>
                <a:gd name="T0" fmla="*/ 224 w 224"/>
                <a:gd name="T1" fmla="*/ 224 h 224"/>
                <a:gd name="T2" fmla="*/ 112 w 224"/>
                <a:gd name="T3" fmla="*/ 0 h 224"/>
                <a:gd name="T4" fmla="*/ 0 w 224"/>
                <a:gd name="T5" fmla="*/ 224 h 224"/>
                <a:gd name="T6" fmla="*/ 224 w 224"/>
                <a:gd name="T7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" h="224">
                  <a:moveTo>
                    <a:pt x="224" y="224"/>
                  </a:moveTo>
                  <a:cubicBezTo>
                    <a:pt x="224" y="98"/>
                    <a:pt x="174" y="0"/>
                    <a:pt x="112" y="0"/>
                  </a:cubicBezTo>
                  <a:cubicBezTo>
                    <a:pt x="51" y="0"/>
                    <a:pt x="0" y="98"/>
                    <a:pt x="0" y="224"/>
                  </a:cubicBezTo>
                  <a:lnTo>
                    <a:pt x="224" y="224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99">
              <a:extLst>
                <a:ext uri="{FF2B5EF4-FFF2-40B4-BE49-F238E27FC236}">
                  <a16:creationId xmlns:a16="http://schemas.microsoft.com/office/drawing/2014/main" id="{DF2389F7-9FD8-9AE1-C3B8-2879B431E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963" y="2038350"/>
              <a:ext cx="120650" cy="128588"/>
            </a:xfrm>
            <a:custGeom>
              <a:avLst/>
              <a:gdLst>
                <a:gd name="T0" fmla="*/ 0 w 208"/>
                <a:gd name="T1" fmla="*/ 224 h 224"/>
                <a:gd name="T2" fmla="*/ 104 w 208"/>
                <a:gd name="T3" fmla="*/ 0 h 224"/>
                <a:gd name="T4" fmla="*/ 208 w 208"/>
                <a:gd name="T5" fmla="*/ 224 h 224"/>
                <a:gd name="T6" fmla="*/ 0 w 208"/>
                <a:gd name="T7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224">
                  <a:moveTo>
                    <a:pt x="0" y="224"/>
                  </a:moveTo>
                  <a:cubicBezTo>
                    <a:pt x="0" y="98"/>
                    <a:pt x="44" y="0"/>
                    <a:pt x="104" y="0"/>
                  </a:cubicBezTo>
                  <a:cubicBezTo>
                    <a:pt x="162" y="0"/>
                    <a:pt x="208" y="98"/>
                    <a:pt x="208" y="224"/>
                  </a:cubicBezTo>
                  <a:lnTo>
                    <a:pt x="0" y="224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00">
              <a:extLst>
                <a:ext uri="{FF2B5EF4-FFF2-40B4-BE49-F238E27FC236}">
                  <a16:creationId xmlns:a16="http://schemas.microsoft.com/office/drawing/2014/main" id="{8CB8EF93-6E68-55F7-6086-92891C2FC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4525" y="2038350"/>
              <a:ext cx="992188" cy="1019175"/>
            </a:xfrm>
            <a:custGeom>
              <a:avLst/>
              <a:gdLst>
                <a:gd name="T0" fmla="*/ 0 w 1712"/>
                <a:gd name="T1" fmla="*/ 0 h 1760"/>
                <a:gd name="T2" fmla="*/ 78 w 1712"/>
                <a:gd name="T3" fmla="*/ 64 h 1760"/>
                <a:gd name="T4" fmla="*/ 110 w 1712"/>
                <a:gd name="T5" fmla="*/ 226 h 1760"/>
                <a:gd name="T6" fmla="*/ 110 w 1712"/>
                <a:gd name="T7" fmla="*/ 1401 h 1760"/>
                <a:gd name="T8" fmla="*/ 856 w 1712"/>
                <a:gd name="T9" fmla="*/ 1760 h 1760"/>
                <a:gd name="T10" fmla="*/ 1603 w 1712"/>
                <a:gd name="T11" fmla="*/ 1401 h 1760"/>
                <a:gd name="T12" fmla="*/ 1603 w 1712"/>
                <a:gd name="T13" fmla="*/ 226 h 1760"/>
                <a:gd name="T14" fmla="*/ 1635 w 1712"/>
                <a:gd name="T15" fmla="*/ 64 h 1760"/>
                <a:gd name="T16" fmla="*/ 1712 w 1712"/>
                <a:gd name="T17" fmla="*/ 0 h 1760"/>
                <a:gd name="T18" fmla="*/ 0 w 1712"/>
                <a:gd name="T19" fmla="*/ 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2" h="1760">
                  <a:moveTo>
                    <a:pt x="0" y="0"/>
                  </a:moveTo>
                  <a:cubicBezTo>
                    <a:pt x="29" y="0"/>
                    <a:pt x="57" y="25"/>
                    <a:pt x="78" y="64"/>
                  </a:cubicBezTo>
                  <a:cubicBezTo>
                    <a:pt x="96" y="106"/>
                    <a:pt x="110" y="162"/>
                    <a:pt x="110" y="226"/>
                  </a:cubicBezTo>
                  <a:cubicBezTo>
                    <a:pt x="110" y="1401"/>
                    <a:pt x="110" y="1401"/>
                    <a:pt x="110" y="1401"/>
                  </a:cubicBezTo>
                  <a:cubicBezTo>
                    <a:pt x="856" y="1760"/>
                    <a:pt x="856" y="1760"/>
                    <a:pt x="856" y="1760"/>
                  </a:cubicBezTo>
                  <a:cubicBezTo>
                    <a:pt x="1603" y="1401"/>
                    <a:pt x="1603" y="1401"/>
                    <a:pt x="1603" y="1401"/>
                  </a:cubicBezTo>
                  <a:cubicBezTo>
                    <a:pt x="1603" y="226"/>
                    <a:pt x="1603" y="226"/>
                    <a:pt x="1603" y="226"/>
                  </a:cubicBezTo>
                  <a:cubicBezTo>
                    <a:pt x="1603" y="162"/>
                    <a:pt x="1613" y="106"/>
                    <a:pt x="1635" y="64"/>
                  </a:cubicBezTo>
                  <a:cubicBezTo>
                    <a:pt x="1656" y="25"/>
                    <a:pt x="1681" y="0"/>
                    <a:pt x="171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3065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01">
              <a:extLst>
                <a:ext uri="{FF2B5EF4-FFF2-40B4-BE49-F238E27FC236}">
                  <a16:creationId xmlns:a16="http://schemas.microsoft.com/office/drawing/2014/main" id="{0CAA0567-713C-F427-2A91-E77EF3513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6113" y="2038350"/>
              <a:ext cx="128588" cy="128588"/>
            </a:xfrm>
            <a:custGeom>
              <a:avLst/>
              <a:gdLst>
                <a:gd name="T0" fmla="*/ 224 w 224"/>
                <a:gd name="T1" fmla="*/ 224 h 224"/>
                <a:gd name="T2" fmla="*/ 114 w 224"/>
                <a:gd name="T3" fmla="*/ 0 h 224"/>
                <a:gd name="T4" fmla="*/ 0 w 224"/>
                <a:gd name="T5" fmla="*/ 224 h 224"/>
                <a:gd name="T6" fmla="*/ 224 w 224"/>
                <a:gd name="T7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" h="224">
                  <a:moveTo>
                    <a:pt x="224" y="224"/>
                  </a:moveTo>
                  <a:cubicBezTo>
                    <a:pt x="224" y="98"/>
                    <a:pt x="175" y="0"/>
                    <a:pt x="114" y="0"/>
                  </a:cubicBezTo>
                  <a:cubicBezTo>
                    <a:pt x="50" y="0"/>
                    <a:pt x="0" y="98"/>
                    <a:pt x="0" y="224"/>
                  </a:cubicBezTo>
                  <a:lnTo>
                    <a:pt x="224" y="224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02">
              <a:extLst>
                <a:ext uri="{FF2B5EF4-FFF2-40B4-BE49-F238E27FC236}">
                  <a16:creationId xmlns:a16="http://schemas.microsoft.com/office/drawing/2014/main" id="{A4448B89-E4C1-AD75-4368-9BA33BA76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25" y="2038350"/>
              <a:ext cx="128588" cy="128588"/>
            </a:xfrm>
            <a:custGeom>
              <a:avLst/>
              <a:gdLst>
                <a:gd name="T0" fmla="*/ 0 w 224"/>
                <a:gd name="T1" fmla="*/ 224 h 224"/>
                <a:gd name="T2" fmla="*/ 112 w 224"/>
                <a:gd name="T3" fmla="*/ 0 h 224"/>
                <a:gd name="T4" fmla="*/ 224 w 224"/>
                <a:gd name="T5" fmla="*/ 224 h 224"/>
                <a:gd name="T6" fmla="*/ 0 w 224"/>
                <a:gd name="T7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4" h="224">
                  <a:moveTo>
                    <a:pt x="0" y="224"/>
                  </a:moveTo>
                  <a:cubicBezTo>
                    <a:pt x="0" y="98"/>
                    <a:pt x="51" y="0"/>
                    <a:pt x="112" y="0"/>
                  </a:cubicBezTo>
                  <a:cubicBezTo>
                    <a:pt x="174" y="0"/>
                    <a:pt x="224" y="98"/>
                    <a:pt x="224" y="224"/>
                  </a:cubicBezTo>
                  <a:lnTo>
                    <a:pt x="0" y="224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03">
              <a:extLst>
                <a:ext uri="{FF2B5EF4-FFF2-40B4-BE49-F238E27FC236}">
                  <a16:creationId xmlns:a16="http://schemas.microsoft.com/office/drawing/2014/main" id="{7ABFDEF3-5781-B635-E547-9AAA03F0B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9013" y="2038350"/>
              <a:ext cx="992188" cy="1019175"/>
            </a:xfrm>
            <a:custGeom>
              <a:avLst/>
              <a:gdLst>
                <a:gd name="T0" fmla="*/ 0 w 1712"/>
                <a:gd name="T1" fmla="*/ 0 h 1760"/>
                <a:gd name="T2" fmla="*/ 78 w 1712"/>
                <a:gd name="T3" fmla="*/ 64 h 1760"/>
                <a:gd name="T4" fmla="*/ 110 w 1712"/>
                <a:gd name="T5" fmla="*/ 226 h 1760"/>
                <a:gd name="T6" fmla="*/ 110 w 1712"/>
                <a:gd name="T7" fmla="*/ 1401 h 1760"/>
                <a:gd name="T8" fmla="*/ 855 w 1712"/>
                <a:gd name="T9" fmla="*/ 1760 h 1760"/>
                <a:gd name="T10" fmla="*/ 1600 w 1712"/>
                <a:gd name="T11" fmla="*/ 1401 h 1760"/>
                <a:gd name="T12" fmla="*/ 1600 w 1712"/>
                <a:gd name="T13" fmla="*/ 226 h 1760"/>
                <a:gd name="T14" fmla="*/ 1635 w 1712"/>
                <a:gd name="T15" fmla="*/ 64 h 1760"/>
                <a:gd name="T16" fmla="*/ 1712 w 1712"/>
                <a:gd name="T17" fmla="*/ 0 h 1760"/>
                <a:gd name="T18" fmla="*/ 0 w 1712"/>
                <a:gd name="T19" fmla="*/ 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2" h="1760">
                  <a:moveTo>
                    <a:pt x="0" y="0"/>
                  </a:moveTo>
                  <a:cubicBezTo>
                    <a:pt x="32" y="0"/>
                    <a:pt x="60" y="25"/>
                    <a:pt x="78" y="64"/>
                  </a:cubicBezTo>
                  <a:cubicBezTo>
                    <a:pt x="99" y="106"/>
                    <a:pt x="110" y="162"/>
                    <a:pt x="110" y="226"/>
                  </a:cubicBezTo>
                  <a:cubicBezTo>
                    <a:pt x="110" y="1401"/>
                    <a:pt x="110" y="1401"/>
                    <a:pt x="110" y="1401"/>
                  </a:cubicBezTo>
                  <a:cubicBezTo>
                    <a:pt x="855" y="1760"/>
                    <a:pt x="855" y="1760"/>
                    <a:pt x="855" y="1760"/>
                  </a:cubicBezTo>
                  <a:cubicBezTo>
                    <a:pt x="1600" y="1401"/>
                    <a:pt x="1600" y="1401"/>
                    <a:pt x="1600" y="1401"/>
                  </a:cubicBezTo>
                  <a:cubicBezTo>
                    <a:pt x="1600" y="226"/>
                    <a:pt x="1600" y="226"/>
                    <a:pt x="1600" y="226"/>
                  </a:cubicBezTo>
                  <a:cubicBezTo>
                    <a:pt x="1600" y="162"/>
                    <a:pt x="1614" y="106"/>
                    <a:pt x="1635" y="64"/>
                  </a:cubicBezTo>
                  <a:cubicBezTo>
                    <a:pt x="1652" y="25"/>
                    <a:pt x="1681" y="0"/>
                    <a:pt x="171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3065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04">
              <a:extLst>
                <a:ext uri="{FF2B5EF4-FFF2-40B4-BE49-F238E27FC236}">
                  <a16:creationId xmlns:a16="http://schemas.microsoft.com/office/drawing/2014/main" id="{54F06C91-CD7B-0532-4838-9399A575CD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32338" y="2260600"/>
              <a:ext cx="482600" cy="482600"/>
            </a:xfrm>
            <a:custGeom>
              <a:avLst/>
              <a:gdLst>
                <a:gd name="T0" fmla="*/ 249 w 832"/>
                <a:gd name="T1" fmla="*/ 490 h 832"/>
                <a:gd name="T2" fmla="*/ 268 w 832"/>
                <a:gd name="T3" fmla="*/ 510 h 832"/>
                <a:gd name="T4" fmla="*/ 332 w 832"/>
                <a:gd name="T5" fmla="*/ 445 h 832"/>
                <a:gd name="T6" fmla="*/ 380 w 832"/>
                <a:gd name="T7" fmla="*/ 83 h 832"/>
                <a:gd name="T8" fmla="*/ 730 w 832"/>
                <a:gd name="T9" fmla="*/ 104 h 832"/>
                <a:gd name="T10" fmla="*/ 749 w 832"/>
                <a:gd name="T11" fmla="*/ 452 h 832"/>
                <a:gd name="T12" fmla="*/ 386 w 832"/>
                <a:gd name="T13" fmla="*/ 500 h 832"/>
                <a:gd name="T14" fmla="*/ 323 w 832"/>
                <a:gd name="T15" fmla="*/ 563 h 832"/>
                <a:gd name="T16" fmla="*/ 344 w 832"/>
                <a:gd name="T17" fmla="*/ 584 h 832"/>
                <a:gd name="T18" fmla="*/ 96 w 832"/>
                <a:gd name="T19" fmla="*/ 832 h 832"/>
                <a:gd name="T20" fmla="*/ 0 w 832"/>
                <a:gd name="T21" fmla="*/ 737 h 832"/>
                <a:gd name="T22" fmla="*/ 249 w 832"/>
                <a:gd name="T23" fmla="*/ 490 h 832"/>
                <a:gd name="T24" fmla="*/ 695 w 832"/>
                <a:gd name="T25" fmla="*/ 417 h 832"/>
                <a:gd name="T26" fmla="*/ 679 w 832"/>
                <a:gd name="T27" fmla="*/ 142 h 832"/>
                <a:gd name="T28" fmla="*/ 391 w 832"/>
                <a:gd name="T29" fmla="*/ 160 h 832"/>
                <a:gd name="T30" fmla="*/ 379 w 832"/>
                <a:gd name="T31" fmla="*/ 399 h 832"/>
                <a:gd name="T32" fmla="*/ 379 w 832"/>
                <a:gd name="T33" fmla="*/ 320 h 832"/>
                <a:gd name="T34" fmla="*/ 383 w 832"/>
                <a:gd name="T35" fmla="*/ 312 h 832"/>
                <a:gd name="T36" fmla="*/ 432 w 832"/>
                <a:gd name="T37" fmla="*/ 290 h 832"/>
                <a:gd name="T38" fmla="*/ 464 w 832"/>
                <a:gd name="T39" fmla="*/ 282 h 832"/>
                <a:gd name="T40" fmla="*/ 464 w 832"/>
                <a:gd name="T41" fmla="*/ 292 h 832"/>
                <a:gd name="T42" fmla="*/ 464 w 832"/>
                <a:gd name="T43" fmla="*/ 386 h 832"/>
                <a:gd name="T44" fmla="*/ 465 w 832"/>
                <a:gd name="T45" fmla="*/ 465 h 832"/>
                <a:gd name="T46" fmla="*/ 468 w 832"/>
                <a:gd name="T47" fmla="*/ 473 h 832"/>
                <a:gd name="T48" fmla="*/ 494 w 832"/>
                <a:gd name="T49" fmla="*/ 483 h 832"/>
                <a:gd name="T50" fmla="*/ 494 w 832"/>
                <a:gd name="T51" fmla="*/ 289 h 832"/>
                <a:gd name="T52" fmla="*/ 507 w 832"/>
                <a:gd name="T53" fmla="*/ 296 h 832"/>
                <a:gd name="T54" fmla="*/ 551 w 832"/>
                <a:gd name="T55" fmla="*/ 333 h 832"/>
                <a:gd name="T56" fmla="*/ 574 w 832"/>
                <a:gd name="T57" fmla="*/ 349 h 832"/>
                <a:gd name="T58" fmla="*/ 580 w 832"/>
                <a:gd name="T59" fmla="*/ 358 h 832"/>
                <a:gd name="T60" fmla="*/ 580 w 832"/>
                <a:gd name="T61" fmla="*/ 476 h 832"/>
                <a:gd name="T62" fmla="*/ 580 w 832"/>
                <a:gd name="T63" fmla="*/ 485 h 832"/>
                <a:gd name="T64" fmla="*/ 602 w 832"/>
                <a:gd name="T65" fmla="*/ 480 h 832"/>
                <a:gd name="T66" fmla="*/ 610 w 832"/>
                <a:gd name="T67" fmla="*/ 469 h 832"/>
                <a:gd name="T68" fmla="*/ 609 w 832"/>
                <a:gd name="T69" fmla="*/ 352 h 832"/>
                <a:gd name="T70" fmla="*/ 615 w 832"/>
                <a:gd name="T71" fmla="*/ 343 h 832"/>
                <a:gd name="T72" fmla="*/ 644 w 832"/>
                <a:gd name="T73" fmla="*/ 322 h 832"/>
                <a:gd name="T74" fmla="*/ 676 w 832"/>
                <a:gd name="T75" fmla="*/ 296 h 832"/>
                <a:gd name="T76" fmla="*/ 695 w 832"/>
                <a:gd name="T77" fmla="*/ 286 h 832"/>
                <a:gd name="T78" fmla="*/ 695 w 832"/>
                <a:gd name="T79" fmla="*/ 417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32" h="832">
                  <a:moveTo>
                    <a:pt x="249" y="490"/>
                  </a:moveTo>
                  <a:cubicBezTo>
                    <a:pt x="255" y="496"/>
                    <a:pt x="262" y="503"/>
                    <a:pt x="268" y="510"/>
                  </a:cubicBezTo>
                  <a:cubicBezTo>
                    <a:pt x="290" y="488"/>
                    <a:pt x="311" y="467"/>
                    <a:pt x="332" y="445"/>
                  </a:cubicBezTo>
                  <a:cubicBezTo>
                    <a:pt x="244" y="327"/>
                    <a:pt x="273" y="167"/>
                    <a:pt x="380" y="83"/>
                  </a:cubicBezTo>
                  <a:cubicBezTo>
                    <a:pt x="487" y="0"/>
                    <a:pt x="636" y="9"/>
                    <a:pt x="730" y="104"/>
                  </a:cubicBezTo>
                  <a:cubicBezTo>
                    <a:pt x="824" y="198"/>
                    <a:pt x="832" y="346"/>
                    <a:pt x="749" y="452"/>
                  </a:cubicBezTo>
                  <a:cubicBezTo>
                    <a:pt x="665" y="559"/>
                    <a:pt x="505" y="587"/>
                    <a:pt x="386" y="500"/>
                  </a:cubicBezTo>
                  <a:cubicBezTo>
                    <a:pt x="365" y="521"/>
                    <a:pt x="344" y="542"/>
                    <a:pt x="323" y="563"/>
                  </a:cubicBezTo>
                  <a:cubicBezTo>
                    <a:pt x="329" y="569"/>
                    <a:pt x="336" y="576"/>
                    <a:pt x="344" y="584"/>
                  </a:cubicBezTo>
                  <a:cubicBezTo>
                    <a:pt x="261" y="668"/>
                    <a:pt x="178" y="750"/>
                    <a:pt x="96" y="832"/>
                  </a:cubicBezTo>
                  <a:cubicBezTo>
                    <a:pt x="63" y="799"/>
                    <a:pt x="32" y="768"/>
                    <a:pt x="0" y="737"/>
                  </a:cubicBezTo>
                  <a:cubicBezTo>
                    <a:pt x="83" y="655"/>
                    <a:pt x="166" y="573"/>
                    <a:pt x="249" y="490"/>
                  </a:cubicBezTo>
                  <a:close/>
                  <a:moveTo>
                    <a:pt x="695" y="417"/>
                  </a:moveTo>
                  <a:cubicBezTo>
                    <a:pt x="760" y="343"/>
                    <a:pt x="763" y="220"/>
                    <a:pt x="679" y="142"/>
                  </a:cubicBezTo>
                  <a:cubicBezTo>
                    <a:pt x="595" y="66"/>
                    <a:pt x="465" y="73"/>
                    <a:pt x="391" y="160"/>
                  </a:cubicBezTo>
                  <a:cubicBezTo>
                    <a:pt x="321" y="241"/>
                    <a:pt x="339" y="350"/>
                    <a:pt x="379" y="399"/>
                  </a:cubicBezTo>
                  <a:cubicBezTo>
                    <a:pt x="379" y="373"/>
                    <a:pt x="379" y="346"/>
                    <a:pt x="379" y="320"/>
                  </a:cubicBezTo>
                  <a:cubicBezTo>
                    <a:pt x="379" y="318"/>
                    <a:pt x="381" y="313"/>
                    <a:pt x="383" y="312"/>
                  </a:cubicBezTo>
                  <a:cubicBezTo>
                    <a:pt x="399" y="304"/>
                    <a:pt x="415" y="296"/>
                    <a:pt x="432" y="290"/>
                  </a:cubicBezTo>
                  <a:cubicBezTo>
                    <a:pt x="442" y="286"/>
                    <a:pt x="453" y="285"/>
                    <a:pt x="464" y="282"/>
                  </a:cubicBezTo>
                  <a:cubicBezTo>
                    <a:pt x="464" y="287"/>
                    <a:pt x="464" y="290"/>
                    <a:pt x="464" y="292"/>
                  </a:cubicBezTo>
                  <a:cubicBezTo>
                    <a:pt x="464" y="323"/>
                    <a:pt x="464" y="355"/>
                    <a:pt x="464" y="386"/>
                  </a:cubicBezTo>
                  <a:cubicBezTo>
                    <a:pt x="464" y="412"/>
                    <a:pt x="464" y="439"/>
                    <a:pt x="465" y="465"/>
                  </a:cubicBezTo>
                  <a:cubicBezTo>
                    <a:pt x="465" y="468"/>
                    <a:pt x="466" y="472"/>
                    <a:pt x="468" y="473"/>
                  </a:cubicBezTo>
                  <a:cubicBezTo>
                    <a:pt x="476" y="477"/>
                    <a:pt x="485" y="479"/>
                    <a:pt x="494" y="483"/>
                  </a:cubicBezTo>
                  <a:cubicBezTo>
                    <a:pt x="494" y="417"/>
                    <a:pt x="494" y="354"/>
                    <a:pt x="494" y="289"/>
                  </a:cubicBezTo>
                  <a:cubicBezTo>
                    <a:pt x="499" y="292"/>
                    <a:pt x="503" y="293"/>
                    <a:pt x="507" y="296"/>
                  </a:cubicBezTo>
                  <a:cubicBezTo>
                    <a:pt x="521" y="308"/>
                    <a:pt x="536" y="320"/>
                    <a:pt x="551" y="333"/>
                  </a:cubicBezTo>
                  <a:cubicBezTo>
                    <a:pt x="559" y="338"/>
                    <a:pt x="566" y="345"/>
                    <a:pt x="574" y="349"/>
                  </a:cubicBezTo>
                  <a:cubicBezTo>
                    <a:pt x="579" y="351"/>
                    <a:pt x="580" y="354"/>
                    <a:pt x="580" y="358"/>
                  </a:cubicBezTo>
                  <a:cubicBezTo>
                    <a:pt x="580" y="397"/>
                    <a:pt x="580" y="437"/>
                    <a:pt x="580" y="476"/>
                  </a:cubicBezTo>
                  <a:cubicBezTo>
                    <a:pt x="580" y="478"/>
                    <a:pt x="580" y="481"/>
                    <a:pt x="580" y="485"/>
                  </a:cubicBezTo>
                  <a:cubicBezTo>
                    <a:pt x="588" y="483"/>
                    <a:pt x="595" y="481"/>
                    <a:pt x="602" y="480"/>
                  </a:cubicBezTo>
                  <a:cubicBezTo>
                    <a:pt x="608" y="478"/>
                    <a:pt x="610" y="475"/>
                    <a:pt x="610" y="469"/>
                  </a:cubicBezTo>
                  <a:cubicBezTo>
                    <a:pt x="609" y="430"/>
                    <a:pt x="610" y="391"/>
                    <a:pt x="609" y="352"/>
                  </a:cubicBezTo>
                  <a:cubicBezTo>
                    <a:pt x="609" y="348"/>
                    <a:pt x="611" y="345"/>
                    <a:pt x="615" y="343"/>
                  </a:cubicBezTo>
                  <a:cubicBezTo>
                    <a:pt x="625" y="337"/>
                    <a:pt x="634" y="330"/>
                    <a:pt x="644" y="322"/>
                  </a:cubicBezTo>
                  <a:cubicBezTo>
                    <a:pt x="655" y="314"/>
                    <a:pt x="665" y="305"/>
                    <a:pt x="676" y="296"/>
                  </a:cubicBezTo>
                  <a:cubicBezTo>
                    <a:pt x="682" y="292"/>
                    <a:pt x="688" y="290"/>
                    <a:pt x="695" y="286"/>
                  </a:cubicBezTo>
                  <a:cubicBezTo>
                    <a:pt x="695" y="330"/>
                    <a:pt x="695" y="373"/>
                    <a:pt x="695" y="41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05">
              <a:extLst>
                <a:ext uri="{FF2B5EF4-FFF2-40B4-BE49-F238E27FC236}">
                  <a16:creationId xmlns:a16="http://schemas.microsoft.com/office/drawing/2014/main" id="{002EC672-F6DB-8FE8-EE5E-34EAFCE8D8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7125" y="2390775"/>
              <a:ext cx="212725" cy="65088"/>
            </a:xfrm>
            <a:custGeom>
              <a:avLst/>
              <a:gdLst>
                <a:gd name="T0" fmla="*/ 247 w 368"/>
                <a:gd name="T1" fmla="*/ 79 h 112"/>
                <a:gd name="T2" fmla="*/ 322 w 368"/>
                <a:gd name="T3" fmla="*/ 31 h 112"/>
                <a:gd name="T4" fmla="*/ 326 w 368"/>
                <a:gd name="T5" fmla="*/ 25 h 112"/>
                <a:gd name="T6" fmla="*/ 343 w 368"/>
                <a:gd name="T7" fmla="*/ 2 h 112"/>
                <a:gd name="T8" fmla="*/ 365 w 368"/>
                <a:gd name="T9" fmla="*/ 16 h 112"/>
                <a:gd name="T10" fmla="*/ 358 w 368"/>
                <a:gd name="T11" fmla="*/ 43 h 112"/>
                <a:gd name="T12" fmla="*/ 331 w 368"/>
                <a:gd name="T13" fmla="*/ 40 h 112"/>
                <a:gd name="T14" fmla="*/ 330 w 368"/>
                <a:gd name="T15" fmla="*/ 39 h 112"/>
                <a:gd name="T16" fmla="*/ 250 w 368"/>
                <a:gd name="T17" fmla="*/ 90 h 112"/>
                <a:gd name="T18" fmla="*/ 247 w 368"/>
                <a:gd name="T19" fmla="*/ 96 h 112"/>
                <a:gd name="T20" fmla="*/ 223 w 368"/>
                <a:gd name="T21" fmla="*/ 110 h 112"/>
                <a:gd name="T22" fmla="*/ 207 w 368"/>
                <a:gd name="T23" fmla="*/ 87 h 112"/>
                <a:gd name="T24" fmla="*/ 204 w 368"/>
                <a:gd name="T25" fmla="*/ 79 h 112"/>
                <a:gd name="T26" fmla="*/ 135 w 368"/>
                <a:gd name="T27" fmla="*/ 33 h 112"/>
                <a:gd name="T28" fmla="*/ 95 w 368"/>
                <a:gd name="T29" fmla="*/ 32 h 112"/>
                <a:gd name="T30" fmla="*/ 46 w 368"/>
                <a:gd name="T31" fmla="*/ 51 h 112"/>
                <a:gd name="T32" fmla="*/ 42 w 368"/>
                <a:gd name="T33" fmla="*/ 60 h 112"/>
                <a:gd name="T34" fmla="*/ 20 w 368"/>
                <a:gd name="T35" fmla="*/ 78 h 112"/>
                <a:gd name="T36" fmla="*/ 1 w 368"/>
                <a:gd name="T37" fmla="*/ 58 h 112"/>
                <a:gd name="T38" fmla="*/ 18 w 368"/>
                <a:gd name="T39" fmla="*/ 35 h 112"/>
                <a:gd name="T40" fmla="*/ 34 w 368"/>
                <a:gd name="T41" fmla="*/ 39 h 112"/>
                <a:gd name="T42" fmla="*/ 44 w 368"/>
                <a:gd name="T43" fmla="*/ 41 h 112"/>
                <a:gd name="T44" fmla="*/ 89 w 368"/>
                <a:gd name="T45" fmla="*/ 23 h 112"/>
                <a:gd name="T46" fmla="*/ 96 w 368"/>
                <a:gd name="T47" fmla="*/ 16 h 112"/>
                <a:gd name="T48" fmla="*/ 116 w 368"/>
                <a:gd name="T49" fmla="*/ 2 h 112"/>
                <a:gd name="T50" fmla="*/ 134 w 368"/>
                <a:gd name="T51" fmla="*/ 16 h 112"/>
                <a:gd name="T52" fmla="*/ 140 w 368"/>
                <a:gd name="T53" fmla="*/ 24 h 112"/>
                <a:gd name="T54" fmla="*/ 209 w 368"/>
                <a:gd name="T55" fmla="*/ 69 h 112"/>
                <a:gd name="T56" fmla="*/ 216 w 368"/>
                <a:gd name="T57" fmla="*/ 70 h 112"/>
                <a:gd name="T58" fmla="*/ 247 w 368"/>
                <a:gd name="T59" fmla="*/ 79 h 112"/>
                <a:gd name="T60" fmla="*/ 115 w 368"/>
                <a:gd name="T61" fmla="*/ 12 h 112"/>
                <a:gd name="T62" fmla="*/ 104 w 368"/>
                <a:gd name="T63" fmla="*/ 24 h 112"/>
                <a:gd name="T64" fmla="*/ 115 w 368"/>
                <a:gd name="T65" fmla="*/ 37 h 112"/>
                <a:gd name="T66" fmla="*/ 126 w 368"/>
                <a:gd name="T67" fmla="*/ 25 h 112"/>
                <a:gd name="T68" fmla="*/ 115 w 368"/>
                <a:gd name="T69" fmla="*/ 12 h 112"/>
                <a:gd name="T70" fmla="*/ 345 w 368"/>
                <a:gd name="T71" fmla="*/ 37 h 112"/>
                <a:gd name="T72" fmla="*/ 357 w 368"/>
                <a:gd name="T73" fmla="*/ 26 h 112"/>
                <a:gd name="T74" fmla="*/ 347 w 368"/>
                <a:gd name="T75" fmla="*/ 12 h 112"/>
                <a:gd name="T76" fmla="*/ 335 w 368"/>
                <a:gd name="T77" fmla="*/ 23 h 112"/>
                <a:gd name="T78" fmla="*/ 345 w 368"/>
                <a:gd name="T79" fmla="*/ 37 h 112"/>
                <a:gd name="T80" fmla="*/ 22 w 368"/>
                <a:gd name="T81" fmla="*/ 68 h 112"/>
                <a:gd name="T82" fmla="*/ 32 w 368"/>
                <a:gd name="T83" fmla="*/ 55 h 112"/>
                <a:gd name="T84" fmla="*/ 21 w 368"/>
                <a:gd name="T85" fmla="*/ 44 h 112"/>
                <a:gd name="T86" fmla="*/ 10 w 368"/>
                <a:gd name="T87" fmla="*/ 56 h 112"/>
                <a:gd name="T88" fmla="*/ 22 w 368"/>
                <a:gd name="T89" fmla="*/ 68 h 112"/>
                <a:gd name="T90" fmla="*/ 238 w 368"/>
                <a:gd name="T91" fmla="*/ 88 h 112"/>
                <a:gd name="T92" fmla="*/ 227 w 368"/>
                <a:gd name="T93" fmla="*/ 76 h 112"/>
                <a:gd name="T94" fmla="*/ 217 w 368"/>
                <a:gd name="T95" fmla="*/ 89 h 112"/>
                <a:gd name="T96" fmla="*/ 227 w 368"/>
                <a:gd name="T97" fmla="*/ 100 h 112"/>
                <a:gd name="T98" fmla="*/ 238 w 368"/>
                <a:gd name="T99" fmla="*/ 8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8" h="112">
                  <a:moveTo>
                    <a:pt x="247" y="79"/>
                  </a:moveTo>
                  <a:cubicBezTo>
                    <a:pt x="273" y="63"/>
                    <a:pt x="298" y="47"/>
                    <a:pt x="322" y="31"/>
                  </a:cubicBezTo>
                  <a:cubicBezTo>
                    <a:pt x="324" y="30"/>
                    <a:pt x="326" y="27"/>
                    <a:pt x="326" y="25"/>
                  </a:cubicBezTo>
                  <a:cubicBezTo>
                    <a:pt x="328" y="12"/>
                    <a:pt x="333" y="4"/>
                    <a:pt x="343" y="2"/>
                  </a:cubicBezTo>
                  <a:cubicBezTo>
                    <a:pt x="352" y="0"/>
                    <a:pt x="362" y="6"/>
                    <a:pt x="365" y="16"/>
                  </a:cubicBezTo>
                  <a:cubicBezTo>
                    <a:pt x="368" y="26"/>
                    <a:pt x="366" y="37"/>
                    <a:pt x="358" y="43"/>
                  </a:cubicBezTo>
                  <a:cubicBezTo>
                    <a:pt x="350" y="49"/>
                    <a:pt x="340" y="48"/>
                    <a:pt x="331" y="40"/>
                  </a:cubicBezTo>
                  <a:cubicBezTo>
                    <a:pt x="331" y="39"/>
                    <a:pt x="331" y="39"/>
                    <a:pt x="330" y="39"/>
                  </a:cubicBezTo>
                  <a:cubicBezTo>
                    <a:pt x="303" y="55"/>
                    <a:pt x="277" y="73"/>
                    <a:pt x="250" y="90"/>
                  </a:cubicBezTo>
                  <a:cubicBezTo>
                    <a:pt x="249" y="91"/>
                    <a:pt x="247" y="94"/>
                    <a:pt x="247" y="96"/>
                  </a:cubicBezTo>
                  <a:cubicBezTo>
                    <a:pt x="242" y="107"/>
                    <a:pt x="234" y="112"/>
                    <a:pt x="223" y="110"/>
                  </a:cubicBezTo>
                  <a:cubicBezTo>
                    <a:pt x="214" y="108"/>
                    <a:pt x="207" y="99"/>
                    <a:pt x="207" y="87"/>
                  </a:cubicBezTo>
                  <a:cubicBezTo>
                    <a:pt x="207" y="84"/>
                    <a:pt x="206" y="80"/>
                    <a:pt x="204" y="79"/>
                  </a:cubicBezTo>
                  <a:cubicBezTo>
                    <a:pt x="181" y="63"/>
                    <a:pt x="158" y="48"/>
                    <a:pt x="135" y="33"/>
                  </a:cubicBezTo>
                  <a:cubicBezTo>
                    <a:pt x="122" y="53"/>
                    <a:pt x="105" y="50"/>
                    <a:pt x="95" y="32"/>
                  </a:cubicBezTo>
                  <a:cubicBezTo>
                    <a:pt x="79" y="38"/>
                    <a:pt x="62" y="44"/>
                    <a:pt x="46" y="51"/>
                  </a:cubicBezTo>
                  <a:cubicBezTo>
                    <a:pt x="44" y="52"/>
                    <a:pt x="42" y="57"/>
                    <a:pt x="42" y="60"/>
                  </a:cubicBezTo>
                  <a:cubicBezTo>
                    <a:pt x="39" y="71"/>
                    <a:pt x="31" y="80"/>
                    <a:pt x="20" y="78"/>
                  </a:cubicBezTo>
                  <a:cubicBezTo>
                    <a:pt x="10" y="78"/>
                    <a:pt x="2" y="69"/>
                    <a:pt x="1" y="58"/>
                  </a:cubicBezTo>
                  <a:cubicBezTo>
                    <a:pt x="0" y="46"/>
                    <a:pt x="7" y="35"/>
                    <a:pt x="18" y="35"/>
                  </a:cubicBezTo>
                  <a:cubicBezTo>
                    <a:pt x="24" y="34"/>
                    <a:pt x="29" y="36"/>
                    <a:pt x="34" y="39"/>
                  </a:cubicBezTo>
                  <a:cubicBezTo>
                    <a:pt x="37" y="42"/>
                    <a:pt x="40" y="42"/>
                    <a:pt x="44" y="41"/>
                  </a:cubicBezTo>
                  <a:cubicBezTo>
                    <a:pt x="59" y="35"/>
                    <a:pt x="74" y="29"/>
                    <a:pt x="89" y="23"/>
                  </a:cubicBezTo>
                  <a:cubicBezTo>
                    <a:pt x="92" y="21"/>
                    <a:pt x="95" y="19"/>
                    <a:pt x="96" y="16"/>
                  </a:cubicBezTo>
                  <a:cubicBezTo>
                    <a:pt x="100" y="7"/>
                    <a:pt x="107" y="1"/>
                    <a:pt x="116" y="2"/>
                  </a:cubicBezTo>
                  <a:cubicBezTo>
                    <a:pt x="125" y="3"/>
                    <a:pt x="130" y="7"/>
                    <a:pt x="134" y="16"/>
                  </a:cubicBezTo>
                  <a:cubicBezTo>
                    <a:pt x="135" y="19"/>
                    <a:pt x="138" y="23"/>
                    <a:pt x="140" y="24"/>
                  </a:cubicBezTo>
                  <a:cubicBezTo>
                    <a:pt x="163" y="39"/>
                    <a:pt x="186" y="54"/>
                    <a:pt x="209" y="69"/>
                  </a:cubicBezTo>
                  <a:cubicBezTo>
                    <a:pt x="210" y="70"/>
                    <a:pt x="214" y="71"/>
                    <a:pt x="216" y="70"/>
                  </a:cubicBezTo>
                  <a:cubicBezTo>
                    <a:pt x="230" y="62"/>
                    <a:pt x="236" y="64"/>
                    <a:pt x="247" y="79"/>
                  </a:cubicBezTo>
                  <a:close/>
                  <a:moveTo>
                    <a:pt x="115" y="12"/>
                  </a:moveTo>
                  <a:cubicBezTo>
                    <a:pt x="109" y="12"/>
                    <a:pt x="105" y="18"/>
                    <a:pt x="104" y="24"/>
                  </a:cubicBezTo>
                  <a:cubicBezTo>
                    <a:pt x="104" y="30"/>
                    <a:pt x="110" y="37"/>
                    <a:pt x="115" y="37"/>
                  </a:cubicBezTo>
                  <a:cubicBezTo>
                    <a:pt x="121" y="36"/>
                    <a:pt x="126" y="30"/>
                    <a:pt x="126" y="25"/>
                  </a:cubicBezTo>
                  <a:cubicBezTo>
                    <a:pt x="126" y="18"/>
                    <a:pt x="121" y="12"/>
                    <a:pt x="115" y="12"/>
                  </a:cubicBezTo>
                  <a:close/>
                  <a:moveTo>
                    <a:pt x="345" y="37"/>
                  </a:moveTo>
                  <a:cubicBezTo>
                    <a:pt x="351" y="37"/>
                    <a:pt x="356" y="32"/>
                    <a:pt x="357" y="26"/>
                  </a:cubicBezTo>
                  <a:cubicBezTo>
                    <a:pt x="357" y="19"/>
                    <a:pt x="353" y="13"/>
                    <a:pt x="347" y="12"/>
                  </a:cubicBezTo>
                  <a:cubicBezTo>
                    <a:pt x="342" y="12"/>
                    <a:pt x="336" y="16"/>
                    <a:pt x="335" y="23"/>
                  </a:cubicBezTo>
                  <a:cubicBezTo>
                    <a:pt x="335" y="30"/>
                    <a:pt x="340" y="36"/>
                    <a:pt x="345" y="37"/>
                  </a:cubicBezTo>
                  <a:close/>
                  <a:moveTo>
                    <a:pt x="22" y="68"/>
                  </a:moveTo>
                  <a:cubicBezTo>
                    <a:pt x="27" y="68"/>
                    <a:pt x="32" y="62"/>
                    <a:pt x="32" y="55"/>
                  </a:cubicBezTo>
                  <a:cubicBezTo>
                    <a:pt x="32" y="49"/>
                    <a:pt x="27" y="44"/>
                    <a:pt x="21" y="44"/>
                  </a:cubicBezTo>
                  <a:cubicBezTo>
                    <a:pt x="16" y="44"/>
                    <a:pt x="10" y="50"/>
                    <a:pt x="10" y="56"/>
                  </a:cubicBezTo>
                  <a:cubicBezTo>
                    <a:pt x="10" y="62"/>
                    <a:pt x="16" y="69"/>
                    <a:pt x="22" y="68"/>
                  </a:cubicBezTo>
                  <a:close/>
                  <a:moveTo>
                    <a:pt x="238" y="88"/>
                  </a:moveTo>
                  <a:cubicBezTo>
                    <a:pt x="238" y="81"/>
                    <a:pt x="233" y="76"/>
                    <a:pt x="227" y="76"/>
                  </a:cubicBezTo>
                  <a:cubicBezTo>
                    <a:pt x="221" y="77"/>
                    <a:pt x="217" y="83"/>
                    <a:pt x="217" y="89"/>
                  </a:cubicBezTo>
                  <a:cubicBezTo>
                    <a:pt x="217" y="95"/>
                    <a:pt x="222" y="100"/>
                    <a:pt x="227" y="100"/>
                  </a:cubicBezTo>
                  <a:cubicBezTo>
                    <a:pt x="234" y="100"/>
                    <a:pt x="239" y="94"/>
                    <a:pt x="238" y="8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06">
              <a:extLst>
                <a:ext uri="{FF2B5EF4-FFF2-40B4-BE49-F238E27FC236}">
                  <a16:creationId xmlns:a16="http://schemas.microsoft.com/office/drawing/2014/main" id="{D8FB8415-DDE5-D46C-337C-DF3E7A785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1800" y="2547937"/>
              <a:ext cx="212725" cy="185738"/>
            </a:xfrm>
            <a:custGeom>
              <a:avLst/>
              <a:gdLst>
                <a:gd name="T0" fmla="*/ 57 w 368"/>
                <a:gd name="T1" fmla="*/ 320 h 320"/>
                <a:gd name="T2" fmla="*/ 42 w 368"/>
                <a:gd name="T3" fmla="*/ 317 h 320"/>
                <a:gd name="T4" fmla="*/ 3 w 368"/>
                <a:gd name="T5" fmla="*/ 271 h 320"/>
                <a:gd name="T6" fmla="*/ 27 w 368"/>
                <a:gd name="T7" fmla="*/ 219 h 320"/>
                <a:gd name="T8" fmla="*/ 175 w 368"/>
                <a:gd name="T9" fmla="*/ 118 h 320"/>
                <a:gd name="T10" fmla="*/ 220 w 368"/>
                <a:gd name="T11" fmla="*/ 88 h 320"/>
                <a:gd name="T12" fmla="*/ 216 w 368"/>
                <a:gd name="T13" fmla="*/ 81 h 320"/>
                <a:gd name="T14" fmla="*/ 186 w 368"/>
                <a:gd name="T15" fmla="*/ 16 h 320"/>
                <a:gd name="T16" fmla="*/ 184 w 368"/>
                <a:gd name="T17" fmla="*/ 13 h 320"/>
                <a:gd name="T18" fmla="*/ 190 w 368"/>
                <a:gd name="T19" fmla="*/ 2 h 320"/>
                <a:gd name="T20" fmla="*/ 202 w 368"/>
                <a:gd name="T21" fmla="*/ 8 h 320"/>
                <a:gd name="T22" fmla="*/ 213 w 368"/>
                <a:gd name="T23" fmla="*/ 37 h 320"/>
                <a:gd name="T24" fmla="*/ 358 w 368"/>
                <a:gd name="T25" fmla="*/ 205 h 320"/>
                <a:gd name="T26" fmla="*/ 363 w 368"/>
                <a:gd name="T27" fmla="*/ 209 h 320"/>
                <a:gd name="T28" fmla="*/ 366 w 368"/>
                <a:gd name="T29" fmla="*/ 220 h 320"/>
                <a:gd name="T30" fmla="*/ 354 w 368"/>
                <a:gd name="T31" fmla="*/ 223 h 320"/>
                <a:gd name="T32" fmla="*/ 311 w 368"/>
                <a:gd name="T33" fmla="*/ 192 h 320"/>
                <a:gd name="T34" fmla="*/ 274 w 368"/>
                <a:gd name="T35" fmla="*/ 159 h 320"/>
                <a:gd name="T36" fmla="*/ 272 w 368"/>
                <a:gd name="T37" fmla="*/ 156 h 320"/>
                <a:gd name="T38" fmla="*/ 260 w 368"/>
                <a:gd name="T39" fmla="*/ 167 h 320"/>
                <a:gd name="T40" fmla="*/ 101 w 368"/>
                <a:gd name="T41" fmla="*/ 305 h 320"/>
                <a:gd name="T42" fmla="*/ 66 w 368"/>
                <a:gd name="T43" fmla="*/ 320 h 320"/>
                <a:gd name="T44" fmla="*/ 63 w 368"/>
                <a:gd name="T45" fmla="*/ 320 h 320"/>
                <a:gd name="T46" fmla="*/ 57 w 368"/>
                <a:gd name="T47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8" h="320">
                  <a:moveTo>
                    <a:pt x="57" y="320"/>
                  </a:moveTo>
                  <a:cubicBezTo>
                    <a:pt x="52" y="319"/>
                    <a:pt x="46" y="319"/>
                    <a:pt x="42" y="317"/>
                  </a:cubicBezTo>
                  <a:cubicBezTo>
                    <a:pt x="19" y="309"/>
                    <a:pt x="6" y="293"/>
                    <a:pt x="3" y="271"/>
                  </a:cubicBezTo>
                  <a:cubicBezTo>
                    <a:pt x="0" y="249"/>
                    <a:pt x="9" y="231"/>
                    <a:pt x="27" y="219"/>
                  </a:cubicBezTo>
                  <a:cubicBezTo>
                    <a:pt x="76" y="185"/>
                    <a:pt x="125" y="151"/>
                    <a:pt x="175" y="118"/>
                  </a:cubicBezTo>
                  <a:cubicBezTo>
                    <a:pt x="190" y="108"/>
                    <a:pt x="205" y="98"/>
                    <a:pt x="220" y="88"/>
                  </a:cubicBezTo>
                  <a:cubicBezTo>
                    <a:pt x="218" y="85"/>
                    <a:pt x="217" y="83"/>
                    <a:pt x="216" y="81"/>
                  </a:cubicBezTo>
                  <a:cubicBezTo>
                    <a:pt x="204" y="60"/>
                    <a:pt x="193" y="38"/>
                    <a:pt x="186" y="16"/>
                  </a:cubicBezTo>
                  <a:cubicBezTo>
                    <a:pt x="185" y="15"/>
                    <a:pt x="185" y="14"/>
                    <a:pt x="184" y="13"/>
                  </a:cubicBezTo>
                  <a:cubicBezTo>
                    <a:pt x="183" y="8"/>
                    <a:pt x="186" y="3"/>
                    <a:pt x="190" y="2"/>
                  </a:cubicBezTo>
                  <a:cubicBezTo>
                    <a:pt x="195" y="0"/>
                    <a:pt x="200" y="3"/>
                    <a:pt x="202" y="8"/>
                  </a:cubicBezTo>
                  <a:cubicBezTo>
                    <a:pt x="205" y="17"/>
                    <a:pt x="209" y="27"/>
                    <a:pt x="213" y="37"/>
                  </a:cubicBezTo>
                  <a:cubicBezTo>
                    <a:pt x="244" y="107"/>
                    <a:pt x="293" y="162"/>
                    <a:pt x="358" y="205"/>
                  </a:cubicBezTo>
                  <a:cubicBezTo>
                    <a:pt x="359" y="206"/>
                    <a:pt x="362" y="207"/>
                    <a:pt x="363" y="209"/>
                  </a:cubicBezTo>
                  <a:cubicBezTo>
                    <a:pt x="368" y="211"/>
                    <a:pt x="368" y="216"/>
                    <a:pt x="366" y="220"/>
                  </a:cubicBezTo>
                  <a:cubicBezTo>
                    <a:pt x="363" y="224"/>
                    <a:pt x="358" y="226"/>
                    <a:pt x="354" y="223"/>
                  </a:cubicBezTo>
                  <a:cubicBezTo>
                    <a:pt x="339" y="213"/>
                    <a:pt x="324" y="203"/>
                    <a:pt x="311" y="192"/>
                  </a:cubicBezTo>
                  <a:cubicBezTo>
                    <a:pt x="297" y="182"/>
                    <a:pt x="286" y="169"/>
                    <a:pt x="274" y="159"/>
                  </a:cubicBezTo>
                  <a:cubicBezTo>
                    <a:pt x="273" y="158"/>
                    <a:pt x="273" y="157"/>
                    <a:pt x="272" y="156"/>
                  </a:cubicBezTo>
                  <a:cubicBezTo>
                    <a:pt x="267" y="160"/>
                    <a:pt x="264" y="163"/>
                    <a:pt x="260" y="167"/>
                  </a:cubicBezTo>
                  <a:cubicBezTo>
                    <a:pt x="207" y="212"/>
                    <a:pt x="154" y="258"/>
                    <a:pt x="101" y="305"/>
                  </a:cubicBezTo>
                  <a:cubicBezTo>
                    <a:pt x="91" y="313"/>
                    <a:pt x="80" y="319"/>
                    <a:pt x="66" y="320"/>
                  </a:cubicBezTo>
                  <a:cubicBezTo>
                    <a:pt x="66" y="320"/>
                    <a:pt x="65" y="320"/>
                    <a:pt x="63" y="320"/>
                  </a:cubicBezTo>
                  <a:cubicBezTo>
                    <a:pt x="61" y="320"/>
                    <a:pt x="60" y="320"/>
                    <a:pt x="57" y="320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07">
              <a:extLst>
                <a:ext uri="{FF2B5EF4-FFF2-40B4-BE49-F238E27FC236}">
                  <a16:creationId xmlns:a16="http://schemas.microsoft.com/office/drawing/2014/main" id="{342AE381-6907-23E7-6D07-884B42125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0088" y="2446337"/>
              <a:ext cx="120650" cy="111125"/>
            </a:xfrm>
            <a:custGeom>
              <a:avLst/>
              <a:gdLst>
                <a:gd name="T0" fmla="*/ 208 w 208"/>
                <a:gd name="T1" fmla="*/ 192 h 192"/>
                <a:gd name="T2" fmla="*/ 1 w 208"/>
                <a:gd name="T3" fmla="*/ 192 h 192"/>
                <a:gd name="T4" fmla="*/ 0 w 208"/>
                <a:gd name="T5" fmla="*/ 188 h 192"/>
                <a:gd name="T6" fmla="*/ 0 w 208"/>
                <a:gd name="T7" fmla="*/ 57 h 192"/>
                <a:gd name="T8" fmla="*/ 40 w 208"/>
                <a:gd name="T9" fmla="*/ 1 h 192"/>
                <a:gd name="T10" fmla="*/ 46 w 208"/>
                <a:gd name="T11" fmla="*/ 3 h 192"/>
                <a:gd name="T12" fmla="*/ 162 w 208"/>
                <a:gd name="T13" fmla="*/ 3 h 192"/>
                <a:gd name="T14" fmla="*/ 169 w 208"/>
                <a:gd name="T15" fmla="*/ 1 h 192"/>
                <a:gd name="T16" fmla="*/ 208 w 208"/>
                <a:gd name="T17" fmla="*/ 58 h 192"/>
                <a:gd name="T18" fmla="*/ 208 w 208"/>
                <a:gd name="T19" fmla="*/ 188 h 192"/>
                <a:gd name="T20" fmla="*/ 208 w 208"/>
                <a:gd name="T21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8" h="192">
                  <a:moveTo>
                    <a:pt x="208" y="192"/>
                  </a:moveTo>
                  <a:cubicBezTo>
                    <a:pt x="139" y="192"/>
                    <a:pt x="70" y="192"/>
                    <a:pt x="1" y="192"/>
                  </a:cubicBezTo>
                  <a:cubicBezTo>
                    <a:pt x="0" y="191"/>
                    <a:pt x="0" y="190"/>
                    <a:pt x="0" y="188"/>
                  </a:cubicBezTo>
                  <a:cubicBezTo>
                    <a:pt x="0" y="145"/>
                    <a:pt x="0" y="101"/>
                    <a:pt x="0" y="57"/>
                  </a:cubicBezTo>
                  <a:cubicBezTo>
                    <a:pt x="0" y="33"/>
                    <a:pt x="16" y="11"/>
                    <a:pt x="40" y="1"/>
                  </a:cubicBezTo>
                  <a:cubicBezTo>
                    <a:pt x="43" y="0"/>
                    <a:pt x="44" y="0"/>
                    <a:pt x="46" y="3"/>
                  </a:cubicBezTo>
                  <a:cubicBezTo>
                    <a:pt x="81" y="29"/>
                    <a:pt x="128" y="29"/>
                    <a:pt x="162" y="3"/>
                  </a:cubicBezTo>
                  <a:cubicBezTo>
                    <a:pt x="165" y="0"/>
                    <a:pt x="166" y="0"/>
                    <a:pt x="169" y="1"/>
                  </a:cubicBezTo>
                  <a:cubicBezTo>
                    <a:pt x="194" y="13"/>
                    <a:pt x="208" y="32"/>
                    <a:pt x="208" y="58"/>
                  </a:cubicBezTo>
                  <a:cubicBezTo>
                    <a:pt x="208" y="101"/>
                    <a:pt x="208" y="145"/>
                    <a:pt x="208" y="188"/>
                  </a:cubicBezTo>
                  <a:cubicBezTo>
                    <a:pt x="208" y="190"/>
                    <a:pt x="208" y="191"/>
                    <a:pt x="208" y="192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08">
              <a:extLst>
                <a:ext uri="{FF2B5EF4-FFF2-40B4-BE49-F238E27FC236}">
                  <a16:creationId xmlns:a16="http://schemas.microsoft.com/office/drawing/2014/main" id="{0A5E4BBE-1EA1-FB34-FC33-1DAB922FD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3400" y="2325687"/>
              <a:ext cx="325438" cy="379413"/>
            </a:xfrm>
            <a:custGeom>
              <a:avLst/>
              <a:gdLst>
                <a:gd name="T0" fmla="*/ 161 w 560"/>
                <a:gd name="T1" fmla="*/ 0 h 656"/>
                <a:gd name="T2" fmla="*/ 172 w 560"/>
                <a:gd name="T3" fmla="*/ 13 h 656"/>
                <a:gd name="T4" fmla="*/ 51 w 560"/>
                <a:gd name="T5" fmla="*/ 243 h 656"/>
                <a:gd name="T6" fmla="*/ 136 w 560"/>
                <a:gd name="T7" fmla="*/ 488 h 656"/>
                <a:gd name="T8" fmla="*/ 526 w 560"/>
                <a:gd name="T9" fmla="*/ 569 h 656"/>
                <a:gd name="T10" fmla="*/ 519 w 560"/>
                <a:gd name="T11" fmla="*/ 564 h 656"/>
                <a:gd name="T12" fmla="*/ 467 w 560"/>
                <a:gd name="T13" fmla="*/ 536 h 656"/>
                <a:gd name="T14" fmla="*/ 461 w 560"/>
                <a:gd name="T15" fmla="*/ 526 h 656"/>
                <a:gd name="T16" fmla="*/ 475 w 560"/>
                <a:gd name="T17" fmla="*/ 521 h 656"/>
                <a:gd name="T18" fmla="*/ 506 w 560"/>
                <a:gd name="T19" fmla="*/ 538 h 656"/>
                <a:gd name="T20" fmla="*/ 558 w 560"/>
                <a:gd name="T21" fmla="*/ 566 h 656"/>
                <a:gd name="T22" fmla="*/ 560 w 560"/>
                <a:gd name="T23" fmla="*/ 567 h 656"/>
                <a:gd name="T24" fmla="*/ 557 w 560"/>
                <a:gd name="T25" fmla="*/ 573 h 656"/>
                <a:gd name="T26" fmla="*/ 514 w 560"/>
                <a:gd name="T27" fmla="*/ 649 h 656"/>
                <a:gd name="T28" fmla="*/ 504 w 560"/>
                <a:gd name="T29" fmla="*/ 656 h 656"/>
                <a:gd name="T30" fmla="*/ 498 w 560"/>
                <a:gd name="T31" fmla="*/ 643 h 656"/>
                <a:gd name="T32" fmla="*/ 516 w 560"/>
                <a:gd name="T33" fmla="*/ 610 h 656"/>
                <a:gd name="T34" fmla="*/ 528 w 560"/>
                <a:gd name="T35" fmla="*/ 588 h 656"/>
                <a:gd name="T36" fmla="*/ 242 w 560"/>
                <a:gd name="T37" fmla="*/ 584 h 656"/>
                <a:gd name="T38" fmla="*/ 50 w 560"/>
                <a:gd name="T39" fmla="*/ 378 h 656"/>
                <a:gd name="T40" fmla="*/ 161 w 560"/>
                <a:gd name="T41" fmla="*/ 0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0" h="656">
                  <a:moveTo>
                    <a:pt x="161" y="0"/>
                  </a:moveTo>
                  <a:cubicBezTo>
                    <a:pt x="164" y="5"/>
                    <a:pt x="168" y="9"/>
                    <a:pt x="172" y="13"/>
                  </a:cubicBezTo>
                  <a:cubicBezTo>
                    <a:pt x="99" y="74"/>
                    <a:pt x="58" y="151"/>
                    <a:pt x="51" y="243"/>
                  </a:cubicBezTo>
                  <a:cubicBezTo>
                    <a:pt x="44" y="336"/>
                    <a:pt x="72" y="419"/>
                    <a:pt x="136" y="488"/>
                  </a:cubicBezTo>
                  <a:cubicBezTo>
                    <a:pt x="250" y="612"/>
                    <a:pt x="418" y="619"/>
                    <a:pt x="526" y="569"/>
                  </a:cubicBezTo>
                  <a:cubicBezTo>
                    <a:pt x="524" y="567"/>
                    <a:pt x="522" y="566"/>
                    <a:pt x="519" y="564"/>
                  </a:cubicBezTo>
                  <a:cubicBezTo>
                    <a:pt x="501" y="555"/>
                    <a:pt x="484" y="546"/>
                    <a:pt x="467" y="536"/>
                  </a:cubicBezTo>
                  <a:cubicBezTo>
                    <a:pt x="462" y="534"/>
                    <a:pt x="460" y="531"/>
                    <a:pt x="461" y="526"/>
                  </a:cubicBezTo>
                  <a:cubicBezTo>
                    <a:pt x="462" y="521"/>
                    <a:pt x="468" y="518"/>
                    <a:pt x="475" y="521"/>
                  </a:cubicBezTo>
                  <a:cubicBezTo>
                    <a:pt x="485" y="526"/>
                    <a:pt x="495" y="532"/>
                    <a:pt x="506" y="538"/>
                  </a:cubicBezTo>
                  <a:cubicBezTo>
                    <a:pt x="523" y="547"/>
                    <a:pt x="541" y="556"/>
                    <a:pt x="558" y="566"/>
                  </a:cubicBezTo>
                  <a:cubicBezTo>
                    <a:pt x="558" y="566"/>
                    <a:pt x="559" y="566"/>
                    <a:pt x="560" y="567"/>
                  </a:cubicBezTo>
                  <a:cubicBezTo>
                    <a:pt x="559" y="569"/>
                    <a:pt x="558" y="571"/>
                    <a:pt x="557" y="573"/>
                  </a:cubicBezTo>
                  <a:cubicBezTo>
                    <a:pt x="542" y="599"/>
                    <a:pt x="528" y="624"/>
                    <a:pt x="514" y="649"/>
                  </a:cubicBezTo>
                  <a:cubicBezTo>
                    <a:pt x="511" y="654"/>
                    <a:pt x="509" y="656"/>
                    <a:pt x="504" y="656"/>
                  </a:cubicBezTo>
                  <a:cubicBezTo>
                    <a:pt x="498" y="656"/>
                    <a:pt x="494" y="649"/>
                    <a:pt x="498" y="643"/>
                  </a:cubicBezTo>
                  <a:cubicBezTo>
                    <a:pt x="503" y="632"/>
                    <a:pt x="510" y="621"/>
                    <a:pt x="516" y="610"/>
                  </a:cubicBezTo>
                  <a:cubicBezTo>
                    <a:pt x="520" y="603"/>
                    <a:pt x="524" y="596"/>
                    <a:pt x="528" y="588"/>
                  </a:cubicBezTo>
                  <a:cubicBezTo>
                    <a:pt x="432" y="625"/>
                    <a:pt x="336" y="626"/>
                    <a:pt x="242" y="584"/>
                  </a:cubicBezTo>
                  <a:cubicBezTo>
                    <a:pt x="148" y="543"/>
                    <a:pt x="83" y="474"/>
                    <a:pt x="50" y="378"/>
                  </a:cubicBezTo>
                  <a:cubicBezTo>
                    <a:pt x="0" y="232"/>
                    <a:pt x="56" y="83"/>
                    <a:pt x="161" y="0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09">
              <a:extLst>
                <a:ext uri="{FF2B5EF4-FFF2-40B4-BE49-F238E27FC236}">
                  <a16:creationId xmlns:a16="http://schemas.microsoft.com/office/drawing/2014/main" id="{0A525BAD-E3F8-24E8-6579-5099F1C1F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2150" y="2241550"/>
              <a:ext cx="287338" cy="361950"/>
            </a:xfrm>
            <a:custGeom>
              <a:avLst/>
              <a:gdLst>
                <a:gd name="T0" fmla="*/ 35 w 496"/>
                <a:gd name="T1" fmla="*/ 86 h 624"/>
                <a:gd name="T2" fmla="*/ 37 w 496"/>
                <a:gd name="T3" fmla="*/ 88 h 624"/>
                <a:gd name="T4" fmla="*/ 87 w 496"/>
                <a:gd name="T5" fmla="*/ 127 h 624"/>
                <a:gd name="T6" fmla="*/ 88 w 496"/>
                <a:gd name="T7" fmla="*/ 128 h 624"/>
                <a:gd name="T8" fmla="*/ 90 w 496"/>
                <a:gd name="T9" fmla="*/ 141 h 624"/>
                <a:gd name="T10" fmla="*/ 78 w 496"/>
                <a:gd name="T11" fmla="*/ 142 h 624"/>
                <a:gd name="T12" fmla="*/ 60 w 496"/>
                <a:gd name="T13" fmla="*/ 128 h 624"/>
                <a:gd name="T14" fmla="*/ 3 w 496"/>
                <a:gd name="T15" fmla="*/ 84 h 624"/>
                <a:gd name="T16" fmla="*/ 0 w 496"/>
                <a:gd name="T17" fmla="*/ 82 h 624"/>
                <a:gd name="T18" fmla="*/ 27 w 496"/>
                <a:gd name="T19" fmla="*/ 48 h 624"/>
                <a:gd name="T20" fmla="*/ 59 w 496"/>
                <a:gd name="T21" fmla="*/ 6 h 624"/>
                <a:gd name="T22" fmla="*/ 66 w 496"/>
                <a:gd name="T23" fmla="*/ 1 h 624"/>
                <a:gd name="T24" fmla="*/ 74 w 496"/>
                <a:gd name="T25" fmla="*/ 6 h 624"/>
                <a:gd name="T26" fmla="*/ 74 w 496"/>
                <a:gd name="T27" fmla="*/ 16 h 624"/>
                <a:gd name="T28" fmla="*/ 58 w 496"/>
                <a:gd name="T29" fmla="*/ 37 h 624"/>
                <a:gd name="T30" fmla="*/ 37 w 496"/>
                <a:gd name="T31" fmla="*/ 64 h 624"/>
                <a:gd name="T32" fmla="*/ 35 w 496"/>
                <a:gd name="T33" fmla="*/ 67 h 624"/>
                <a:gd name="T34" fmla="*/ 305 w 496"/>
                <a:gd name="T35" fmla="*/ 111 h 624"/>
                <a:gd name="T36" fmla="*/ 443 w 496"/>
                <a:gd name="T37" fmla="*/ 273 h 624"/>
                <a:gd name="T38" fmla="*/ 399 w 496"/>
                <a:gd name="T39" fmla="*/ 624 h 624"/>
                <a:gd name="T40" fmla="*/ 385 w 496"/>
                <a:gd name="T41" fmla="*/ 614 h 624"/>
                <a:gd name="T42" fmla="*/ 448 w 496"/>
                <a:gd name="T43" fmla="*/ 352 h 624"/>
                <a:gd name="T44" fmla="*/ 357 w 496"/>
                <a:gd name="T45" fmla="*/ 176 h 624"/>
                <a:gd name="T46" fmla="*/ 35 w 496"/>
                <a:gd name="T47" fmla="*/ 86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6" h="624">
                  <a:moveTo>
                    <a:pt x="35" y="86"/>
                  </a:moveTo>
                  <a:cubicBezTo>
                    <a:pt x="35" y="87"/>
                    <a:pt x="37" y="88"/>
                    <a:pt x="37" y="88"/>
                  </a:cubicBezTo>
                  <a:cubicBezTo>
                    <a:pt x="54" y="102"/>
                    <a:pt x="70" y="114"/>
                    <a:pt x="87" y="127"/>
                  </a:cubicBezTo>
                  <a:cubicBezTo>
                    <a:pt x="87" y="127"/>
                    <a:pt x="88" y="128"/>
                    <a:pt x="88" y="128"/>
                  </a:cubicBezTo>
                  <a:cubicBezTo>
                    <a:pt x="92" y="131"/>
                    <a:pt x="93" y="136"/>
                    <a:pt x="90" y="141"/>
                  </a:cubicBezTo>
                  <a:cubicBezTo>
                    <a:pt x="87" y="144"/>
                    <a:pt x="82" y="145"/>
                    <a:pt x="78" y="142"/>
                  </a:cubicBezTo>
                  <a:cubicBezTo>
                    <a:pt x="71" y="137"/>
                    <a:pt x="66" y="133"/>
                    <a:pt x="60" y="128"/>
                  </a:cubicBezTo>
                  <a:cubicBezTo>
                    <a:pt x="41" y="114"/>
                    <a:pt x="22" y="99"/>
                    <a:pt x="3" y="84"/>
                  </a:cubicBezTo>
                  <a:cubicBezTo>
                    <a:pt x="2" y="83"/>
                    <a:pt x="2" y="83"/>
                    <a:pt x="0" y="82"/>
                  </a:cubicBezTo>
                  <a:cubicBezTo>
                    <a:pt x="9" y="71"/>
                    <a:pt x="18" y="59"/>
                    <a:pt x="27" y="48"/>
                  </a:cubicBezTo>
                  <a:cubicBezTo>
                    <a:pt x="37" y="35"/>
                    <a:pt x="48" y="20"/>
                    <a:pt x="59" y="6"/>
                  </a:cubicBezTo>
                  <a:cubicBezTo>
                    <a:pt x="61" y="4"/>
                    <a:pt x="63" y="2"/>
                    <a:pt x="66" y="1"/>
                  </a:cubicBezTo>
                  <a:cubicBezTo>
                    <a:pt x="69" y="0"/>
                    <a:pt x="73" y="2"/>
                    <a:pt x="74" y="6"/>
                  </a:cubicBezTo>
                  <a:cubicBezTo>
                    <a:pt x="76" y="8"/>
                    <a:pt x="76" y="12"/>
                    <a:pt x="74" y="16"/>
                  </a:cubicBezTo>
                  <a:cubicBezTo>
                    <a:pt x="69" y="22"/>
                    <a:pt x="63" y="30"/>
                    <a:pt x="58" y="37"/>
                  </a:cubicBezTo>
                  <a:cubicBezTo>
                    <a:pt x="50" y="46"/>
                    <a:pt x="44" y="54"/>
                    <a:pt x="37" y="64"/>
                  </a:cubicBezTo>
                  <a:cubicBezTo>
                    <a:pt x="36" y="64"/>
                    <a:pt x="35" y="66"/>
                    <a:pt x="35" y="67"/>
                  </a:cubicBezTo>
                  <a:cubicBezTo>
                    <a:pt x="131" y="46"/>
                    <a:pt x="221" y="59"/>
                    <a:pt x="305" y="111"/>
                  </a:cubicBezTo>
                  <a:cubicBezTo>
                    <a:pt x="368" y="150"/>
                    <a:pt x="414" y="205"/>
                    <a:pt x="443" y="273"/>
                  </a:cubicBezTo>
                  <a:cubicBezTo>
                    <a:pt x="496" y="401"/>
                    <a:pt x="467" y="539"/>
                    <a:pt x="399" y="624"/>
                  </a:cubicBezTo>
                  <a:cubicBezTo>
                    <a:pt x="394" y="621"/>
                    <a:pt x="390" y="618"/>
                    <a:pt x="385" y="614"/>
                  </a:cubicBezTo>
                  <a:cubicBezTo>
                    <a:pt x="443" y="535"/>
                    <a:pt x="464" y="448"/>
                    <a:pt x="448" y="352"/>
                  </a:cubicBezTo>
                  <a:cubicBezTo>
                    <a:pt x="436" y="284"/>
                    <a:pt x="405" y="225"/>
                    <a:pt x="357" y="176"/>
                  </a:cubicBezTo>
                  <a:cubicBezTo>
                    <a:pt x="259" y="75"/>
                    <a:pt x="127" y="60"/>
                    <a:pt x="35" y="86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10">
              <a:extLst>
                <a:ext uri="{FF2B5EF4-FFF2-40B4-BE49-F238E27FC236}">
                  <a16:creationId xmlns:a16="http://schemas.microsoft.com/office/drawing/2014/main" id="{A023B9DE-7CAA-E068-737B-83A391077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0738" y="2446337"/>
              <a:ext cx="65088" cy="101600"/>
            </a:xfrm>
            <a:custGeom>
              <a:avLst/>
              <a:gdLst>
                <a:gd name="T0" fmla="*/ 0 w 112"/>
                <a:gd name="T1" fmla="*/ 16 h 176"/>
                <a:gd name="T2" fmla="*/ 23 w 112"/>
                <a:gd name="T3" fmla="*/ 20 h 176"/>
                <a:gd name="T4" fmla="*/ 73 w 112"/>
                <a:gd name="T5" fmla="*/ 3 h 176"/>
                <a:gd name="T6" fmla="*/ 79 w 112"/>
                <a:gd name="T7" fmla="*/ 2 h 176"/>
                <a:gd name="T8" fmla="*/ 112 w 112"/>
                <a:gd name="T9" fmla="*/ 64 h 176"/>
                <a:gd name="T10" fmla="*/ 112 w 112"/>
                <a:gd name="T11" fmla="*/ 173 h 176"/>
                <a:gd name="T12" fmla="*/ 112 w 112"/>
                <a:gd name="T13" fmla="*/ 176 h 176"/>
                <a:gd name="T14" fmla="*/ 9 w 112"/>
                <a:gd name="T15" fmla="*/ 176 h 176"/>
                <a:gd name="T16" fmla="*/ 9 w 112"/>
                <a:gd name="T17" fmla="*/ 173 h 176"/>
                <a:gd name="T18" fmla="*/ 9 w 112"/>
                <a:gd name="T19" fmla="*/ 71 h 176"/>
                <a:gd name="T20" fmla="*/ 0 w 112"/>
                <a:gd name="T21" fmla="*/ 1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2" h="176">
                  <a:moveTo>
                    <a:pt x="0" y="16"/>
                  </a:moveTo>
                  <a:cubicBezTo>
                    <a:pt x="8" y="18"/>
                    <a:pt x="16" y="19"/>
                    <a:pt x="23" y="20"/>
                  </a:cubicBezTo>
                  <a:cubicBezTo>
                    <a:pt x="42" y="22"/>
                    <a:pt x="59" y="16"/>
                    <a:pt x="73" y="3"/>
                  </a:cubicBezTo>
                  <a:cubicBezTo>
                    <a:pt x="76" y="0"/>
                    <a:pt x="77" y="0"/>
                    <a:pt x="79" y="2"/>
                  </a:cubicBezTo>
                  <a:cubicBezTo>
                    <a:pt x="101" y="16"/>
                    <a:pt x="112" y="36"/>
                    <a:pt x="112" y="64"/>
                  </a:cubicBezTo>
                  <a:cubicBezTo>
                    <a:pt x="112" y="100"/>
                    <a:pt x="112" y="136"/>
                    <a:pt x="112" y="173"/>
                  </a:cubicBezTo>
                  <a:cubicBezTo>
                    <a:pt x="112" y="174"/>
                    <a:pt x="112" y="175"/>
                    <a:pt x="112" y="176"/>
                  </a:cubicBezTo>
                  <a:cubicBezTo>
                    <a:pt x="78" y="176"/>
                    <a:pt x="44" y="176"/>
                    <a:pt x="9" y="176"/>
                  </a:cubicBezTo>
                  <a:cubicBezTo>
                    <a:pt x="9" y="176"/>
                    <a:pt x="9" y="174"/>
                    <a:pt x="9" y="173"/>
                  </a:cubicBezTo>
                  <a:cubicBezTo>
                    <a:pt x="9" y="138"/>
                    <a:pt x="9" y="105"/>
                    <a:pt x="9" y="71"/>
                  </a:cubicBezTo>
                  <a:cubicBezTo>
                    <a:pt x="9" y="52"/>
                    <a:pt x="8" y="33"/>
                    <a:pt x="0" y="16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11">
              <a:extLst>
                <a:ext uri="{FF2B5EF4-FFF2-40B4-BE49-F238E27FC236}">
                  <a16:creationId xmlns:a16="http://schemas.microsoft.com/office/drawing/2014/main" id="{892F2EED-B954-A6EF-F8D1-C382E5887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7063" y="2455862"/>
              <a:ext cx="65088" cy="92075"/>
            </a:xfrm>
            <a:custGeom>
              <a:avLst/>
              <a:gdLst>
                <a:gd name="T0" fmla="*/ 0 w 112"/>
                <a:gd name="T1" fmla="*/ 160 h 160"/>
                <a:gd name="T2" fmla="*/ 0 w 112"/>
                <a:gd name="T3" fmla="*/ 151 h 160"/>
                <a:gd name="T4" fmla="*/ 1 w 112"/>
                <a:gd name="T5" fmla="*/ 53 h 160"/>
                <a:gd name="T6" fmla="*/ 34 w 112"/>
                <a:gd name="T7" fmla="*/ 0 h 160"/>
                <a:gd name="T8" fmla="*/ 38 w 112"/>
                <a:gd name="T9" fmla="*/ 1 h 160"/>
                <a:gd name="T10" fmla="*/ 112 w 112"/>
                <a:gd name="T11" fmla="*/ 13 h 160"/>
                <a:gd name="T12" fmla="*/ 112 w 112"/>
                <a:gd name="T13" fmla="*/ 13 h 160"/>
                <a:gd name="T14" fmla="*/ 112 w 112"/>
                <a:gd name="T15" fmla="*/ 16 h 160"/>
                <a:gd name="T16" fmla="*/ 104 w 112"/>
                <a:gd name="T17" fmla="*/ 53 h 160"/>
                <a:gd name="T18" fmla="*/ 104 w 112"/>
                <a:gd name="T19" fmla="*/ 155 h 160"/>
                <a:gd name="T20" fmla="*/ 104 w 112"/>
                <a:gd name="T21" fmla="*/ 160 h 160"/>
                <a:gd name="T22" fmla="*/ 0 w 112"/>
                <a:gd name="T23" fmla="*/ 16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2" h="160">
                  <a:moveTo>
                    <a:pt x="0" y="160"/>
                  </a:moveTo>
                  <a:cubicBezTo>
                    <a:pt x="0" y="157"/>
                    <a:pt x="0" y="154"/>
                    <a:pt x="0" y="151"/>
                  </a:cubicBezTo>
                  <a:cubicBezTo>
                    <a:pt x="1" y="119"/>
                    <a:pt x="0" y="86"/>
                    <a:pt x="1" y="53"/>
                  </a:cubicBezTo>
                  <a:cubicBezTo>
                    <a:pt x="2" y="29"/>
                    <a:pt x="14" y="12"/>
                    <a:pt x="34" y="0"/>
                  </a:cubicBezTo>
                  <a:cubicBezTo>
                    <a:pt x="36" y="0"/>
                    <a:pt x="38" y="0"/>
                    <a:pt x="38" y="1"/>
                  </a:cubicBezTo>
                  <a:cubicBezTo>
                    <a:pt x="61" y="18"/>
                    <a:pt x="85" y="23"/>
                    <a:pt x="112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4"/>
                    <a:pt x="112" y="16"/>
                    <a:pt x="112" y="16"/>
                  </a:cubicBezTo>
                  <a:cubicBezTo>
                    <a:pt x="106" y="28"/>
                    <a:pt x="104" y="40"/>
                    <a:pt x="104" y="53"/>
                  </a:cubicBezTo>
                  <a:cubicBezTo>
                    <a:pt x="104" y="87"/>
                    <a:pt x="104" y="122"/>
                    <a:pt x="104" y="155"/>
                  </a:cubicBezTo>
                  <a:cubicBezTo>
                    <a:pt x="104" y="157"/>
                    <a:pt x="104" y="158"/>
                    <a:pt x="104" y="160"/>
                  </a:cubicBezTo>
                  <a:cubicBezTo>
                    <a:pt x="69" y="160"/>
                    <a:pt x="36" y="160"/>
                    <a:pt x="0" y="160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112">
              <a:extLst>
                <a:ext uri="{FF2B5EF4-FFF2-40B4-BE49-F238E27FC236}">
                  <a16:creationId xmlns:a16="http://schemas.microsoft.com/office/drawing/2014/main" id="{3DCF764E-D805-1F07-BB10-50EB15B6E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9138" y="2371725"/>
              <a:ext cx="84138" cy="74613"/>
            </a:xfrm>
            <a:custGeom>
              <a:avLst/>
              <a:gdLst>
                <a:gd name="T0" fmla="*/ 71 w 144"/>
                <a:gd name="T1" fmla="*/ 128 h 128"/>
                <a:gd name="T2" fmla="*/ 23 w 144"/>
                <a:gd name="T3" fmla="*/ 108 h 128"/>
                <a:gd name="T4" fmla="*/ 25 w 144"/>
                <a:gd name="T5" fmla="*/ 28 h 128"/>
                <a:gd name="T6" fmla="*/ 125 w 144"/>
                <a:gd name="T7" fmla="*/ 33 h 128"/>
                <a:gd name="T8" fmla="*/ 118 w 144"/>
                <a:gd name="T9" fmla="*/ 112 h 128"/>
                <a:gd name="T10" fmla="*/ 71 w 144"/>
                <a:gd name="T1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" h="128">
                  <a:moveTo>
                    <a:pt x="71" y="128"/>
                  </a:moveTo>
                  <a:cubicBezTo>
                    <a:pt x="53" y="128"/>
                    <a:pt x="37" y="122"/>
                    <a:pt x="23" y="108"/>
                  </a:cubicBezTo>
                  <a:cubicBezTo>
                    <a:pt x="0" y="85"/>
                    <a:pt x="1" y="51"/>
                    <a:pt x="25" y="28"/>
                  </a:cubicBezTo>
                  <a:cubicBezTo>
                    <a:pt x="52" y="0"/>
                    <a:pt x="100" y="3"/>
                    <a:pt x="125" y="33"/>
                  </a:cubicBezTo>
                  <a:cubicBezTo>
                    <a:pt x="144" y="57"/>
                    <a:pt x="142" y="91"/>
                    <a:pt x="118" y="112"/>
                  </a:cubicBezTo>
                  <a:cubicBezTo>
                    <a:pt x="105" y="123"/>
                    <a:pt x="90" y="128"/>
                    <a:pt x="71" y="128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113">
              <a:extLst>
                <a:ext uri="{FF2B5EF4-FFF2-40B4-BE49-F238E27FC236}">
                  <a16:creationId xmlns:a16="http://schemas.microsoft.com/office/drawing/2014/main" id="{2805163C-8BC5-AD4F-4929-36B779F47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3275" y="2390775"/>
              <a:ext cx="65088" cy="55563"/>
            </a:xfrm>
            <a:custGeom>
              <a:avLst/>
              <a:gdLst>
                <a:gd name="T0" fmla="*/ 54 w 112"/>
                <a:gd name="T1" fmla="*/ 96 h 96"/>
                <a:gd name="T2" fmla="*/ 15 w 112"/>
                <a:gd name="T3" fmla="*/ 79 h 96"/>
                <a:gd name="T4" fmla="*/ 16 w 112"/>
                <a:gd name="T5" fmla="*/ 22 h 96"/>
                <a:gd name="T6" fmla="*/ 95 w 112"/>
                <a:gd name="T7" fmla="*/ 22 h 96"/>
                <a:gd name="T8" fmla="*/ 89 w 112"/>
                <a:gd name="T9" fmla="*/ 85 h 96"/>
                <a:gd name="T10" fmla="*/ 54 w 112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96">
                  <a:moveTo>
                    <a:pt x="54" y="96"/>
                  </a:moveTo>
                  <a:cubicBezTo>
                    <a:pt x="40" y="96"/>
                    <a:pt x="26" y="91"/>
                    <a:pt x="15" y="79"/>
                  </a:cubicBezTo>
                  <a:cubicBezTo>
                    <a:pt x="0" y="62"/>
                    <a:pt x="1" y="38"/>
                    <a:pt x="16" y="22"/>
                  </a:cubicBezTo>
                  <a:cubicBezTo>
                    <a:pt x="37" y="0"/>
                    <a:pt x="75" y="0"/>
                    <a:pt x="95" y="22"/>
                  </a:cubicBezTo>
                  <a:cubicBezTo>
                    <a:pt x="112" y="41"/>
                    <a:pt x="110" y="69"/>
                    <a:pt x="89" y="85"/>
                  </a:cubicBezTo>
                  <a:cubicBezTo>
                    <a:pt x="79" y="93"/>
                    <a:pt x="68" y="96"/>
                    <a:pt x="54" y="96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114">
              <a:extLst>
                <a:ext uri="{FF2B5EF4-FFF2-40B4-BE49-F238E27FC236}">
                  <a16:creationId xmlns:a16="http://schemas.microsoft.com/office/drawing/2014/main" id="{7A06D743-1555-640B-9F80-928001A16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4525" y="2390775"/>
              <a:ext cx="65088" cy="65088"/>
            </a:xfrm>
            <a:custGeom>
              <a:avLst/>
              <a:gdLst>
                <a:gd name="T0" fmla="*/ 112 w 112"/>
                <a:gd name="T1" fmla="*/ 60 h 112"/>
                <a:gd name="T2" fmla="*/ 87 w 112"/>
                <a:gd name="T3" fmla="*/ 101 h 112"/>
                <a:gd name="T4" fmla="*/ 27 w 112"/>
                <a:gd name="T5" fmla="*/ 96 h 112"/>
                <a:gd name="T6" fmla="*/ 26 w 112"/>
                <a:gd name="T7" fmla="*/ 19 h 112"/>
                <a:gd name="T8" fmla="*/ 102 w 112"/>
                <a:gd name="T9" fmla="*/ 28 h 112"/>
                <a:gd name="T10" fmla="*/ 112 w 112"/>
                <a:gd name="T11" fmla="*/ 6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112">
                  <a:moveTo>
                    <a:pt x="112" y="60"/>
                  </a:moveTo>
                  <a:cubicBezTo>
                    <a:pt x="112" y="78"/>
                    <a:pt x="102" y="92"/>
                    <a:pt x="87" y="101"/>
                  </a:cubicBezTo>
                  <a:cubicBezTo>
                    <a:pt x="66" y="112"/>
                    <a:pt x="46" y="111"/>
                    <a:pt x="27" y="96"/>
                  </a:cubicBezTo>
                  <a:cubicBezTo>
                    <a:pt x="0" y="77"/>
                    <a:pt x="1" y="39"/>
                    <a:pt x="26" y="19"/>
                  </a:cubicBezTo>
                  <a:cubicBezTo>
                    <a:pt x="50" y="0"/>
                    <a:pt x="84" y="4"/>
                    <a:pt x="102" y="28"/>
                  </a:cubicBezTo>
                  <a:cubicBezTo>
                    <a:pt x="108" y="36"/>
                    <a:pt x="112" y="47"/>
                    <a:pt x="112" y="60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115">
              <a:extLst>
                <a:ext uri="{FF2B5EF4-FFF2-40B4-BE49-F238E27FC236}">
                  <a16:creationId xmlns:a16="http://schemas.microsoft.com/office/drawing/2014/main" id="{7B76843A-6617-D26A-039F-F215CFC4D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86825" y="2297112"/>
              <a:ext cx="306388" cy="306388"/>
            </a:xfrm>
            <a:custGeom>
              <a:avLst/>
              <a:gdLst>
                <a:gd name="T0" fmla="*/ 528 w 528"/>
                <a:gd name="T1" fmla="*/ 265 h 528"/>
                <a:gd name="T2" fmla="*/ 261 w 528"/>
                <a:gd name="T3" fmla="*/ 527 h 528"/>
                <a:gd name="T4" fmla="*/ 1 w 528"/>
                <a:gd name="T5" fmla="*/ 264 h 528"/>
                <a:gd name="T6" fmla="*/ 267 w 528"/>
                <a:gd name="T7" fmla="*/ 1 h 528"/>
                <a:gd name="T8" fmla="*/ 528 w 528"/>
                <a:gd name="T9" fmla="*/ 265 h 528"/>
                <a:gd name="T10" fmla="*/ 259 w 528"/>
                <a:gd name="T11" fmla="*/ 483 h 528"/>
                <a:gd name="T12" fmla="*/ 484 w 528"/>
                <a:gd name="T13" fmla="*/ 271 h 528"/>
                <a:gd name="T14" fmla="*/ 270 w 528"/>
                <a:gd name="T15" fmla="*/ 45 h 528"/>
                <a:gd name="T16" fmla="*/ 45 w 528"/>
                <a:gd name="T17" fmla="*/ 258 h 528"/>
                <a:gd name="T18" fmla="*/ 259 w 528"/>
                <a:gd name="T19" fmla="*/ 483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8" h="528">
                  <a:moveTo>
                    <a:pt x="528" y="265"/>
                  </a:moveTo>
                  <a:cubicBezTo>
                    <a:pt x="527" y="413"/>
                    <a:pt x="405" y="528"/>
                    <a:pt x="261" y="527"/>
                  </a:cubicBezTo>
                  <a:cubicBezTo>
                    <a:pt x="118" y="526"/>
                    <a:pt x="0" y="407"/>
                    <a:pt x="1" y="264"/>
                  </a:cubicBezTo>
                  <a:cubicBezTo>
                    <a:pt x="1" y="117"/>
                    <a:pt x="119" y="0"/>
                    <a:pt x="267" y="1"/>
                  </a:cubicBezTo>
                  <a:cubicBezTo>
                    <a:pt x="410" y="2"/>
                    <a:pt x="528" y="121"/>
                    <a:pt x="528" y="265"/>
                  </a:cubicBezTo>
                  <a:close/>
                  <a:moveTo>
                    <a:pt x="259" y="483"/>
                  </a:moveTo>
                  <a:cubicBezTo>
                    <a:pt x="380" y="485"/>
                    <a:pt x="481" y="389"/>
                    <a:pt x="484" y="271"/>
                  </a:cubicBezTo>
                  <a:cubicBezTo>
                    <a:pt x="486" y="149"/>
                    <a:pt x="391" y="48"/>
                    <a:pt x="270" y="45"/>
                  </a:cubicBezTo>
                  <a:cubicBezTo>
                    <a:pt x="149" y="43"/>
                    <a:pt x="48" y="138"/>
                    <a:pt x="45" y="258"/>
                  </a:cubicBezTo>
                  <a:cubicBezTo>
                    <a:pt x="42" y="380"/>
                    <a:pt x="138" y="480"/>
                    <a:pt x="259" y="48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116">
              <a:extLst>
                <a:ext uri="{FF2B5EF4-FFF2-40B4-BE49-F238E27FC236}">
                  <a16:creationId xmlns:a16="http://schemas.microsoft.com/office/drawing/2014/main" id="{10A4B25C-D7C2-5751-20F2-DFE492082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4638" y="2574925"/>
              <a:ext cx="241300" cy="241300"/>
            </a:xfrm>
            <a:custGeom>
              <a:avLst/>
              <a:gdLst>
                <a:gd name="T0" fmla="*/ 0 w 416"/>
                <a:gd name="T1" fmla="*/ 75 h 416"/>
                <a:gd name="T2" fmla="*/ 17 w 416"/>
                <a:gd name="T3" fmla="*/ 35 h 416"/>
                <a:gd name="T4" fmla="*/ 29 w 416"/>
                <a:gd name="T5" fmla="*/ 24 h 416"/>
                <a:gd name="T6" fmla="*/ 112 w 416"/>
                <a:gd name="T7" fmla="*/ 24 h 416"/>
                <a:gd name="T8" fmla="*/ 245 w 416"/>
                <a:gd name="T9" fmla="*/ 154 h 416"/>
                <a:gd name="T10" fmla="*/ 394 w 416"/>
                <a:gd name="T11" fmla="*/ 298 h 416"/>
                <a:gd name="T12" fmla="*/ 415 w 416"/>
                <a:gd name="T13" fmla="*/ 338 h 416"/>
                <a:gd name="T14" fmla="*/ 400 w 416"/>
                <a:gd name="T15" fmla="*/ 380 h 416"/>
                <a:gd name="T16" fmla="*/ 384 w 416"/>
                <a:gd name="T17" fmla="*/ 396 h 416"/>
                <a:gd name="T18" fmla="*/ 304 w 416"/>
                <a:gd name="T19" fmla="*/ 394 h 416"/>
                <a:gd name="T20" fmla="*/ 176 w 416"/>
                <a:gd name="T21" fmla="*/ 269 h 416"/>
                <a:gd name="T22" fmla="*/ 19 w 416"/>
                <a:gd name="T23" fmla="*/ 116 h 416"/>
                <a:gd name="T24" fmla="*/ 0 w 416"/>
                <a:gd name="T25" fmla="*/ 75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6" h="416">
                  <a:moveTo>
                    <a:pt x="0" y="75"/>
                  </a:moveTo>
                  <a:cubicBezTo>
                    <a:pt x="0" y="60"/>
                    <a:pt x="6" y="47"/>
                    <a:pt x="17" y="35"/>
                  </a:cubicBezTo>
                  <a:cubicBezTo>
                    <a:pt x="21" y="32"/>
                    <a:pt x="25" y="28"/>
                    <a:pt x="29" y="24"/>
                  </a:cubicBezTo>
                  <a:cubicBezTo>
                    <a:pt x="53" y="1"/>
                    <a:pt x="88" y="0"/>
                    <a:pt x="112" y="24"/>
                  </a:cubicBezTo>
                  <a:cubicBezTo>
                    <a:pt x="157" y="67"/>
                    <a:pt x="201" y="110"/>
                    <a:pt x="245" y="154"/>
                  </a:cubicBezTo>
                  <a:cubicBezTo>
                    <a:pt x="295" y="202"/>
                    <a:pt x="345" y="250"/>
                    <a:pt x="394" y="298"/>
                  </a:cubicBezTo>
                  <a:cubicBezTo>
                    <a:pt x="406" y="310"/>
                    <a:pt x="414" y="322"/>
                    <a:pt x="415" y="338"/>
                  </a:cubicBezTo>
                  <a:cubicBezTo>
                    <a:pt x="416" y="354"/>
                    <a:pt x="412" y="368"/>
                    <a:pt x="400" y="380"/>
                  </a:cubicBezTo>
                  <a:cubicBezTo>
                    <a:pt x="395" y="386"/>
                    <a:pt x="390" y="391"/>
                    <a:pt x="384" y="396"/>
                  </a:cubicBezTo>
                  <a:cubicBezTo>
                    <a:pt x="361" y="416"/>
                    <a:pt x="327" y="416"/>
                    <a:pt x="304" y="394"/>
                  </a:cubicBezTo>
                  <a:cubicBezTo>
                    <a:pt x="262" y="353"/>
                    <a:pt x="219" y="311"/>
                    <a:pt x="176" y="269"/>
                  </a:cubicBezTo>
                  <a:cubicBezTo>
                    <a:pt x="124" y="219"/>
                    <a:pt x="71" y="167"/>
                    <a:pt x="19" y="116"/>
                  </a:cubicBezTo>
                  <a:cubicBezTo>
                    <a:pt x="7" y="105"/>
                    <a:pt x="0" y="91"/>
                    <a:pt x="0" y="75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117">
              <a:extLst>
                <a:ext uri="{FF2B5EF4-FFF2-40B4-BE49-F238E27FC236}">
                  <a16:creationId xmlns:a16="http://schemas.microsoft.com/office/drawing/2014/main" id="{934237C2-A3AE-9B0A-B587-F50A00682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5588" y="2547937"/>
              <a:ext cx="47625" cy="46038"/>
            </a:xfrm>
            <a:custGeom>
              <a:avLst/>
              <a:gdLst>
                <a:gd name="T0" fmla="*/ 30 w 80"/>
                <a:gd name="T1" fmla="*/ 80 h 80"/>
                <a:gd name="T2" fmla="*/ 28 w 80"/>
                <a:gd name="T3" fmla="*/ 79 h 80"/>
                <a:gd name="T4" fmla="*/ 2 w 80"/>
                <a:gd name="T5" fmla="*/ 53 h 80"/>
                <a:gd name="T6" fmla="*/ 3 w 80"/>
                <a:gd name="T7" fmla="*/ 49 h 80"/>
                <a:gd name="T8" fmla="*/ 46 w 80"/>
                <a:gd name="T9" fmla="*/ 3 h 80"/>
                <a:gd name="T10" fmla="*/ 50 w 80"/>
                <a:gd name="T11" fmla="*/ 3 h 80"/>
                <a:gd name="T12" fmla="*/ 78 w 80"/>
                <a:gd name="T13" fmla="*/ 30 h 80"/>
                <a:gd name="T14" fmla="*/ 78 w 80"/>
                <a:gd name="T15" fmla="*/ 34 h 80"/>
                <a:gd name="T16" fmla="*/ 32 w 80"/>
                <a:gd name="T17" fmla="*/ 78 h 80"/>
                <a:gd name="T18" fmla="*/ 30 w 80"/>
                <a:gd name="T19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30" y="80"/>
                  </a:moveTo>
                  <a:cubicBezTo>
                    <a:pt x="29" y="80"/>
                    <a:pt x="29" y="80"/>
                    <a:pt x="28" y="79"/>
                  </a:cubicBezTo>
                  <a:cubicBezTo>
                    <a:pt x="19" y="70"/>
                    <a:pt x="11" y="62"/>
                    <a:pt x="2" y="53"/>
                  </a:cubicBezTo>
                  <a:cubicBezTo>
                    <a:pt x="0" y="51"/>
                    <a:pt x="0" y="50"/>
                    <a:pt x="3" y="49"/>
                  </a:cubicBezTo>
                  <a:cubicBezTo>
                    <a:pt x="19" y="35"/>
                    <a:pt x="33" y="20"/>
                    <a:pt x="46" y="3"/>
                  </a:cubicBezTo>
                  <a:cubicBezTo>
                    <a:pt x="47" y="0"/>
                    <a:pt x="48" y="0"/>
                    <a:pt x="50" y="3"/>
                  </a:cubicBezTo>
                  <a:cubicBezTo>
                    <a:pt x="60" y="12"/>
                    <a:pt x="69" y="21"/>
                    <a:pt x="78" y="30"/>
                  </a:cubicBezTo>
                  <a:cubicBezTo>
                    <a:pt x="80" y="32"/>
                    <a:pt x="80" y="33"/>
                    <a:pt x="78" y="34"/>
                  </a:cubicBezTo>
                  <a:cubicBezTo>
                    <a:pt x="58" y="44"/>
                    <a:pt x="43" y="60"/>
                    <a:pt x="32" y="78"/>
                  </a:cubicBezTo>
                  <a:cubicBezTo>
                    <a:pt x="32" y="79"/>
                    <a:pt x="31" y="80"/>
                    <a:pt x="30" y="80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118">
              <a:extLst>
                <a:ext uri="{FF2B5EF4-FFF2-40B4-BE49-F238E27FC236}">
                  <a16:creationId xmlns:a16="http://schemas.microsoft.com/office/drawing/2014/main" id="{68AE92C6-1F14-F696-1C03-0FC1FE7914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23338" y="2335212"/>
              <a:ext cx="222250" cy="222250"/>
            </a:xfrm>
            <a:custGeom>
              <a:avLst/>
              <a:gdLst>
                <a:gd name="T0" fmla="*/ 384 w 384"/>
                <a:gd name="T1" fmla="*/ 193 h 384"/>
                <a:gd name="T2" fmla="*/ 192 w 384"/>
                <a:gd name="T3" fmla="*/ 384 h 384"/>
                <a:gd name="T4" fmla="*/ 1 w 384"/>
                <a:gd name="T5" fmla="*/ 192 h 384"/>
                <a:gd name="T6" fmla="*/ 193 w 384"/>
                <a:gd name="T7" fmla="*/ 1 h 384"/>
                <a:gd name="T8" fmla="*/ 384 w 384"/>
                <a:gd name="T9" fmla="*/ 193 h 384"/>
                <a:gd name="T10" fmla="*/ 200 w 384"/>
                <a:gd name="T11" fmla="*/ 277 h 384"/>
                <a:gd name="T12" fmla="*/ 239 w 384"/>
                <a:gd name="T13" fmla="*/ 271 h 384"/>
                <a:gd name="T14" fmla="*/ 352 w 384"/>
                <a:gd name="T15" fmla="*/ 206 h 384"/>
                <a:gd name="T16" fmla="*/ 352 w 384"/>
                <a:gd name="T17" fmla="*/ 179 h 384"/>
                <a:gd name="T18" fmla="*/ 276 w 384"/>
                <a:gd name="T19" fmla="*/ 128 h 384"/>
                <a:gd name="T20" fmla="*/ 133 w 384"/>
                <a:gd name="T21" fmla="*/ 119 h 384"/>
                <a:gd name="T22" fmla="*/ 33 w 384"/>
                <a:gd name="T23" fmla="*/ 179 h 384"/>
                <a:gd name="T24" fmla="*/ 33 w 384"/>
                <a:gd name="T25" fmla="*/ 207 h 384"/>
                <a:gd name="T26" fmla="*/ 94 w 384"/>
                <a:gd name="T27" fmla="*/ 250 h 384"/>
                <a:gd name="T28" fmla="*/ 200 w 384"/>
                <a:gd name="T29" fmla="*/ 277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4" h="384">
                  <a:moveTo>
                    <a:pt x="384" y="193"/>
                  </a:moveTo>
                  <a:cubicBezTo>
                    <a:pt x="384" y="299"/>
                    <a:pt x="298" y="384"/>
                    <a:pt x="192" y="384"/>
                  </a:cubicBezTo>
                  <a:cubicBezTo>
                    <a:pt x="86" y="384"/>
                    <a:pt x="0" y="297"/>
                    <a:pt x="1" y="192"/>
                  </a:cubicBezTo>
                  <a:cubicBezTo>
                    <a:pt x="1" y="86"/>
                    <a:pt x="88" y="0"/>
                    <a:pt x="193" y="1"/>
                  </a:cubicBezTo>
                  <a:cubicBezTo>
                    <a:pt x="299" y="1"/>
                    <a:pt x="384" y="87"/>
                    <a:pt x="384" y="193"/>
                  </a:cubicBezTo>
                  <a:close/>
                  <a:moveTo>
                    <a:pt x="200" y="277"/>
                  </a:moveTo>
                  <a:cubicBezTo>
                    <a:pt x="208" y="277"/>
                    <a:pt x="224" y="275"/>
                    <a:pt x="239" y="271"/>
                  </a:cubicBezTo>
                  <a:cubicBezTo>
                    <a:pt x="282" y="259"/>
                    <a:pt x="319" y="236"/>
                    <a:pt x="352" y="206"/>
                  </a:cubicBezTo>
                  <a:cubicBezTo>
                    <a:pt x="362" y="197"/>
                    <a:pt x="362" y="188"/>
                    <a:pt x="352" y="179"/>
                  </a:cubicBezTo>
                  <a:cubicBezTo>
                    <a:pt x="330" y="158"/>
                    <a:pt x="304" y="141"/>
                    <a:pt x="276" y="128"/>
                  </a:cubicBezTo>
                  <a:cubicBezTo>
                    <a:pt x="230" y="107"/>
                    <a:pt x="182" y="102"/>
                    <a:pt x="133" y="119"/>
                  </a:cubicBezTo>
                  <a:cubicBezTo>
                    <a:pt x="95" y="131"/>
                    <a:pt x="62" y="152"/>
                    <a:pt x="33" y="179"/>
                  </a:cubicBezTo>
                  <a:cubicBezTo>
                    <a:pt x="23" y="188"/>
                    <a:pt x="23" y="197"/>
                    <a:pt x="33" y="207"/>
                  </a:cubicBezTo>
                  <a:cubicBezTo>
                    <a:pt x="52" y="224"/>
                    <a:pt x="72" y="238"/>
                    <a:pt x="94" y="250"/>
                  </a:cubicBezTo>
                  <a:cubicBezTo>
                    <a:pt x="125" y="266"/>
                    <a:pt x="157" y="277"/>
                    <a:pt x="200" y="2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Freeform 119">
              <a:extLst>
                <a:ext uri="{FF2B5EF4-FFF2-40B4-BE49-F238E27FC236}">
                  <a16:creationId xmlns:a16="http://schemas.microsoft.com/office/drawing/2014/main" id="{5B53B30A-FC6C-3511-8E0C-E2441BD6A9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07475" y="2417762"/>
              <a:ext cx="65088" cy="65088"/>
            </a:xfrm>
            <a:custGeom>
              <a:avLst/>
              <a:gdLst>
                <a:gd name="T0" fmla="*/ 0 w 112"/>
                <a:gd name="T1" fmla="*/ 57 h 112"/>
                <a:gd name="T2" fmla="*/ 56 w 112"/>
                <a:gd name="T3" fmla="*/ 1 h 112"/>
                <a:gd name="T4" fmla="*/ 112 w 112"/>
                <a:gd name="T5" fmla="*/ 57 h 112"/>
                <a:gd name="T6" fmla="*/ 57 w 112"/>
                <a:gd name="T7" fmla="*/ 112 h 112"/>
                <a:gd name="T8" fmla="*/ 0 w 112"/>
                <a:gd name="T9" fmla="*/ 57 h 112"/>
                <a:gd name="T10" fmla="*/ 81 w 112"/>
                <a:gd name="T11" fmla="*/ 57 h 112"/>
                <a:gd name="T12" fmla="*/ 57 w 112"/>
                <a:gd name="T13" fmla="*/ 32 h 112"/>
                <a:gd name="T14" fmla="*/ 32 w 112"/>
                <a:gd name="T15" fmla="*/ 56 h 112"/>
                <a:gd name="T16" fmla="*/ 56 w 112"/>
                <a:gd name="T17" fmla="*/ 81 h 112"/>
                <a:gd name="T18" fmla="*/ 81 w 112"/>
                <a:gd name="T19" fmla="*/ 5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2" h="112">
                  <a:moveTo>
                    <a:pt x="0" y="57"/>
                  </a:moveTo>
                  <a:cubicBezTo>
                    <a:pt x="0" y="26"/>
                    <a:pt x="25" y="1"/>
                    <a:pt x="56" y="1"/>
                  </a:cubicBezTo>
                  <a:cubicBezTo>
                    <a:pt x="87" y="0"/>
                    <a:pt x="112" y="26"/>
                    <a:pt x="112" y="57"/>
                  </a:cubicBezTo>
                  <a:cubicBezTo>
                    <a:pt x="112" y="87"/>
                    <a:pt x="87" y="112"/>
                    <a:pt x="57" y="112"/>
                  </a:cubicBezTo>
                  <a:cubicBezTo>
                    <a:pt x="25" y="112"/>
                    <a:pt x="0" y="88"/>
                    <a:pt x="0" y="57"/>
                  </a:cubicBezTo>
                  <a:close/>
                  <a:moveTo>
                    <a:pt x="81" y="57"/>
                  </a:moveTo>
                  <a:cubicBezTo>
                    <a:pt x="81" y="43"/>
                    <a:pt x="70" y="32"/>
                    <a:pt x="57" y="32"/>
                  </a:cubicBezTo>
                  <a:cubicBezTo>
                    <a:pt x="43" y="32"/>
                    <a:pt x="32" y="43"/>
                    <a:pt x="32" y="56"/>
                  </a:cubicBezTo>
                  <a:cubicBezTo>
                    <a:pt x="32" y="70"/>
                    <a:pt x="42" y="81"/>
                    <a:pt x="56" y="81"/>
                  </a:cubicBezTo>
                  <a:cubicBezTo>
                    <a:pt x="70" y="81"/>
                    <a:pt x="81" y="70"/>
                    <a:pt x="81" y="5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Freeform 120">
              <a:extLst>
                <a:ext uri="{FF2B5EF4-FFF2-40B4-BE49-F238E27FC236}">
                  <a16:creationId xmlns:a16="http://schemas.microsoft.com/office/drawing/2014/main" id="{E3A4D0E0-ECC9-A021-8ADC-F12556539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0" y="2427287"/>
              <a:ext cx="38100" cy="46038"/>
            </a:xfrm>
            <a:custGeom>
              <a:avLst/>
              <a:gdLst>
                <a:gd name="T0" fmla="*/ 2 w 64"/>
                <a:gd name="T1" fmla="*/ 0 h 80"/>
                <a:gd name="T2" fmla="*/ 46 w 64"/>
                <a:gd name="T3" fmla="*/ 26 h 80"/>
                <a:gd name="T4" fmla="*/ 64 w 64"/>
                <a:gd name="T5" fmla="*/ 40 h 80"/>
                <a:gd name="T6" fmla="*/ 0 w 64"/>
                <a:gd name="T7" fmla="*/ 80 h 80"/>
                <a:gd name="T8" fmla="*/ 11 w 64"/>
                <a:gd name="T9" fmla="*/ 54 h 80"/>
                <a:gd name="T10" fmla="*/ 4 w 64"/>
                <a:gd name="T11" fmla="*/ 5 h 80"/>
                <a:gd name="T12" fmla="*/ 2 w 64"/>
                <a:gd name="T13" fmla="*/ 1 h 80"/>
                <a:gd name="T14" fmla="*/ 2 w 64"/>
                <a:gd name="T1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80">
                  <a:moveTo>
                    <a:pt x="2" y="0"/>
                  </a:moveTo>
                  <a:cubicBezTo>
                    <a:pt x="18" y="7"/>
                    <a:pt x="32" y="16"/>
                    <a:pt x="46" y="26"/>
                  </a:cubicBezTo>
                  <a:cubicBezTo>
                    <a:pt x="52" y="30"/>
                    <a:pt x="58" y="35"/>
                    <a:pt x="64" y="40"/>
                  </a:cubicBezTo>
                  <a:cubicBezTo>
                    <a:pt x="45" y="56"/>
                    <a:pt x="25" y="70"/>
                    <a:pt x="0" y="80"/>
                  </a:cubicBezTo>
                  <a:cubicBezTo>
                    <a:pt x="6" y="71"/>
                    <a:pt x="9" y="63"/>
                    <a:pt x="11" y="54"/>
                  </a:cubicBezTo>
                  <a:cubicBezTo>
                    <a:pt x="14" y="36"/>
                    <a:pt x="11" y="20"/>
                    <a:pt x="4" y="5"/>
                  </a:cubicBezTo>
                  <a:cubicBezTo>
                    <a:pt x="3" y="4"/>
                    <a:pt x="2" y="2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Freeform 121">
              <a:extLst>
                <a:ext uri="{FF2B5EF4-FFF2-40B4-BE49-F238E27FC236}">
                  <a16:creationId xmlns:a16="http://schemas.microsoft.com/office/drawing/2014/main" id="{74068162-2932-00BF-89DC-1C6D61D6C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1438" y="2427287"/>
              <a:ext cx="36513" cy="46038"/>
            </a:xfrm>
            <a:custGeom>
              <a:avLst/>
              <a:gdLst>
                <a:gd name="T0" fmla="*/ 64 w 64"/>
                <a:gd name="T1" fmla="*/ 1 h 80"/>
                <a:gd name="T2" fmla="*/ 54 w 64"/>
                <a:gd name="T3" fmla="*/ 45 h 80"/>
                <a:gd name="T4" fmla="*/ 64 w 64"/>
                <a:gd name="T5" fmla="*/ 80 h 80"/>
                <a:gd name="T6" fmla="*/ 64 w 64"/>
                <a:gd name="T7" fmla="*/ 80 h 80"/>
                <a:gd name="T8" fmla="*/ 3 w 64"/>
                <a:gd name="T9" fmla="*/ 42 h 80"/>
                <a:gd name="T10" fmla="*/ 2 w 64"/>
                <a:gd name="T11" fmla="*/ 38 h 80"/>
                <a:gd name="T12" fmla="*/ 64 w 64"/>
                <a:gd name="T13" fmla="*/ 0 h 80"/>
                <a:gd name="T14" fmla="*/ 64 w 64"/>
                <a:gd name="T15" fmla="*/ 1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4" h="80">
                  <a:moveTo>
                    <a:pt x="64" y="1"/>
                  </a:moveTo>
                  <a:cubicBezTo>
                    <a:pt x="57" y="15"/>
                    <a:pt x="53" y="30"/>
                    <a:pt x="54" y="45"/>
                  </a:cubicBezTo>
                  <a:cubicBezTo>
                    <a:pt x="55" y="57"/>
                    <a:pt x="59" y="69"/>
                    <a:pt x="64" y="80"/>
                  </a:cubicBezTo>
                  <a:cubicBezTo>
                    <a:pt x="64" y="80"/>
                    <a:pt x="64" y="80"/>
                    <a:pt x="64" y="80"/>
                  </a:cubicBezTo>
                  <a:cubicBezTo>
                    <a:pt x="41" y="71"/>
                    <a:pt x="21" y="58"/>
                    <a:pt x="3" y="42"/>
                  </a:cubicBezTo>
                  <a:cubicBezTo>
                    <a:pt x="1" y="41"/>
                    <a:pt x="0" y="40"/>
                    <a:pt x="2" y="38"/>
                  </a:cubicBezTo>
                  <a:cubicBezTo>
                    <a:pt x="21" y="23"/>
                    <a:pt x="41" y="10"/>
                    <a:pt x="64" y="0"/>
                  </a:cubicBezTo>
                  <a:cubicBezTo>
                    <a:pt x="64" y="0"/>
                    <a:pt x="64" y="1"/>
                    <a:pt x="64" y="1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Freeform 122">
              <a:extLst>
                <a:ext uri="{FF2B5EF4-FFF2-40B4-BE49-F238E27FC236}">
                  <a16:creationId xmlns:a16="http://schemas.microsoft.com/office/drawing/2014/main" id="{CE0ECCEA-DF7D-5365-1D29-28CB6F424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0500" y="2427287"/>
              <a:ext cx="9525" cy="9525"/>
            </a:xfrm>
            <a:custGeom>
              <a:avLst/>
              <a:gdLst>
                <a:gd name="T0" fmla="*/ 11 w 16"/>
                <a:gd name="T1" fmla="*/ 16 h 16"/>
                <a:gd name="T2" fmla="*/ 6 w 16"/>
                <a:gd name="T3" fmla="*/ 0 h 16"/>
                <a:gd name="T4" fmla="*/ 16 w 16"/>
                <a:gd name="T5" fmla="*/ 11 h 16"/>
                <a:gd name="T6" fmla="*/ 11 w 16"/>
                <a:gd name="T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6">
                  <a:moveTo>
                    <a:pt x="11" y="16"/>
                  </a:moveTo>
                  <a:cubicBezTo>
                    <a:pt x="6" y="11"/>
                    <a:pt x="0" y="6"/>
                    <a:pt x="6" y="0"/>
                  </a:cubicBezTo>
                  <a:cubicBezTo>
                    <a:pt x="6" y="0"/>
                    <a:pt x="11" y="6"/>
                    <a:pt x="16" y="11"/>
                  </a:cubicBezTo>
                  <a:cubicBezTo>
                    <a:pt x="11" y="11"/>
                    <a:pt x="11" y="11"/>
                    <a:pt x="11" y="16"/>
                  </a:cubicBezTo>
                </a:path>
              </a:pathLst>
            </a:custGeom>
            <a:solidFill>
              <a:srgbClr val="5658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Freeform 123">
              <a:extLst>
                <a:ext uri="{FF2B5EF4-FFF2-40B4-BE49-F238E27FC236}">
                  <a16:creationId xmlns:a16="http://schemas.microsoft.com/office/drawing/2014/main" id="{71274953-9758-C62B-6077-187423C8E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7950" y="2473325"/>
              <a:ext cx="9525" cy="9525"/>
            </a:xfrm>
            <a:custGeom>
              <a:avLst/>
              <a:gdLst>
                <a:gd name="T0" fmla="*/ 11 w 16"/>
                <a:gd name="T1" fmla="*/ 0 h 16"/>
                <a:gd name="T2" fmla="*/ 16 w 16"/>
                <a:gd name="T3" fmla="*/ 16 h 16"/>
                <a:gd name="T4" fmla="*/ 0 w 16"/>
                <a:gd name="T5" fmla="*/ 16 h 16"/>
                <a:gd name="T6" fmla="*/ 11 w 16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6">
                  <a:moveTo>
                    <a:pt x="11" y="0"/>
                  </a:moveTo>
                  <a:cubicBezTo>
                    <a:pt x="11" y="8"/>
                    <a:pt x="11" y="16"/>
                    <a:pt x="16" y="16"/>
                  </a:cubicBezTo>
                  <a:cubicBezTo>
                    <a:pt x="11" y="16"/>
                    <a:pt x="6" y="16"/>
                    <a:pt x="0" y="16"/>
                  </a:cubicBezTo>
                  <a:cubicBezTo>
                    <a:pt x="6" y="8"/>
                    <a:pt x="6" y="8"/>
                    <a:pt x="11" y="0"/>
                  </a:cubicBezTo>
                </a:path>
              </a:pathLst>
            </a:custGeom>
            <a:solidFill>
              <a:srgbClr val="5658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Freeform 124">
              <a:extLst>
                <a:ext uri="{FF2B5EF4-FFF2-40B4-BE49-F238E27FC236}">
                  <a16:creationId xmlns:a16="http://schemas.microsoft.com/office/drawing/2014/main" id="{14634F5B-B713-2EA8-C260-7AF18EF30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7950" y="2427287"/>
              <a:ext cx="9525" cy="9525"/>
            </a:xfrm>
            <a:custGeom>
              <a:avLst/>
              <a:gdLst>
                <a:gd name="T0" fmla="*/ 0 w 16"/>
                <a:gd name="T1" fmla="*/ 11 h 16"/>
                <a:gd name="T2" fmla="*/ 6 w 16"/>
                <a:gd name="T3" fmla="*/ 0 h 16"/>
                <a:gd name="T4" fmla="*/ 6 w 16"/>
                <a:gd name="T5" fmla="*/ 16 h 16"/>
                <a:gd name="T6" fmla="*/ 0 w 16"/>
                <a:gd name="T7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6">
                  <a:moveTo>
                    <a:pt x="0" y="11"/>
                  </a:moveTo>
                  <a:cubicBezTo>
                    <a:pt x="0" y="6"/>
                    <a:pt x="6" y="0"/>
                    <a:pt x="6" y="0"/>
                  </a:cubicBezTo>
                  <a:cubicBezTo>
                    <a:pt x="16" y="6"/>
                    <a:pt x="11" y="11"/>
                    <a:pt x="6" y="16"/>
                  </a:cubicBezTo>
                  <a:cubicBezTo>
                    <a:pt x="6" y="16"/>
                    <a:pt x="0" y="11"/>
                    <a:pt x="0" y="11"/>
                  </a:cubicBezTo>
                </a:path>
              </a:pathLst>
            </a:custGeom>
            <a:solidFill>
              <a:srgbClr val="56585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125">
              <a:extLst>
                <a:ext uri="{FF2B5EF4-FFF2-40B4-BE49-F238E27FC236}">
                  <a16:creationId xmlns:a16="http://schemas.microsoft.com/office/drawing/2014/main" id="{E3A157B0-E2DF-253C-3E50-D9095DFA4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3263" y="1377950"/>
              <a:ext cx="1203856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1" i="0" u="none" strike="noStrike" cap="none" normalizeH="0" baseline="0">
                  <a:ln>
                    <a:noFill/>
                  </a:ln>
                  <a:solidFill>
                    <a:srgbClr val="E30656"/>
                  </a:solidFill>
                  <a:effectLst/>
                  <a:latin typeface="Roboto Condensed" panose="02000000000000000000" pitchFamily="2" charset="0"/>
                </a:rPr>
                <a:t>PRIMARY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E30656"/>
                </a:solidFill>
                <a:effectLst/>
              </a:endParaRPr>
            </a:p>
          </p:txBody>
        </p:sp>
        <p:sp>
          <p:nvSpPr>
            <p:cNvPr id="39" name="Rectangle 126">
              <a:extLst>
                <a:ext uri="{FF2B5EF4-FFF2-40B4-BE49-F238E27FC236}">
                  <a16:creationId xmlns:a16="http://schemas.microsoft.com/office/drawing/2014/main" id="{F6BE3084-DFAF-CFE5-9AAE-5E415DDD2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8175" y="1377950"/>
              <a:ext cx="1277594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300" b="0" i="0" u="none" strike="noStrike" cap="none" normalizeH="0" baseline="0">
                  <a:ln>
                    <a:noFill/>
                  </a:ln>
                  <a:solidFill>
                    <a:srgbClr val="E30656"/>
                  </a:solidFill>
                  <a:effectLst/>
                  <a:latin typeface="Roboto Condensed" panose="02000000000000000000" pitchFamily="2" charset="0"/>
                </a:rPr>
                <a:t>RESEARCH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E30656"/>
                </a:solidFill>
                <a:effectLst/>
              </a:endParaRPr>
            </a:p>
          </p:txBody>
        </p:sp>
        <p:sp>
          <p:nvSpPr>
            <p:cNvPr id="40" name="Rectangle 127">
              <a:extLst>
                <a:ext uri="{FF2B5EF4-FFF2-40B4-BE49-F238E27FC236}">
                  <a16:creationId xmlns:a16="http://schemas.microsoft.com/office/drawing/2014/main" id="{CAEFA09E-FE8A-8F44-090B-1872C1D0F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3705" y="3402012"/>
              <a:ext cx="1442703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rgbClr val="E30656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QUANTITATIVE DATA</a:t>
              </a:r>
            </a:p>
          </p:txBody>
        </p:sp>
        <p:sp>
          <p:nvSpPr>
            <p:cNvPr id="41" name="Rectangle 128">
              <a:extLst>
                <a:ext uri="{FF2B5EF4-FFF2-40B4-BE49-F238E27FC236}">
                  <a16:creationId xmlns:a16="http://schemas.microsoft.com/office/drawing/2014/main" id="{79868D81-7EF1-AE09-80E2-E444E23B4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4905" y="3402012"/>
              <a:ext cx="1322478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rgbClr val="31393D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QUALITATIVE DATA</a:t>
              </a:r>
            </a:p>
          </p:txBody>
        </p:sp>
        <p:sp>
          <p:nvSpPr>
            <p:cNvPr id="42" name="Rectangle 129">
              <a:extLst>
                <a:ext uri="{FF2B5EF4-FFF2-40B4-BE49-F238E27FC236}">
                  <a16:creationId xmlns:a16="http://schemas.microsoft.com/office/drawing/2014/main" id="{7468C612-B7F5-C6F1-8EAB-3784EDD72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0579" y="3402012"/>
              <a:ext cx="995465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rgbClr val="E30656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OBSERVATION</a:t>
              </a:r>
            </a:p>
          </p:txBody>
        </p:sp>
        <p:sp>
          <p:nvSpPr>
            <p:cNvPr id="43" name="Rectangle 130">
              <a:extLst>
                <a:ext uri="{FF2B5EF4-FFF2-40B4-BE49-F238E27FC236}">
                  <a16:creationId xmlns:a16="http://schemas.microsoft.com/office/drawing/2014/main" id="{9BD9F7FE-25CF-CABE-B45D-7C4731FD2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3895725"/>
              <a:ext cx="111125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131">
              <a:extLst>
                <a:ext uri="{FF2B5EF4-FFF2-40B4-BE49-F238E27FC236}">
                  <a16:creationId xmlns:a16="http://schemas.microsoft.com/office/drawing/2014/main" id="{77A63EDA-17FD-1046-9E5E-54058C4D4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4975" y="3895725"/>
              <a:ext cx="1158875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Personal Interviews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132">
              <a:extLst>
                <a:ext uri="{FF2B5EF4-FFF2-40B4-BE49-F238E27FC236}">
                  <a16:creationId xmlns:a16="http://schemas.microsoft.com/office/drawing/2014/main" id="{BA164466-454C-D06D-FF1C-D334F64B8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4127500"/>
              <a:ext cx="111125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133">
              <a:extLst>
                <a:ext uri="{FF2B5EF4-FFF2-40B4-BE49-F238E27FC236}">
                  <a16:creationId xmlns:a16="http://schemas.microsoft.com/office/drawing/2014/main" id="{B913E533-F36D-EBD4-40BC-9D1ACB3E1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4975" y="4127500"/>
              <a:ext cx="1047750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Telephonic Call, 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134">
              <a:extLst>
                <a:ext uri="{FF2B5EF4-FFF2-40B4-BE49-F238E27FC236}">
                  <a16:creationId xmlns:a16="http://schemas.microsoft.com/office/drawing/2014/main" id="{503264F7-0F05-D490-7F10-9560328F3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2075" y="4127500"/>
              <a:ext cx="120650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-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135">
              <a:extLst>
                <a:ext uri="{FF2B5EF4-FFF2-40B4-BE49-F238E27FC236}">
                  <a16:creationId xmlns:a16="http://schemas.microsoft.com/office/drawing/2014/main" id="{B48E1BF1-7849-5E26-8C63-9DD2729B6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588" y="4127500"/>
              <a:ext cx="555625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Mail etc.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136">
              <a:extLst>
                <a:ext uri="{FF2B5EF4-FFF2-40B4-BE49-F238E27FC236}">
                  <a16:creationId xmlns:a16="http://schemas.microsoft.com/office/drawing/2014/main" id="{9AD4A252-D163-AF22-A61C-D211AFFA5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763" y="4368800"/>
              <a:ext cx="111125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137">
              <a:extLst>
                <a:ext uri="{FF2B5EF4-FFF2-40B4-BE49-F238E27FC236}">
                  <a16:creationId xmlns:a16="http://schemas.microsoft.com/office/drawing/2014/main" id="{732049ED-7EF1-F763-0AED-31E00AA8D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4975" y="4368800"/>
              <a:ext cx="184150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138">
              <a:extLst>
                <a:ext uri="{FF2B5EF4-FFF2-40B4-BE49-F238E27FC236}">
                  <a16:creationId xmlns:a16="http://schemas.microsoft.com/office/drawing/2014/main" id="{30B57B58-961C-8E54-B205-BFC75C3DF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575" y="4368800"/>
              <a:ext cx="120650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-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139">
              <a:extLst>
                <a:ext uri="{FF2B5EF4-FFF2-40B4-BE49-F238E27FC236}">
                  <a16:creationId xmlns:a16="http://schemas.microsoft.com/office/drawing/2014/main" id="{94986D33-83D8-8326-AEA0-2457094D5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3088" y="4368800"/>
              <a:ext cx="1112838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house Discussions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Line 140">
              <a:extLst>
                <a:ext uri="{FF2B5EF4-FFF2-40B4-BE49-F238E27FC236}">
                  <a16:creationId xmlns:a16="http://schemas.microsoft.com/office/drawing/2014/main" id="{CC0181E4-B7A4-E991-1220-597476652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3375" y="3675062"/>
              <a:ext cx="1603375" cy="0"/>
            </a:xfrm>
            <a:prstGeom prst="line">
              <a:avLst/>
            </a:prstGeom>
            <a:noFill/>
            <a:ln w="9525" cap="flat">
              <a:solidFill>
                <a:srgbClr val="E3065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Line 141">
              <a:extLst>
                <a:ext uri="{FF2B5EF4-FFF2-40B4-BE49-F238E27FC236}">
                  <a16:creationId xmlns:a16="http://schemas.microsoft.com/office/drawing/2014/main" id="{FB465C6E-85DD-AB16-0B7F-A7607AF7A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2363" y="3675062"/>
              <a:ext cx="1601788" cy="0"/>
            </a:xfrm>
            <a:prstGeom prst="line">
              <a:avLst/>
            </a:prstGeom>
            <a:noFill/>
            <a:ln w="9525" cap="flat">
              <a:solidFill>
                <a:srgbClr val="31393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" name="Line 142">
              <a:extLst>
                <a:ext uri="{FF2B5EF4-FFF2-40B4-BE49-F238E27FC236}">
                  <a16:creationId xmlns:a16="http://schemas.microsoft.com/office/drawing/2014/main" id="{C6D6671F-B214-686E-8A28-32D3E9031B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3900" y="3675062"/>
              <a:ext cx="1601788" cy="0"/>
            </a:xfrm>
            <a:prstGeom prst="line">
              <a:avLst/>
            </a:prstGeom>
            <a:noFill/>
            <a:ln w="9525" cap="flat">
              <a:solidFill>
                <a:srgbClr val="E3065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Rectangle 143">
              <a:extLst>
                <a:ext uri="{FF2B5EF4-FFF2-40B4-BE49-F238E27FC236}">
                  <a16:creationId xmlns:a16="http://schemas.microsoft.com/office/drawing/2014/main" id="{B5906D75-6E91-5D8D-9206-74815E509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9500" y="3895725"/>
              <a:ext cx="111125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144">
              <a:extLst>
                <a:ext uri="{FF2B5EF4-FFF2-40B4-BE49-F238E27FC236}">
                  <a16:creationId xmlns:a16="http://schemas.microsoft.com/office/drawing/2014/main" id="{852D7404-07EA-F1C2-7C6A-24731D64B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4125" y="3895725"/>
              <a:ext cx="844550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Focus Groups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145">
              <a:extLst>
                <a:ext uri="{FF2B5EF4-FFF2-40B4-BE49-F238E27FC236}">
                  <a16:creationId xmlns:a16="http://schemas.microsoft.com/office/drawing/2014/main" id="{DB87BC79-FA9C-5764-3FB2-8D21022AE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9500" y="4127500"/>
              <a:ext cx="111125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146">
              <a:extLst>
                <a:ext uri="{FF2B5EF4-FFF2-40B4-BE49-F238E27FC236}">
                  <a16:creationId xmlns:a16="http://schemas.microsoft.com/office/drawing/2014/main" id="{662EC016-ECAC-1F49-29F1-C7FFEF6ED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4125" y="4127500"/>
              <a:ext cx="1558925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Individual Depth Interviews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147">
              <a:extLst>
                <a:ext uri="{FF2B5EF4-FFF2-40B4-BE49-F238E27FC236}">
                  <a16:creationId xmlns:a16="http://schemas.microsoft.com/office/drawing/2014/main" id="{95BA0E36-943E-D6FC-F20E-ACD2AA153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3895725"/>
              <a:ext cx="111125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148">
              <a:extLst>
                <a:ext uri="{FF2B5EF4-FFF2-40B4-BE49-F238E27FC236}">
                  <a16:creationId xmlns:a16="http://schemas.microsoft.com/office/drawing/2014/main" id="{587A527D-A18C-E8D4-7A6D-C68310134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0588" y="3895725"/>
              <a:ext cx="482600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Natural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149">
              <a:extLst>
                <a:ext uri="{FF2B5EF4-FFF2-40B4-BE49-F238E27FC236}">
                  <a16:creationId xmlns:a16="http://schemas.microsoft.com/office/drawing/2014/main" id="{EB0301A8-AB5A-125E-433F-243C880F5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127500"/>
              <a:ext cx="111125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150">
              <a:extLst>
                <a:ext uri="{FF2B5EF4-FFF2-40B4-BE49-F238E27FC236}">
                  <a16:creationId xmlns:a16="http://schemas.microsoft.com/office/drawing/2014/main" id="{16A969AC-6CBB-0A48-FCC6-BF5ECBB4D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0588" y="4127500"/>
              <a:ext cx="611188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Contrived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151">
              <a:extLst>
                <a:ext uri="{FF2B5EF4-FFF2-40B4-BE49-F238E27FC236}">
                  <a16:creationId xmlns:a16="http://schemas.microsoft.com/office/drawing/2014/main" id="{582E2C37-BF2F-00E9-E89A-075687D5D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368800"/>
              <a:ext cx="111125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152">
              <a:extLst>
                <a:ext uri="{FF2B5EF4-FFF2-40B4-BE49-F238E27FC236}">
                  <a16:creationId xmlns:a16="http://schemas.microsoft.com/office/drawing/2014/main" id="{D24416EE-8BEC-C622-A8BF-97CD9B82B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0588" y="4368800"/>
              <a:ext cx="714375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Mechanical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153">
              <a:extLst>
                <a:ext uri="{FF2B5EF4-FFF2-40B4-BE49-F238E27FC236}">
                  <a16:creationId xmlns:a16="http://schemas.microsoft.com/office/drawing/2014/main" id="{4968C2BF-0AB2-0FEB-9378-A192EA19D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600575"/>
              <a:ext cx="111125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154">
              <a:extLst>
                <a:ext uri="{FF2B5EF4-FFF2-40B4-BE49-F238E27FC236}">
                  <a16:creationId xmlns:a16="http://schemas.microsoft.com/office/drawing/2014/main" id="{347D5F6D-1B66-30BD-17D0-FDA4B0F00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0588" y="4600575"/>
              <a:ext cx="500063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Indirect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155">
              <a:extLst>
                <a:ext uri="{FF2B5EF4-FFF2-40B4-BE49-F238E27FC236}">
                  <a16:creationId xmlns:a16="http://schemas.microsoft.com/office/drawing/2014/main" id="{42AB798D-8D3B-AE5A-D5DD-57EA66476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75" y="4832350"/>
              <a:ext cx="111125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Rectangle 156">
              <a:extLst>
                <a:ext uri="{FF2B5EF4-FFF2-40B4-BE49-F238E27FC236}">
                  <a16:creationId xmlns:a16="http://schemas.microsoft.com/office/drawing/2014/main" id="{F68B800E-ADB2-CA25-50C4-B11D875F5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0588" y="4832350"/>
              <a:ext cx="603250" cy="204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Recorded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7550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85875-1ED2-3DF1-59E7-3D58AE00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D7B1A9-3016-6FFD-6AF3-FC378ED56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83" y="183063"/>
            <a:ext cx="2028083" cy="31520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E5CBA6C-9C5E-E27D-56F6-26E05772A435}"/>
              </a:ext>
            </a:extLst>
          </p:cNvPr>
          <p:cNvGrpSpPr/>
          <p:nvPr/>
        </p:nvGrpSpPr>
        <p:grpSpPr>
          <a:xfrm>
            <a:off x="2326706" y="1171612"/>
            <a:ext cx="6821129" cy="4653116"/>
            <a:chOff x="3945194" y="833284"/>
            <a:chExt cx="6821129" cy="465311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AFB21D-CFA2-18F6-1939-229DD9AA8B02}"/>
                </a:ext>
              </a:extLst>
            </p:cNvPr>
            <p:cNvSpPr/>
            <p:nvPr/>
          </p:nvSpPr>
          <p:spPr>
            <a:xfrm>
              <a:off x="3945194" y="833284"/>
              <a:ext cx="6821129" cy="4653116"/>
            </a:xfrm>
            <a:prstGeom prst="roundRect">
              <a:avLst>
                <a:gd name="adj" fmla="val 766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11">
              <a:extLst>
                <a:ext uri="{FF2B5EF4-FFF2-40B4-BE49-F238E27FC236}">
                  <a16:creationId xmlns:a16="http://schemas.microsoft.com/office/drawing/2014/main" id="{CA3B7B4E-EADB-531F-FB1A-3D0359ABB8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6738" y="1966913"/>
              <a:ext cx="2773362" cy="292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78998F0E-86BA-101A-3E23-8D5E87AF0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5" y="1847851"/>
              <a:ext cx="171450" cy="123825"/>
            </a:xfrm>
            <a:custGeom>
              <a:avLst/>
              <a:gdLst>
                <a:gd name="T0" fmla="*/ 288 w 288"/>
                <a:gd name="T1" fmla="*/ 208 h 208"/>
                <a:gd name="T2" fmla="*/ 144 w 288"/>
                <a:gd name="T3" fmla="*/ 0 h 208"/>
                <a:gd name="T4" fmla="*/ 0 w 288"/>
                <a:gd name="T5" fmla="*/ 208 h 208"/>
                <a:gd name="T6" fmla="*/ 288 w 288"/>
                <a:gd name="T7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208">
                  <a:moveTo>
                    <a:pt x="288" y="208"/>
                  </a:moveTo>
                  <a:cubicBezTo>
                    <a:pt x="288" y="91"/>
                    <a:pt x="223" y="0"/>
                    <a:pt x="144" y="0"/>
                  </a:cubicBezTo>
                  <a:cubicBezTo>
                    <a:pt x="66" y="0"/>
                    <a:pt x="0" y="91"/>
                    <a:pt x="0" y="208"/>
                  </a:cubicBezTo>
                  <a:lnTo>
                    <a:pt x="288" y="20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6A622240-7C84-F80F-C6C1-312032810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9675" y="1847851"/>
              <a:ext cx="161925" cy="123825"/>
            </a:xfrm>
            <a:custGeom>
              <a:avLst/>
              <a:gdLst>
                <a:gd name="T0" fmla="*/ 0 w 272"/>
                <a:gd name="T1" fmla="*/ 208 h 208"/>
                <a:gd name="T2" fmla="*/ 136 w 272"/>
                <a:gd name="T3" fmla="*/ 0 h 208"/>
                <a:gd name="T4" fmla="*/ 272 w 272"/>
                <a:gd name="T5" fmla="*/ 208 h 208"/>
                <a:gd name="T6" fmla="*/ 0 w 272"/>
                <a:gd name="T7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2" h="208">
                  <a:moveTo>
                    <a:pt x="0" y="208"/>
                  </a:moveTo>
                  <a:cubicBezTo>
                    <a:pt x="0" y="91"/>
                    <a:pt x="58" y="0"/>
                    <a:pt x="136" y="0"/>
                  </a:cubicBezTo>
                  <a:cubicBezTo>
                    <a:pt x="211" y="0"/>
                    <a:pt x="272" y="91"/>
                    <a:pt x="272" y="208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49FF5E7D-3B20-96C8-1AB2-B1B863601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5875" y="1847851"/>
              <a:ext cx="1323975" cy="998538"/>
            </a:xfrm>
            <a:custGeom>
              <a:avLst/>
              <a:gdLst>
                <a:gd name="T0" fmla="*/ 0 w 2224"/>
                <a:gd name="T1" fmla="*/ 0 h 1680"/>
                <a:gd name="T2" fmla="*/ 102 w 2224"/>
                <a:gd name="T3" fmla="*/ 61 h 1680"/>
                <a:gd name="T4" fmla="*/ 143 w 2224"/>
                <a:gd name="T5" fmla="*/ 216 h 1680"/>
                <a:gd name="T6" fmla="*/ 143 w 2224"/>
                <a:gd name="T7" fmla="*/ 1338 h 1680"/>
                <a:gd name="T8" fmla="*/ 1112 w 2224"/>
                <a:gd name="T9" fmla="*/ 1680 h 1680"/>
                <a:gd name="T10" fmla="*/ 2082 w 2224"/>
                <a:gd name="T11" fmla="*/ 1338 h 1680"/>
                <a:gd name="T12" fmla="*/ 2082 w 2224"/>
                <a:gd name="T13" fmla="*/ 216 h 1680"/>
                <a:gd name="T14" fmla="*/ 2123 w 2224"/>
                <a:gd name="T15" fmla="*/ 61 h 1680"/>
                <a:gd name="T16" fmla="*/ 2224 w 2224"/>
                <a:gd name="T17" fmla="*/ 0 h 1680"/>
                <a:gd name="T18" fmla="*/ 0 w 2224"/>
                <a:gd name="T19" fmla="*/ 0 h 1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24" h="1680">
                  <a:moveTo>
                    <a:pt x="0" y="0"/>
                  </a:moveTo>
                  <a:cubicBezTo>
                    <a:pt x="37" y="0"/>
                    <a:pt x="74" y="24"/>
                    <a:pt x="102" y="61"/>
                  </a:cubicBezTo>
                  <a:cubicBezTo>
                    <a:pt x="125" y="101"/>
                    <a:pt x="143" y="155"/>
                    <a:pt x="143" y="216"/>
                  </a:cubicBezTo>
                  <a:cubicBezTo>
                    <a:pt x="143" y="1338"/>
                    <a:pt x="143" y="1338"/>
                    <a:pt x="143" y="1338"/>
                  </a:cubicBezTo>
                  <a:cubicBezTo>
                    <a:pt x="1112" y="1680"/>
                    <a:pt x="1112" y="1680"/>
                    <a:pt x="1112" y="1680"/>
                  </a:cubicBezTo>
                  <a:cubicBezTo>
                    <a:pt x="2082" y="1338"/>
                    <a:pt x="2082" y="1338"/>
                    <a:pt x="2082" y="1338"/>
                  </a:cubicBezTo>
                  <a:cubicBezTo>
                    <a:pt x="2082" y="216"/>
                    <a:pt x="2082" y="216"/>
                    <a:pt x="2082" y="216"/>
                  </a:cubicBezTo>
                  <a:cubicBezTo>
                    <a:pt x="2082" y="155"/>
                    <a:pt x="2096" y="101"/>
                    <a:pt x="2123" y="61"/>
                  </a:cubicBezTo>
                  <a:cubicBezTo>
                    <a:pt x="2151" y="24"/>
                    <a:pt x="2183" y="0"/>
                    <a:pt x="222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3065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15">
              <a:extLst>
                <a:ext uri="{FF2B5EF4-FFF2-40B4-BE49-F238E27FC236}">
                  <a16:creationId xmlns:a16="http://schemas.microsoft.com/office/drawing/2014/main" id="{D8D20E84-183A-74AF-D583-15BAFC5EEA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24500" y="2114551"/>
              <a:ext cx="466725" cy="474663"/>
            </a:xfrm>
            <a:custGeom>
              <a:avLst/>
              <a:gdLst>
                <a:gd name="T0" fmla="*/ 235 w 784"/>
                <a:gd name="T1" fmla="*/ 471 h 800"/>
                <a:gd name="T2" fmla="*/ 252 w 784"/>
                <a:gd name="T3" fmla="*/ 490 h 800"/>
                <a:gd name="T4" fmla="*/ 313 w 784"/>
                <a:gd name="T5" fmla="*/ 428 h 800"/>
                <a:gd name="T6" fmla="*/ 358 w 784"/>
                <a:gd name="T7" fmla="*/ 80 h 800"/>
                <a:gd name="T8" fmla="*/ 688 w 784"/>
                <a:gd name="T9" fmla="*/ 100 h 800"/>
                <a:gd name="T10" fmla="*/ 706 w 784"/>
                <a:gd name="T11" fmla="*/ 435 h 800"/>
                <a:gd name="T12" fmla="*/ 364 w 784"/>
                <a:gd name="T13" fmla="*/ 480 h 800"/>
                <a:gd name="T14" fmla="*/ 304 w 784"/>
                <a:gd name="T15" fmla="*/ 541 h 800"/>
                <a:gd name="T16" fmla="*/ 325 w 784"/>
                <a:gd name="T17" fmla="*/ 561 h 800"/>
                <a:gd name="T18" fmla="*/ 90 w 784"/>
                <a:gd name="T19" fmla="*/ 800 h 800"/>
                <a:gd name="T20" fmla="*/ 0 w 784"/>
                <a:gd name="T21" fmla="*/ 709 h 800"/>
                <a:gd name="T22" fmla="*/ 235 w 784"/>
                <a:gd name="T23" fmla="*/ 471 h 800"/>
                <a:gd name="T24" fmla="*/ 655 w 784"/>
                <a:gd name="T25" fmla="*/ 401 h 800"/>
                <a:gd name="T26" fmla="*/ 639 w 784"/>
                <a:gd name="T27" fmla="*/ 136 h 800"/>
                <a:gd name="T28" fmla="*/ 369 w 784"/>
                <a:gd name="T29" fmla="*/ 154 h 800"/>
                <a:gd name="T30" fmla="*/ 357 w 784"/>
                <a:gd name="T31" fmla="*/ 384 h 800"/>
                <a:gd name="T32" fmla="*/ 357 w 784"/>
                <a:gd name="T33" fmla="*/ 308 h 800"/>
                <a:gd name="T34" fmla="*/ 361 w 784"/>
                <a:gd name="T35" fmla="*/ 300 h 800"/>
                <a:gd name="T36" fmla="*/ 407 w 784"/>
                <a:gd name="T37" fmla="*/ 279 h 800"/>
                <a:gd name="T38" fmla="*/ 437 w 784"/>
                <a:gd name="T39" fmla="*/ 272 h 800"/>
                <a:gd name="T40" fmla="*/ 437 w 784"/>
                <a:gd name="T41" fmla="*/ 281 h 800"/>
                <a:gd name="T42" fmla="*/ 437 w 784"/>
                <a:gd name="T43" fmla="*/ 371 h 800"/>
                <a:gd name="T44" fmla="*/ 438 w 784"/>
                <a:gd name="T45" fmla="*/ 447 h 800"/>
                <a:gd name="T46" fmla="*/ 441 w 784"/>
                <a:gd name="T47" fmla="*/ 455 h 800"/>
                <a:gd name="T48" fmla="*/ 466 w 784"/>
                <a:gd name="T49" fmla="*/ 464 h 800"/>
                <a:gd name="T50" fmla="*/ 466 w 784"/>
                <a:gd name="T51" fmla="*/ 278 h 800"/>
                <a:gd name="T52" fmla="*/ 477 w 784"/>
                <a:gd name="T53" fmla="*/ 285 h 800"/>
                <a:gd name="T54" fmla="*/ 520 w 784"/>
                <a:gd name="T55" fmla="*/ 320 h 800"/>
                <a:gd name="T56" fmla="*/ 541 w 784"/>
                <a:gd name="T57" fmla="*/ 336 h 800"/>
                <a:gd name="T58" fmla="*/ 547 w 784"/>
                <a:gd name="T59" fmla="*/ 345 h 800"/>
                <a:gd name="T60" fmla="*/ 547 w 784"/>
                <a:gd name="T61" fmla="*/ 458 h 800"/>
                <a:gd name="T62" fmla="*/ 547 w 784"/>
                <a:gd name="T63" fmla="*/ 467 h 800"/>
                <a:gd name="T64" fmla="*/ 567 w 784"/>
                <a:gd name="T65" fmla="*/ 461 h 800"/>
                <a:gd name="T66" fmla="*/ 575 w 784"/>
                <a:gd name="T67" fmla="*/ 451 h 800"/>
                <a:gd name="T68" fmla="*/ 574 w 784"/>
                <a:gd name="T69" fmla="*/ 339 h 800"/>
                <a:gd name="T70" fmla="*/ 580 w 784"/>
                <a:gd name="T71" fmla="*/ 330 h 800"/>
                <a:gd name="T72" fmla="*/ 607 w 784"/>
                <a:gd name="T73" fmla="*/ 310 h 800"/>
                <a:gd name="T74" fmla="*/ 637 w 784"/>
                <a:gd name="T75" fmla="*/ 285 h 800"/>
                <a:gd name="T76" fmla="*/ 655 w 784"/>
                <a:gd name="T77" fmla="*/ 275 h 800"/>
                <a:gd name="T78" fmla="*/ 655 w 784"/>
                <a:gd name="T79" fmla="*/ 401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84" h="800">
                  <a:moveTo>
                    <a:pt x="235" y="471"/>
                  </a:moveTo>
                  <a:cubicBezTo>
                    <a:pt x="241" y="477"/>
                    <a:pt x="247" y="484"/>
                    <a:pt x="252" y="490"/>
                  </a:cubicBezTo>
                  <a:cubicBezTo>
                    <a:pt x="273" y="469"/>
                    <a:pt x="293" y="449"/>
                    <a:pt x="313" y="428"/>
                  </a:cubicBezTo>
                  <a:cubicBezTo>
                    <a:pt x="230" y="315"/>
                    <a:pt x="258" y="160"/>
                    <a:pt x="358" y="80"/>
                  </a:cubicBezTo>
                  <a:cubicBezTo>
                    <a:pt x="459" y="0"/>
                    <a:pt x="599" y="9"/>
                    <a:pt x="688" y="100"/>
                  </a:cubicBezTo>
                  <a:cubicBezTo>
                    <a:pt x="776" y="191"/>
                    <a:pt x="784" y="333"/>
                    <a:pt x="706" y="435"/>
                  </a:cubicBezTo>
                  <a:cubicBezTo>
                    <a:pt x="627" y="537"/>
                    <a:pt x="476" y="565"/>
                    <a:pt x="364" y="480"/>
                  </a:cubicBezTo>
                  <a:cubicBezTo>
                    <a:pt x="344" y="501"/>
                    <a:pt x="324" y="521"/>
                    <a:pt x="304" y="541"/>
                  </a:cubicBezTo>
                  <a:cubicBezTo>
                    <a:pt x="310" y="547"/>
                    <a:pt x="317" y="554"/>
                    <a:pt x="325" y="561"/>
                  </a:cubicBezTo>
                  <a:cubicBezTo>
                    <a:pt x="246" y="642"/>
                    <a:pt x="168" y="721"/>
                    <a:pt x="90" y="800"/>
                  </a:cubicBezTo>
                  <a:cubicBezTo>
                    <a:pt x="60" y="769"/>
                    <a:pt x="30" y="739"/>
                    <a:pt x="0" y="709"/>
                  </a:cubicBezTo>
                  <a:cubicBezTo>
                    <a:pt x="78" y="630"/>
                    <a:pt x="156" y="551"/>
                    <a:pt x="235" y="471"/>
                  </a:cubicBezTo>
                  <a:close/>
                  <a:moveTo>
                    <a:pt x="655" y="401"/>
                  </a:moveTo>
                  <a:cubicBezTo>
                    <a:pt x="716" y="330"/>
                    <a:pt x="719" y="211"/>
                    <a:pt x="639" y="136"/>
                  </a:cubicBezTo>
                  <a:cubicBezTo>
                    <a:pt x="561" y="63"/>
                    <a:pt x="439" y="70"/>
                    <a:pt x="369" y="154"/>
                  </a:cubicBezTo>
                  <a:cubicBezTo>
                    <a:pt x="303" y="232"/>
                    <a:pt x="319" y="336"/>
                    <a:pt x="357" y="384"/>
                  </a:cubicBezTo>
                  <a:cubicBezTo>
                    <a:pt x="357" y="358"/>
                    <a:pt x="357" y="333"/>
                    <a:pt x="357" y="308"/>
                  </a:cubicBezTo>
                  <a:cubicBezTo>
                    <a:pt x="357" y="306"/>
                    <a:pt x="359" y="301"/>
                    <a:pt x="361" y="300"/>
                  </a:cubicBezTo>
                  <a:cubicBezTo>
                    <a:pt x="376" y="292"/>
                    <a:pt x="391" y="285"/>
                    <a:pt x="407" y="279"/>
                  </a:cubicBezTo>
                  <a:cubicBezTo>
                    <a:pt x="416" y="275"/>
                    <a:pt x="427" y="274"/>
                    <a:pt x="437" y="272"/>
                  </a:cubicBezTo>
                  <a:cubicBezTo>
                    <a:pt x="437" y="276"/>
                    <a:pt x="437" y="279"/>
                    <a:pt x="437" y="281"/>
                  </a:cubicBezTo>
                  <a:cubicBezTo>
                    <a:pt x="437" y="311"/>
                    <a:pt x="437" y="341"/>
                    <a:pt x="437" y="371"/>
                  </a:cubicBezTo>
                  <a:cubicBezTo>
                    <a:pt x="437" y="397"/>
                    <a:pt x="437" y="422"/>
                    <a:pt x="438" y="447"/>
                  </a:cubicBezTo>
                  <a:cubicBezTo>
                    <a:pt x="438" y="450"/>
                    <a:pt x="439" y="454"/>
                    <a:pt x="441" y="455"/>
                  </a:cubicBezTo>
                  <a:cubicBezTo>
                    <a:pt x="449" y="458"/>
                    <a:pt x="457" y="461"/>
                    <a:pt x="466" y="464"/>
                  </a:cubicBezTo>
                  <a:cubicBezTo>
                    <a:pt x="466" y="401"/>
                    <a:pt x="466" y="340"/>
                    <a:pt x="466" y="278"/>
                  </a:cubicBezTo>
                  <a:cubicBezTo>
                    <a:pt x="470" y="280"/>
                    <a:pt x="474" y="282"/>
                    <a:pt x="477" y="285"/>
                  </a:cubicBezTo>
                  <a:cubicBezTo>
                    <a:pt x="491" y="296"/>
                    <a:pt x="506" y="308"/>
                    <a:pt x="520" y="320"/>
                  </a:cubicBezTo>
                  <a:cubicBezTo>
                    <a:pt x="527" y="325"/>
                    <a:pt x="534" y="331"/>
                    <a:pt x="541" y="336"/>
                  </a:cubicBezTo>
                  <a:cubicBezTo>
                    <a:pt x="545" y="338"/>
                    <a:pt x="547" y="340"/>
                    <a:pt x="547" y="345"/>
                  </a:cubicBezTo>
                  <a:cubicBezTo>
                    <a:pt x="547" y="382"/>
                    <a:pt x="547" y="420"/>
                    <a:pt x="547" y="458"/>
                  </a:cubicBezTo>
                  <a:cubicBezTo>
                    <a:pt x="547" y="460"/>
                    <a:pt x="547" y="463"/>
                    <a:pt x="547" y="467"/>
                  </a:cubicBezTo>
                  <a:cubicBezTo>
                    <a:pt x="554" y="464"/>
                    <a:pt x="561" y="462"/>
                    <a:pt x="567" y="461"/>
                  </a:cubicBezTo>
                  <a:cubicBezTo>
                    <a:pt x="573" y="460"/>
                    <a:pt x="575" y="457"/>
                    <a:pt x="575" y="451"/>
                  </a:cubicBezTo>
                  <a:cubicBezTo>
                    <a:pt x="574" y="413"/>
                    <a:pt x="575" y="376"/>
                    <a:pt x="574" y="339"/>
                  </a:cubicBezTo>
                  <a:cubicBezTo>
                    <a:pt x="574" y="334"/>
                    <a:pt x="576" y="332"/>
                    <a:pt x="580" y="330"/>
                  </a:cubicBezTo>
                  <a:cubicBezTo>
                    <a:pt x="589" y="324"/>
                    <a:pt x="598" y="317"/>
                    <a:pt x="607" y="310"/>
                  </a:cubicBezTo>
                  <a:cubicBezTo>
                    <a:pt x="617" y="302"/>
                    <a:pt x="626" y="293"/>
                    <a:pt x="637" y="285"/>
                  </a:cubicBezTo>
                  <a:cubicBezTo>
                    <a:pt x="642" y="281"/>
                    <a:pt x="648" y="279"/>
                    <a:pt x="655" y="275"/>
                  </a:cubicBezTo>
                  <a:cubicBezTo>
                    <a:pt x="655" y="318"/>
                    <a:pt x="655" y="358"/>
                    <a:pt x="655" y="40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ACA490A7-7012-7ACC-A5DC-1F0FDC1C4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4525" y="2246313"/>
              <a:ext cx="209550" cy="57150"/>
            </a:xfrm>
            <a:custGeom>
              <a:avLst/>
              <a:gdLst>
                <a:gd name="T0" fmla="*/ 237 w 352"/>
                <a:gd name="T1" fmla="*/ 68 h 96"/>
                <a:gd name="T2" fmla="*/ 308 w 352"/>
                <a:gd name="T3" fmla="*/ 27 h 96"/>
                <a:gd name="T4" fmla="*/ 312 w 352"/>
                <a:gd name="T5" fmla="*/ 21 h 96"/>
                <a:gd name="T6" fmla="*/ 328 w 352"/>
                <a:gd name="T7" fmla="*/ 2 h 96"/>
                <a:gd name="T8" fmla="*/ 349 w 352"/>
                <a:gd name="T9" fmla="*/ 14 h 96"/>
                <a:gd name="T10" fmla="*/ 343 w 352"/>
                <a:gd name="T11" fmla="*/ 37 h 96"/>
                <a:gd name="T12" fmla="*/ 317 w 352"/>
                <a:gd name="T13" fmla="*/ 34 h 96"/>
                <a:gd name="T14" fmla="*/ 315 w 352"/>
                <a:gd name="T15" fmla="*/ 33 h 96"/>
                <a:gd name="T16" fmla="*/ 239 w 352"/>
                <a:gd name="T17" fmla="*/ 77 h 96"/>
                <a:gd name="T18" fmla="*/ 236 w 352"/>
                <a:gd name="T19" fmla="*/ 82 h 96"/>
                <a:gd name="T20" fmla="*/ 213 w 352"/>
                <a:gd name="T21" fmla="*/ 95 h 96"/>
                <a:gd name="T22" fmla="*/ 198 w 352"/>
                <a:gd name="T23" fmla="*/ 74 h 96"/>
                <a:gd name="T24" fmla="*/ 195 w 352"/>
                <a:gd name="T25" fmla="*/ 68 h 96"/>
                <a:gd name="T26" fmla="*/ 129 w 352"/>
                <a:gd name="T27" fmla="*/ 28 h 96"/>
                <a:gd name="T28" fmla="*/ 91 w 352"/>
                <a:gd name="T29" fmla="*/ 27 h 96"/>
                <a:gd name="T30" fmla="*/ 44 w 352"/>
                <a:gd name="T31" fmla="*/ 44 h 96"/>
                <a:gd name="T32" fmla="*/ 40 w 352"/>
                <a:gd name="T33" fmla="*/ 51 h 96"/>
                <a:gd name="T34" fmla="*/ 19 w 352"/>
                <a:gd name="T35" fmla="*/ 67 h 96"/>
                <a:gd name="T36" fmla="*/ 1 w 352"/>
                <a:gd name="T37" fmla="*/ 50 h 96"/>
                <a:gd name="T38" fmla="*/ 17 w 352"/>
                <a:gd name="T39" fmla="*/ 30 h 96"/>
                <a:gd name="T40" fmla="*/ 33 w 352"/>
                <a:gd name="T41" fmla="*/ 34 h 96"/>
                <a:gd name="T42" fmla="*/ 42 w 352"/>
                <a:gd name="T43" fmla="*/ 35 h 96"/>
                <a:gd name="T44" fmla="*/ 86 w 352"/>
                <a:gd name="T45" fmla="*/ 20 h 96"/>
                <a:gd name="T46" fmla="*/ 92 w 352"/>
                <a:gd name="T47" fmla="*/ 14 h 96"/>
                <a:gd name="T48" fmla="*/ 111 w 352"/>
                <a:gd name="T49" fmla="*/ 2 h 96"/>
                <a:gd name="T50" fmla="*/ 128 w 352"/>
                <a:gd name="T51" fmla="*/ 14 h 96"/>
                <a:gd name="T52" fmla="*/ 134 w 352"/>
                <a:gd name="T53" fmla="*/ 21 h 96"/>
                <a:gd name="T54" fmla="*/ 200 w 352"/>
                <a:gd name="T55" fmla="*/ 59 h 96"/>
                <a:gd name="T56" fmla="*/ 206 w 352"/>
                <a:gd name="T57" fmla="*/ 60 h 96"/>
                <a:gd name="T58" fmla="*/ 237 w 352"/>
                <a:gd name="T59" fmla="*/ 68 h 96"/>
                <a:gd name="T60" fmla="*/ 110 w 352"/>
                <a:gd name="T61" fmla="*/ 11 h 96"/>
                <a:gd name="T62" fmla="*/ 99 w 352"/>
                <a:gd name="T63" fmla="*/ 21 h 96"/>
                <a:gd name="T64" fmla="*/ 110 w 352"/>
                <a:gd name="T65" fmla="*/ 31 h 96"/>
                <a:gd name="T66" fmla="*/ 120 w 352"/>
                <a:gd name="T67" fmla="*/ 21 h 96"/>
                <a:gd name="T68" fmla="*/ 110 w 352"/>
                <a:gd name="T69" fmla="*/ 11 h 96"/>
                <a:gd name="T70" fmla="*/ 330 w 352"/>
                <a:gd name="T71" fmla="*/ 31 h 96"/>
                <a:gd name="T72" fmla="*/ 341 w 352"/>
                <a:gd name="T73" fmla="*/ 22 h 96"/>
                <a:gd name="T74" fmla="*/ 332 w 352"/>
                <a:gd name="T75" fmla="*/ 11 h 96"/>
                <a:gd name="T76" fmla="*/ 321 w 352"/>
                <a:gd name="T77" fmla="*/ 20 h 96"/>
                <a:gd name="T78" fmla="*/ 330 w 352"/>
                <a:gd name="T79" fmla="*/ 31 h 96"/>
                <a:gd name="T80" fmla="*/ 21 w 352"/>
                <a:gd name="T81" fmla="*/ 58 h 96"/>
                <a:gd name="T82" fmla="*/ 30 w 352"/>
                <a:gd name="T83" fmla="*/ 48 h 96"/>
                <a:gd name="T84" fmla="*/ 20 w 352"/>
                <a:gd name="T85" fmla="*/ 38 h 96"/>
                <a:gd name="T86" fmla="*/ 10 w 352"/>
                <a:gd name="T87" fmla="*/ 48 h 96"/>
                <a:gd name="T88" fmla="*/ 21 w 352"/>
                <a:gd name="T89" fmla="*/ 58 h 96"/>
                <a:gd name="T90" fmla="*/ 228 w 352"/>
                <a:gd name="T91" fmla="*/ 76 h 96"/>
                <a:gd name="T92" fmla="*/ 217 w 352"/>
                <a:gd name="T93" fmla="*/ 65 h 96"/>
                <a:gd name="T94" fmla="*/ 207 w 352"/>
                <a:gd name="T95" fmla="*/ 76 h 96"/>
                <a:gd name="T96" fmla="*/ 218 w 352"/>
                <a:gd name="T97" fmla="*/ 86 h 96"/>
                <a:gd name="T98" fmla="*/ 228 w 352"/>
                <a:gd name="T99" fmla="*/ 7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52" h="96">
                  <a:moveTo>
                    <a:pt x="237" y="68"/>
                  </a:moveTo>
                  <a:cubicBezTo>
                    <a:pt x="261" y="54"/>
                    <a:pt x="285" y="40"/>
                    <a:pt x="308" y="27"/>
                  </a:cubicBezTo>
                  <a:cubicBezTo>
                    <a:pt x="310" y="26"/>
                    <a:pt x="312" y="23"/>
                    <a:pt x="312" y="21"/>
                  </a:cubicBezTo>
                  <a:cubicBezTo>
                    <a:pt x="313" y="10"/>
                    <a:pt x="319" y="3"/>
                    <a:pt x="328" y="2"/>
                  </a:cubicBezTo>
                  <a:cubicBezTo>
                    <a:pt x="337" y="0"/>
                    <a:pt x="346" y="5"/>
                    <a:pt x="349" y="14"/>
                  </a:cubicBezTo>
                  <a:cubicBezTo>
                    <a:pt x="352" y="22"/>
                    <a:pt x="350" y="31"/>
                    <a:pt x="343" y="37"/>
                  </a:cubicBezTo>
                  <a:cubicBezTo>
                    <a:pt x="335" y="42"/>
                    <a:pt x="325" y="41"/>
                    <a:pt x="317" y="34"/>
                  </a:cubicBezTo>
                  <a:cubicBezTo>
                    <a:pt x="316" y="34"/>
                    <a:pt x="316" y="34"/>
                    <a:pt x="315" y="33"/>
                  </a:cubicBezTo>
                  <a:cubicBezTo>
                    <a:pt x="290" y="48"/>
                    <a:pt x="265" y="62"/>
                    <a:pt x="239" y="77"/>
                  </a:cubicBezTo>
                  <a:cubicBezTo>
                    <a:pt x="238" y="78"/>
                    <a:pt x="237" y="80"/>
                    <a:pt x="236" y="82"/>
                  </a:cubicBezTo>
                  <a:cubicBezTo>
                    <a:pt x="232" y="92"/>
                    <a:pt x="224" y="96"/>
                    <a:pt x="213" y="95"/>
                  </a:cubicBezTo>
                  <a:cubicBezTo>
                    <a:pt x="204" y="93"/>
                    <a:pt x="198" y="85"/>
                    <a:pt x="198" y="74"/>
                  </a:cubicBezTo>
                  <a:cubicBezTo>
                    <a:pt x="198" y="72"/>
                    <a:pt x="197" y="68"/>
                    <a:pt x="195" y="68"/>
                  </a:cubicBezTo>
                  <a:cubicBezTo>
                    <a:pt x="173" y="54"/>
                    <a:pt x="151" y="42"/>
                    <a:pt x="129" y="28"/>
                  </a:cubicBezTo>
                  <a:cubicBezTo>
                    <a:pt x="117" y="46"/>
                    <a:pt x="100" y="43"/>
                    <a:pt x="91" y="27"/>
                  </a:cubicBezTo>
                  <a:cubicBezTo>
                    <a:pt x="75" y="33"/>
                    <a:pt x="59" y="38"/>
                    <a:pt x="44" y="44"/>
                  </a:cubicBezTo>
                  <a:cubicBezTo>
                    <a:pt x="42" y="45"/>
                    <a:pt x="41" y="49"/>
                    <a:pt x="40" y="51"/>
                  </a:cubicBezTo>
                  <a:cubicBezTo>
                    <a:pt x="38" y="61"/>
                    <a:pt x="29" y="68"/>
                    <a:pt x="19" y="67"/>
                  </a:cubicBezTo>
                  <a:cubicBezTo>
                    <a:pt x="9" y="67"/>
                    <a:pt x="2" y="59"/>
                    <a:pt x="1" y="50"/>
                  </a:cubicBezTo>
                  <a:cubicBezTo>
                    <a:pt x="0" y="39"/>
                    <a:pt x="7" y="30"/>
                    <a:pt x="17" y="30"/>
                  </a:cubicBezTo>
                  <a:cubicBezTo>
                    <a:pt x="23" y="29"/>
                    <a:pt x="28" y="31"/>
                    <a:pt x="33" y="34"/>
                  </a:cubicBezTo>
                  <a:cubicBezTo>
                    <a:pt x="36" y="36"/>
                    <a:pt x="38" y="36"/>
                    <a:pt x="42" y="35"/>
                  </a:cubicBezTo>
                  <a:cubicBezTo>
                    <a:pt x="56" y="30"/>
                    <a:pt x="71" y="25"/>
                    <a:pt x="86" y="20"/>
                  </a:cubicBezTo>
                  <a:cubicBezTo>
                    <a:pt x="88" y="18"/>
                    <a:pt x="90" y="16"/>
                    <a:pt x="92" y="14"/>
                  </a:cubicBezTo>
                  <a:cubicBezTo>
                    <a:pt x="96" y="6"/>
                    <a:pt x="102" y="1"/>
                    <a:pt x="111" y="2"/>
                  </a:cubicBezTo>
                  <a:cubicBezTo>
                    <a:pt x="119" y="2"/>
                    <a:pt x="125" y="6"/>
                    <a:pt x="128" y="14"/>
                  </a:cubicBezTo>
                  <a:cubicBezTo>
                    <a:pt x="129" y="17"/>
                    <a:pt x="132" y="20"/>
                    <a:pt x="134" y="21"/>
                  </a:cubicBezTo>
                  <a:cubicBezTo>
                    <a:pt x="156" y="34"/>
                    <a:pt x="178" y="46"/>
                    <a:pt x="200" y="59"/>
                  </a:cubicBezTo>
                  <a:cubicBezTo>
                    <a:pt x="201" y="60"/>
                    <a:pt x="204" y="61"/>
                    <a:pt x="206" y="60"/>
                  </a:cubicBezTo>
                  <a:cubicBezTo>
                    <a:pt x="220" y="54"/>
                    <a:pt x="226" y="55"/>
                    <a:pt x="237" y="68"/>
                  </a:cubicBezTo>
                  <a:close/>
                  <a:moveTo>
                    <a:pt x="110" y="11"/>
                  </a:moveTo>
                  <a:cubicBezTo>
                    <a:pt x="104" y="11"/>
                    <a:pt x="100" y="15"/>
                    <a:pt x="99" y="21"/>
                  </a:cubicBezTo>
                  <a:cubicBezTo>
                    <a:pt x="99" y="26"/>
                    <a:pt x="105" y="31"/>
                    <a:pt x="110" y="31"/>
                  </a:cubicBezTo>
                  <a:cubicBezTo>
                    <a:pt x="116" y="31"/>
                    <a:pt x="120" y="26"/>
                    <a:pt x="120" y="21"/>
                  </a:cubicBezTo>
                  <a:cubicBezTo>
                    <a:pt x="120" y="15"/>
                    <a:pt x="116" y="11"/>
                    <a:pt x="110" y="11"/>
                  </a:cubicBezTo>
                  <a:close/>
                  <a:moveTo>
                    <a:pt x="330" y="31"/>
                  </a:moveTo>
                  <a:cubicBezTo>
                    <a:pt x="336" y="31"/>
                    <a:pt x="340" y="27"/>
                    <a:pt x="341" y="22"/>
                  </a:cubicBezTo>
                  <a:cubicBezTo>
                    <a:pt x="342" y="16"/>
                    <a:pt x="338" y="11"/>
                    <a:pt x="332" y="11"/>
                  </a:cubicBezTo>
                  <a:cubicBezTo>
                    <a:pt x="327" y="11"/>
                    <a:pt x="321" y="14"/>
                    <a:pt x="321" y="20"/>
                  </a:cubicBezTo>
                  <a:cubicBezTo>
                    <a:pt x="320" y="26"/>
                    <a:pt x="325" y="31"/>
                    <a:pt x="330" y="31"/>
                  </a:cubicBezTo>
                  <a:close/>
                  <a:moveTo>
                    <a:pt x="21" y="58"/>
                  </a:moveTo>
                  <a:cubicBezTo>
                    <a:pt x="26" y="58"/>
                    <a:pt x="31" y="54"/>
                    <a:pt x="30" y="48"/>
                  </a:cubicBezTo>
                  <a:cubicBezTo>
                    <a:pt x="30" y="42"/>
                    <a:pt x="26" y="38"/>
                    <a:pt x="20" y="38"/>
                  </a:cubicBezTo>
                  <a:cubicBezTo>
                    <a:pt x="15" y="38"/>
                    <a:pt x="10" y="43"/>
                    <a:pt x="10" y="48"/>
                  </a:cubicBezTo>
                  <a:cubicBezTo>
                    <a:pt x="10" y="54"/>
                    <a:pt x="15" y="59"/>
                    <a:pt x="21" y="58"/>
                  </a:cubicBezTo>
                  <a:close/>
                  <a:moveTo>
                    <a:pt x="228" y="76"/>
                  </a:moveTo>
                  <a:cubicBezTo>
                    <a:pt x="228" y="70"/>
                    <a:pt x="223" y="65"/>
                    <a:pt x="217" y="65"/>
                  </a:cubicBezTo>
                  <a:cubicBezTo>
                    <a:pt x="212" y="66"/>
                    <a:pt x="207" y="71"/>
                    <a:pt x="207" y="76"/>
                  </a:cubicBezTo>
                  <a:cubicBezTo>
                    <a:pt x="207" y="82"/>
                    <a:pt x="212" y="86"/>
                    <a:pt x="218" y="86"/>
                  </a:cubicBezTo>
                  <a:cubicBezTo>
                    <a:pt x="224" y="86"/>
                    <a:pt x="228" y="81"/>
                    <a:pt x="228" y="7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Rectangle 17">
              <a:extLst>
                <a:ext uri="{FF2B5EF4-FFF2-40B4-BE49-F238E27FC236}">
                  <a16:creationId xmlns:a16="http://schemas.microsoft.com/office/drawing/2014/main" id="{7B960138-5B81-7392-02E1-0CBC9EF95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1363" y="1193801"/>
              <a:ext cx="16318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1" i="0" u="none" strike="noStrike" cap="none" normalizeH="0" baseline="0">
                  <a:ln>
                    <a:noFill/>
                  </a:ln>
                  <a:solidFill>
                    <a:srgbClr val="E30656"/>
                  </a:solidFill>
                  <a:effectLst/>
                  <a:latin typeface="Roboto Condensed" panose="02000000000000000000" pitchFamily="2" charset="0"/>
                </a:rPr>
                <a:t>SECONDARY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E30656"/>
                </a:solidFill>
                <a:effectLst/>
              </a:endParaRPr>
            </a:p>
          </p:txBody>
        </p:sp>
        <p:sp>
          <p:nvSpPr>
            <p:cNvPr id="12" name="Rectangle 18">
              <a:extLst>
                <a:ext uri="{FF2B5EF4-FFF2-40B4-BE49-F238E27FC236}">
                  <a16:creationId xmlns:a16="http://schemas.microsoft.com/office/drawing/2014/main" id="{7BD34124-D504-960E-23E6-81E8BBB83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0613" y="1193801"/>
              <a:ext cx="13353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rgbClr val="E30656"/>
                  </a:solidFill>
                  <a:effectLst/>
                  <a:latin typeface="Roboto Condensed" panose="02000000000000000000" pitchFamily="2" charset="0"/>
                </a:rPr>
                <a:t>RESEARCH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30656"/>
                </a:solidFill>
                <a:effectLst/>
              </a:endParaRPr>
            </a:p>
          </p:txBody>
        </p:sp>
        <p:sp>
          <p:nvSpPr>
            <p:cNvPr id="13" name="Rectangle 19">
              <a:extLst>
                <a:ext uri="{FF2B5EF4-FFF2-40B4-BE49-F238E27FC236}">
                  <a16:creationId xmlns:a16="http://schemas.microsoft.com/office/drawing/2014/main" id="{413D0D59-7427-49E6-A285-6C1F0D688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297" y="3038909"/>
              <a:ext cx="1590179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E30656"/>
                  </a:solidFill>
                  <a:effectLst/>
                  <a:latin typeface="Poppins SemiBold" panose="00000700000000000000" pitchFamily="2" charset="0"/>
                  <a:cs typeface="Poppins SemiBold" panose="00000700000000000000" pitchFamily="2" charset="0"/>
                </a:rPr>
                <a:t>INTERNAL SOURCES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30656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14" name="Rectangle 20">
              <a:extLst>
                <a:ext uri="{FF2B5EF4-FFF2-40B4-BE49-F238E27FC236}">
                  <a16:creationId xmlns:a16="http://schemas.microsoft.com/office/drawing/2014/main" id="{B1CCBBD6-B8A1-1352-7F8D-8BEEF17FB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3475" y="3556001"/>
              <a:ext cx="123825" cy="20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21">
              <a:extLst>
                <a:ext uri="{FF2B5EF4-FFF2-40B4-BE49-F238E27FC236}">
                  <a16:creationId xmlns:a16="http://schemas.microsoft.com/office/drawing/2014/main" id="{BBFDA41B-F978-4AA2-03F2-B0FC36AE4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4450" y="3546476"/>
              <a:ext cx="200025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2236BD66-0E78-A830-6D54-705B7FE67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9225" y="3546476"/>
              <a:ext cx="123825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-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D8AB6366-6128-B3FE-272F-ACAE4F74C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7325" y="3546476"/>
              <a:ext cx="1038225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house Research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24">
              <a:extLst>
                <a:ext uri="{FF2B5EF4-FFF2-40B4-BE49-F238E27FC236}">
                  <a16:creationId xmlns:a16="http://schemas.microsoft.com/office/drawing/2014/main" id="{021C5EE3-766F-746B-DF40-B91228628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3475" y="3792538"/>
              <a:ext cx="1238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782B6AC5-F3B2-BAF5-C9A2-631EF2992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4450" y="3783013"/>
              <a:ext cx="200025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In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26">
              <a:extLst>
                <a:ext uri="{FF2B5EF4-FFF2-40B4-BE49-F238E27FC236}">
                  <a16:creationId xmlns:a16="http://schemas.microsoft.com/office/drawing/2014/main" id="{BA6B3BD3-BF6F-9307-2390-93553DDFC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9225" y="3783013"/>
              <a:ext cx="123825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-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247EAB6E-BA90-8F21-691B-A16029F38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7325" y="3783013"/>
              <a:ext cx="1571625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house Published Reports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28">
              <a:extLst>
                <a:ext uri="{FF2B5EF4-FFF2-40B4-BE49-F238E27FC236}">
                  <a16:creationId xmlns:a16="http://schemas.microsoft.com/office/drawing/2014/main" id="{A85029E2-CC5C-25F4-C31C-BEFFB011B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3475" y="4040188"/>
              <a:ext cx="1238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9">
              <a:extLst>
                <a:ext uri="{FF2B5EF4-FFF2-40B4-BE49-F238E27FC236}">
                  <a16:creationId xmlns:a16="http://schemas.microsoft.com/office/drawing/2014/main" id="{2F2B3107-F89B-0BC0-5E8A-F780757FD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4450" y="4030663"/>
              <a:ext cx="2039937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Sales Results, Marketing Activity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30">
              <a:extLst>
                <a:ext uri="{FF2B5EF4-FFF2-40B4-BE49-F238E27FC236}">
                  <a16:creationId xmlns:a16="http://schemas.microsoft.com/office/drawing/2014/main" id="{57D668F5-A48A-C55E-0F3C-4E7E68893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3475" y="4278313"/>
              <a:ext cx="1238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31">
              <a:extLst>
                <a:ext uri="{FF2B5EF4-FFF2-40B4-BE49-F238E27FC236}">
                  <a16:creationId xmlns:a16="http://schemas.microsoft.com/office/drawing/2014/main" id="{E76A30CC-229C-3320-841C-371AB5F19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4450" y="4268788"/>
              <a:ext cx="127635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Customer Feedback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Line 32">
              <a:extLst>
                <a:ext uri="{FF2B5EF4-FFF2-40B4-BE49-F238E27FC236}">
                  <a16:creationId xmlns:a16="http://schemas.microsoft.com/office/drawing/2014/main" id="{53747400-F5FF-35EC-F3C2-FAEEA1939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4913" y="3327401"/>
              <a:ext cx="1570037" cy="0"/>
            </a:xfrm>
            <a:prstGeom prst="line">
              <a:avLst/>
            </a:prstGeom>
            <a:noFill/>
            <a:ln w="9525" cap="flat">
              <a:solidFill>
                <a:srgbClr val="E3065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27" name="Picture 36">
              <a:extLst>
                <a:ext uri="{FF2B5EF4-FFF2-40B4-BE49-F238E27FC236}">
                  <a16:creationId xmlns:a16="http://schemas.microsoft.com/office/drawing/2014/main" id="{59C90FCD-4CC2-4F0C-01B3-6340BBAE2C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2050" y="1966913"/>
              <a:ext cx="2781300" cy="292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50D520A1-37B1-C1FE-C7B2-CDCE5427E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9438" y="1847851"/>
              <a:ext cx="171450" cy="123825"/>
            </a:xfrm>
            <a:custGeom>
              <a:avLst/>
              <a:gdLst>
                <a:gd name="T0" fmla="*/ 288 w 288"/>
                <a:gd name="T1" fmla="*/ 208 h 208"/>
                <a:gd name="T2" fmla="*/ 144 w 288"/>
                <a:gd name="T3" fmla="*/ 0 h 208"/>
                <a:gd name="T4" fmla="*/ 0 w 288"/>
                <a:gd name="T5" fmla="*/ 208 h 208"/>
                <a:gd name="T6" fmla="*/ 288 w 288"/>
                <a:gd name="T7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208">
                  <a:moveTo>
                    <a:pt x="288" y="208"/>
                  </a:moveTo>
                  <a:cubicBezTo>
                    <a:pt x="288" y="91"/>
                    <a:pt x="223" y="0"/>
                    <a:pt x="144" y="0"/>
                  </a:cubicBezTo>
                  <a:cubicBezTo>
                    <a:pt x="66" y="0"/>
                    <a:pt x="0" y="91"/>
                    <a:pt x="0" y="208"/>
                  </a:cubicBezTo>
                  <a:lnTo>
                    <a:pt x="288" y="20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38">
              <a:extLst>
                <a:ext uri="{FF2B5EF4-FFF2-40B4-BE49-F238E27FC236}">
                  <a16:creationId xmlns:a16="http://schemas.microsoft.com/office/drawing/2014/main" id="{A522EDD6-A148-64B4-E191-1E4E27C0F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4988" y="1847851"/>
              <a:ext cx="171450" cy="123825"/>
            </a:xfrm>
            <a:custGeom>
              <a:avLst/>
              <a:gdLst>
                <a:gd name="T0" fmla="*/ 0 w 288"/>
                <a:gd name="T1" fmla="*/ 208 h 208"/>
                <a:gd name="T2" fmla="*/ 144 w 288"/>
                <a:gd name="T3" fmla="*/ 0 h 208"/>
                <a:gd name="T4" fmla="*/ 288 w 288"/>
                <a:gd name="T5" fmla="*/ 208 h 208"/>
                <a:gd name="T6" fmla="*/ 0 w 288"/>
                <a:gd name="T7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8" h="208">
                  <a:moveTo>
                    <a:pt x="0" y="208"/>
                  </a:moveTo>
                  <a:cubicBezTo>
                    <a:pt x="0" y="91"/>
                    <a:pt x="61" y="0"/>
                    <a:pt x="144" y="0"/>
                  </a:cubicBezTo>
                  <a:cubicBezTo>
                    <a:pt x="223" y="0"/>
                    <a:pt x="288" y="91"/>
                    <a:pt x="288" y="208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39">
              <a:extLst>
                <a:ext uri="{FF2B5EF4-FFF2-40B4-BE49-F238E27FC236}">
                  <a16:creationId xmlns:a16="http://schemas.microsoft.com/office/drawing/2014/main" id="{42588951-A88F-14A8-DBD9-136B94B7F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0713" y="1847851"/>
              <a:ext cx="1314450" cy="998538"/>
            </a:xfrm>
            <a:custGeom>
              <a:avLst/>
              <a:gdLst>
                <a:gd name="T0" fmla="*/ 0 w 2208"/>
                <a:gd name="T1" fmla="*/ 0 h 1680"/>
                <a:gd name="T2" fmla="*/ 101 w 2208"/>
                <a:gd name="T3" fmla="*/ 61 h 1680"/>
                <a:gd name="T4" fmla="*/ 142 w 2208"/>
                <a:gd name="T5" fmla="*/ 216 h 1680"/>
                <a:gd name="T6" fmla="*/ 142 w 2208"/>
                <a:gd name="T7" fmla="*/ 1338 h 1680"/>
                <a:gd name="T8" fmla="*/ 1104 w 2208"/>
                <a:gd name="T9" fmla="*/ 1680 h 1680"/>
                <a:gd name="T10" fmla="*/ 2067 w 2208"/>
                <a:gd name="T11" fmla="*/ 1338 h 1680"/>
                <a:gd name="T12" fmla="*/ 2067 w 2208"/>
                <a:gd name="T13" fmla="*/ 216 h 1680"/>
                <a:gd name="T14" fmla="*/ 2108 w 2208"/>
                <a:gd name="T15" fmla="*/ 61 h 1680"/>
                <a:gd name="T16" fmla="*/ 2208 w 2208"/>
                <a:gd name="T17" fmla="*/ 0 h 1680"/>
                <a:gd name="T18" fmla="*/ 0 w 2208"/>
                <a:gd name="T19" fmla="*/ 0 h 1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8" h="1680">
                  <a:moveTo>
                    <a:pt x="0" y="0"/>
                  </a:moveTo>
                  <a:cubicBezTo>
                    <a:pt x="37" y="0"/>
                    <a:pt x="73" y="24"/>
                    <a:pt x="101" y="61"/>
                  </a:cubicBezTo>
                  <a:cubicBezTo>
                    <a:pt x="124" y="101"/>
                    <a:pt x="142" y="155"/>
                    <a:pt x="142" y="216"/>
                  </a:cubicBezTo>
                  <a:cubicBezTo>
                    <a:pt x="142" y="1338"/>
                    <a:pt x="142" y="1338"/>
                    <a:pt x="142" y="1338"/>
                  </a:cubicBezTo>
                  <a:cubicBezTo>
                    <a:pt x="1104" y="1680"/>
                    <a:pt x="1104" y="1680"/>
                    <a:pt x="1104" y="1680"/>
                  </a:cubicBezTo>
                  <a:cubicBezTo>
                    <a:pt x="2067" y="1338"/>
                    <a:pt x="2067" y="1338"/>
                    <a:pt x="2067" y="1338"/>
                  </a:cubicBezTo>
                  <a:cubicBezTo>
                    <a:pt x="2067" y="216"/>
                    <a:pt x="2067" y="216"/>
                    <a:pt x="2067" y="216"/>
                  </a:cubicBezTo>
                  <a:cubicBezTo>
                    <a:pt x="2067" y="155"/>
                    <a:pt x="2081" y="101"/>
                    <a:pt x="2108" y="61"/>
                  </a:cubicBezTo>
                  <a:cubicBezTo>
                    <a:pt x="2135" y="24"/>
                    <a:pt x="2167" y="0"/>
                    <a:pt x="220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1393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40">
              <a:extLst>
                <a:ext uri="{FF2B5EF4-FFF2-40B4-BE49-F238E27FC236}">
                  <a16:creationId xmlns:a16="http://schemas.microsoft.com/office/drawing/2014/main" id="{777E5549-1124-2A19-537D-CD256D7A4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4988" y="3057051"/>
              <a:ext cx="162384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31393D"/>
                  </a:solidFill>
                  <a:effectLst/>
                  <a:latin typeface="Poppins SemiBold" panose="00000700000000000000" pitchFamily="2" charset="0"/>
                  <a:cs typeface="Poppins SemiBold" panose="00000700000000000000" pitchFamily="2" charset="0"/>
                </a:rPr>
                <a:t>EXTERNAL SOURCES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1393D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2" name="Rectangle 41">
              <a:extLst>
                <a:ext uri="{FF2B5EF4-FFF2-40B4-BE49-F238E27FC236}">
                  <a16:creationId xmlns:a16="http://schemas.microsoft.com/office/drawing/2014/main" id="{C0ECCC48-DF66-B00D-2740-CE8382841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6250" y="3556001"/>
              <a:ext cx="123825" cy="20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42">
              <a:extLst>
                <a:ext uri="{FF2B5EF4-FFF2-40B4-BE49-F238E27FC236}">
                  <a16:creationId xmlns:a16="http://schemas.microsoft.com/office/drawing/2014/main" id="{4752B363-57A3-A08A-C162-E13CD3CAD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7225" y="3546476"/>
              <a:ext cx="1963737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Government Sites, Publications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43">
              <a:extLst>
                <a:ext uri="{FF2B5EF4-FFF2-40B4-BE49-F238E27FC236}">
                  <a16:creationId xmlns:a16="http://schemas.microsoft.com/office/drawing/2014/main" id="{F8A70E53-D64C-125A-5F93-65143EC26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6250" y="3792538"/>
              <a:ext cx="1238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44">
              <a:extLst>
                <a:ext uri="{FF2B5EF4-FFF2-40B4-BE49-F238E27FC236}">
                  <a16:creationId xmlns:a16="http://schemas.microsoft.com/office/drawing/2014/main" id="{EB243DD3-0A69-EDB8-D6A2-970462C63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7225" y="3783013"/>
              <a:ext cx="135255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Industry Publications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45">
              <a:extLst>
                <a:ext uri="{FF2B5EF4-FFF2-40B4-BE49-F238E27FC236}">
                  <a16:creationId xmlns:a16="http://schemas.microsoft.com/office/drawing/2014/main" id="{46C6F266-228A-C0A0-0A74-DB3914C2B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6250" y="4040188"/>
              <a:ext cx="1238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2394C361-F24E-017E-6E6D-51DA22B35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7225" y="4030663"/>
              <a:ext cx="1247775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Trade Associations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47">
              <a:extLst>
                <a:ext uri="{FF2B5EF4-FFF2-40B4-BE49-F238E27FC236}">
                  <a16:creationId xmlns:a16="http://schemas.microsoft.com/office/drawing/2014/main" id="{7796BC51-A650-1618-2A86-282D68B34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6250" y="4278313"/>
              <a:ext cx="1238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48">
              <a:extLst>
                <a:ext uri="{FF2B5EF4-FFF2-40B4-BE49-F238E27FC236}">
                  <a16:creationId xmlns:a16="http://schemas.microsoft.com/office/drawing/2014/main" id="{0D5DD0FF-17DF-20CC-C6B7-DCA83B680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7225" y="4268788"/>
              <a:ext cx="1343025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Periodicals, Journals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49">
              <a:extLst>
                <a:ext uri="{FF2B5EF4-FFF2-40B4-BE49-F238E27FC236}">
                  <a16:creationId xmlns:a16="http://schemas.microsoft.com/office/drawing/2014/main" id="{F68F9A8F-5948-2456-CF1E-2B865AEA6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6250" y="4516438"/>
              <a:ext cx="123825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•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50">
              <a:extLst>
                <a:ext uri="{FF2B5EF4-FFF2-40B4-BE49-F238E27FC236}">
                  <a16:creationId xmlns:a16="http://schemas.microsoft.com/office/drawing/2014/main" id="{EADE53A1-3349-2896-92B5-A6906B652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7225" y="4506913"/>
              <a:ext cx="1963737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Company Sites, Annual Reports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Line 51">
              <a:extLst>
                <a:ext uri="{FF2B5EF4-FFF2-40B4-BE49-F238E27FC236}">
                  <a16:creationId xmlns:a16="http://schemas.microsoft.com/office/drawing/2014/main" id="{58064294-A229-0B0F-9E7C-C2A31B91B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9750" y="3327401"/>
              <a:ext cx="1570037" cy="0"/>
            </a:xfrm>
            <a:prstGeom prst="line">
              <a:avLst/>
            </a:prstGeom>
            <a:noFill/>
            <a:ln w="9525" cap="flat">
              <a:solidFill>
                <a:srgbClr val="31393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Freeform 52">
              <a:extLst>
                <a:ext uri="{FF2B5EF4-FFF2-40B4-BE49-F238E27FC236}">
                  <a16:creationId xmlns:a16="http://schemas.microsoft.com/office/drawing/2014/main" id="{6A6D1526-D1F9-4729-B8BB-B6745EED1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6013" y="2227263"/>
              <a:ext cx="381000" cy="371475"/>
            </a:xfrm>
            <a:custGeom>
              <a:avLst/>
              <a:gdLst>
                <a:gd name="T0" fmla="*/ 424 w 640"/>
                <a:gd name="T1" fmla="*/ 43 h 624"/>
                <a:gd name="T2" fmla="*/ 352 w 640"/>
                <a:gd name="T3" fmla="*/ 111 h 624"/>
                <a:gd name="T4" fmla="*/ 324 w 640"/>
                <a:gd name="T5" fmla="*/ 116 h 624"/>
                <a:gd name="T6" fmla="*/ 129 w 640"/>
                <a:gd name="T7" fmla="*/ 270 h 624"/>
                <a:gd name="T8" fmla="*/ 240 w 640"/>
                <a:gd name="T9" fmla="*/ 486 h 624"/>
                <a:gd name="T10" fmla="*/ 520 w 640"/>
                <a:gd name="T11" fmla="*/ 306 h 624"/>
                <a:gd name="T12" fmla="*/ 535 w 640"/>
                <a:gd name="T13" fmla="*/ 272 h 624"/>
                <a:gd name="T14" fmla="*/ 596 w 640"/>
                <a:gd name="T15" fmla="*/ 211 h 624"/>
                <a:gd name="T16" fmla="*/ 490 w 640"/>
                <a:gd name="T17" fmla="*/ 545 h 624"/>
                <a:gd name="T18" fmla="*/ 112 w 640"/>
                <a:gd name="T19" fmla="*/ 510 h 624"/>
                <a:gd name="T20" fmla="*/ 84 w 640"/>
                <a:gd name="T21" fmla="*/ 141 h 624"/>
                <a:gd name="T22" fmla="*/ 424 w 640"/>
                <a:gd name="T23" fmla="*/ 43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0" h="624">
                  <a:moveTo>
                    <a:pt x="424" y="43"/>
                  </a:moveTo>
                  <a:cubicBezTo>
                    <a:pt x="399" y="66"/>
                    <a:pt x="376" y="89"/>
                    <a:pt x="352" y="111"/>
                  </a:cubicBezTo>
                  <a:cubicBezTo>
                    <a:pt x="344" y="120"/>
                    <a:pt x="334" y="116"/>
                    <a:pt x="324" y="116"/>
                  </a:cubicBezTo>
                  <a:cubicBezTo>
                    <a:pt x="230" y="116"/>
                    <a:pt x="149" y="179"/>
                    <a:pt x="129" y="270"/>
                  </a:cubicBezTo>
                  <a:cubicBezTo>
                    <a:pt x="108" y="357"/>
                    <a:pt x="156" y="447"/>
                    <a:pt x="240" y="486"/>
                  </a:cubicBezTo>
                  <a:cubicBezTo>
                    <a:pt x="372" y="545"/>
                    <a:pt x="521" y="448"/>
                    <a:pt x="520" y="306"/>
                  </a:cubicBezTo>
                  <a:cubicBezTo>
                    <a:pt x="520" y="291"/>
                    <a:pt x="525" y="281"/>
                    <a:pt x="535" y="272"/>
                  </a:cubicBezTo>
                  <a:cubicBezTo>
                    <a:pt x="555" y="252"/>
                    <a:pt x="575" y="232"/>
                    <a:pt x="596" y="211"/>
                  </a:cubicBezTo>
                  <a:cubicBezTo>
                    <a:pt x="640" y="313"/>
                    <a:pt x="611" y="463"/>
                    <a:pt x="490" y="545"/>
                  </a:cubicBezTo>
                  <a:cubicBezTo>
                    <a:pt x="373" y="624"/>
                    <a:pt x="213" y="610"/>
                    <a:pt x="112" y="510"/>
                  </a:cubicBezTo>
                  <a:cubicBezTo>
                    <a:pt x="12" y="409"/>
                    <a:pt x="0" y="254"/>
                    <a:pt x="84" y="141"/>
                  </a:cubicBezTo>
                  <a:cubicBezTo>
                    <a:pt x="174" y="20"/>
                    <a:pt x="330" y="0"/>
                    <a:pt x="424" y="43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Freeform 53">
              <a:extLst>
                <a:ext uri="{FF2B5EF4-FFF2-40B4-BE49-F238E27FC236}">
                  <a16:creationId xmlns:a16="http://schemas.microsoft.com/office/drawing/2014/main" id="{09CD49C4-7E9C-F0BE-A204-03D644D9E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6038" y="2189163"/>
              <a:ext cx="209550" cy="219075"/>
            </a:xfrm>
            <a:custGeom>
              <a:avLst/>
              <a:gdLst>
                <a:gd name="T0" fmla="*/ 349 w 352"/>
                <a:gd name="T1" fmla="*/ 320 h 368"/>
                <a:gd name="T2" fmla="*/ 246 w 352"/>
                <a:gd name="T3" fmla="*/ 213 h 368"/>
                <a:gd name="T4" fmla="*/ 212 w 352"/>
                <a:gd name="T5" fmla="*/ 213 h 368"/>
                <a:gd name="T6" fmla="*/ 74 w 352"/>
                <a:gd name="T7" fmla="*/ 357 h 368"/>
                <a:gd name="T8" fmla="*/ 47 w 352"/>
                <a:gd name="T9" fmla="*/ 356 h 368"/>
                <a:gd name="T10" fmla="*/ 0 w 352"/>
                <a:gd name="T11" fmla="*/ 303 h 368"/>
                <a:gd name="T12" fmla="*/ 45 w 352"/>
                <a:gd name="T13" fmla="*/ 250 h 368"/>
                <a:gd name="T14" fmla="*/ 150 w 352"/>
                <a:gd name="T15" fmla="*/ 144 h 368"/>
                <a:gd name="T16" fmla="*/ 149 w 352"/>
                <a:gd name="T17" fmla="*/ 112 h 368"/>
                <a:gd name="T18" fmla="*/ 47 w 352"/>
                <a:gd name="T19" fmla="*/ 8 h 368"/>
                <a:gd name="T20" fmla="*/ 64 w 352"/>
                <a:gd name="T21" fmla="*/ 3 h 368"/>
                <a:gd name="T22" fmla="*/ 332 w 352"/>
                <a:gd name="T23" fmla="*/ 3 h 368"/>
                <a:gd name="T24" fmla="*/ 352 w 352"/>
                <a:gd name="T25" fmla="*/ 20 h 368"/>
                <a:gd name="T26" fmla="*/ 352 w 352"/>
                <a:gd name="T27" fmla="*/ 308 h 368"/>
                <a:gd name="T28" fmla="*/ 349 w 352"/>
                <a:gd name="T29" fmla="*/ 32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2" h="368">
                  <a:moveTo>
                    <a:pt x="349" y="320"/>
                  </a:moveTo>
                  <a:cubicBezTo>
                    <a:pt x="314" y="283"/>
                    <a:pt x="279" y="249"/>
                    <a:pt x="246" y="213"/>
                  </a:cubicBezTo>
                  <a:cubicBezTo>
                    <a:pt x="233" y="197"/>
                    <a:pt x="225" y="198"/>
                    <a:pt x="212" y="213"/>
                  </a:cubicBezTo>
                  <a:cubicBezTo>
                    <a:pt x="167" y="261"/>
                    <a:pt x="120" y="309"/>
                    <a:pt x="74" y="357"/>
                  </a:cubicBezTo>
                  <a:cubicBezTo>
                    <a:pt x="63" y="368"/>
                    <a:pt x="56" y="368"/>
                    <a:pt x="47" y="356"/>
                  </a:cubicBezTo>
                  <a:cubicBezTo>
                    <a:pt x="31" y="338"/>
                    <a:pt x="0" y="324"/>
                    <a:pt x="0" y="303"/>
                  </a:cubicBezTo>
                  <a:cubicBezTo>
                    <a:pt x="0" y="283"/>
                    <a:pt x="29" y="268"/>
                    <a:pt x="45" y="250"/>
                  </a:cubicBezTo>
                  <a:cubicBezTo>
                    <a:pt x="79" y="215"/>
                    <a:pt x="115" y="179"/>
                    <a:pt x="150" y="144"/>
                  </a:cubicBezTo>
                  <a:cubicBezTo>
                    <a:pt x="163" y="131"/>
                    <a:pt x="161" y="125"/>
                    <a:pt x="149" y="112"/>
                  </a:cubicBezTo>
                  <a:cubicBezTo>
                    <a:pt x="115" y="78"/>
                    <a:pt x="81" y="43"/>
                    <a:pt x="47" y="8"/>
                  </a:cubicBezTo>
                  <a:cubicBezTo>
                    <a:pt x="52" y="0"/>
                    <a:pt x="59" y="3"/>
                    <a:pt x="64" y="3"/>
                  </a:cubicBezTo>
                  <a:cubicBezTo>
                    <a:pt x="153" y="3"/>
                    <a:pt x="242" y="3"/>
                    <a:pt x="332" y="3"/>
                  </a:cubicBezTo>
                  <a:cubicBezTo>
                    <a:pt x="343" y="3"/>
                    <a:pt x="352" y="2"/>
                    <a:pt x="352" y="20"/>
                  </a:cubicBezTo>
                  <a:cubicBezTo>
                    <a:pt x="351" y="116"/>
                    <a:pt x="352" y="212"/>
                    <a:pt x="352" y="308"/>
                  </a:cubicBezTo>
                  <a:cubicBezTo>
                    <a:pt x="352" y="311"/>
                    <a:pt x="351" y="313"/>
                    <a:pt x="349" y="320"/>
                  </a:cubicBezTo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6158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22580-8D64-F664-CB0D-ACBB4B06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E24FE1-44AA-D5A1-8318-14477EF3C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83" y="183063"/>
            <a:ext cx="2028083" cy="31520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6F3224C-255F-0C40-1A83-53F1BC389F1E}"/>
              </a:ext>
            </a:extLst>
          </p:cNvPr>
          <p:cNvGrpSpPr/>
          <p:nvPr/>
        </p:nvGrpSpPr>
        <p:grpSpPr>
          <a:xfrm>
            <a:off x="2704666" y="731715"/>
            <a:ext cx="6400800" cy="4808329"/>
            <a:chOff x="2704666" y="731715"/>
            <a:chExt cx="6400800" cy="4808329"/>
          </a:xfrm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9BC38194-2F0E-FF80-F417-929EA24F6C80}"/>
                </a:ext>
              </a:extLst>
            </p:cNvPr>
            <p:cNvSpPr/>
            <p:nvPr/>
          </p:nvSpPr>
          <p:spPr>
            <a:xfrm rot="10800000" flipV="1">
              <a:off x="6135941" y="1388186"/>
              <a:ext cx="323424" cy="264056"/>
            </a:xfrm>
            <a:prstGeom prst="rtTriangle">
              <a:avLst/>
            </a:prstGeom>
            <a:solidFill>
              <a:srgbClr val="92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87E7A40C-3C1C-47D6-5685-0BDAF63733E1}"/>
                </a:ext>
              </a:extLst>
            </p:cNvPr>
            <p:cNvSpPr/>
            <p:nvPr/>
          </p:nvSpPr>
          <p:spPr>
            <a:xfrm rot="10800000" flipV="1">
              <a:off x="6135941" y="2504340"/>
              <a:ext cx="323424" cy="264056"/>
            </a:xfrm>
            <a:prstGeom prst="rtTriangle">
              <a:avLst/>
            </a:prstGeom>
            <a:solidFill>
              <a:srgbClr val="0D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7D735BC1-1A6F-704E-1938-D4E05F1A93D2}"/>
                </a:ext>
              </a:extLst>
            </p:cNvPr>
            <p:cNvSpPr/>
            <p:nvPr/>
          </p:nvSpPr>
          <p:spPr>
            <a:xfrm rot="10800000">
              <a:off x="3012151" y="4569578"/>
              <a:ext cx="323424" cy="264056"/>
            </a:xfrm>
            <a:prstGeom prst="rtTriangle">
              <a:avLst/>
            </a:prstGeom>
            <a:solidFill>
              <a:srgbClr val="0D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0C99A254-D8A1-2D8C-B3E3-6CD8892DD3B1}"/>
                </a:ext>
              </a:extLst>
            </p:cNvPr>
            <p:cNvSpPr/>
            <p:nvPr/>
          </p:nvSpPr>
          <p:spPr>
            <a:xfrm rot="10800000" flipV="1">
              <a:off x="6135941" y="3608955"/>
              <a:ext cx="323424" cy="264056"/>
            </a:xfrm>
            <a:prstGeom prst="rtTriangle">
              <a:avLst/>
            </a:prstGeom>
            <a:solidFill>
              <a:srgbClr val="92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9F6674B5-A0E1-64AD-CADA-6277F2E403B5}"/>
                </a:ext>
              </a:extLst>
            </p:cNvPr>
            <p:cNvSpPr/>
            <p:nvPr/>
          </p:nvSpPr>
          <p:spPr>
            <a:xfrm rot="10800000" flipH="1">
              <a:off x="8537561" y="3459142"/>
              <a:ext cx="323424" cy="264056"/>
            </a:xfrm>
            <a:prstGeom prst="rtTriangle">
              <a:avLst/>
            </a:prstGeom>
            <a:solidFill>
              <a:srgbClr val="0D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8BE2F9-C673-AE55-E142-82919CF707E1}"/>
                </a:ext>
              </a:extLst>
            </p:cNvPr>
            <p:cNvSpPr/>
            <p:nvPr/>
          </p:nvSpPr>
          <p:spPr>
            <a:xfrm flipV="1">
              <a:off x="6402736" y="1362075"/>
              <a:ext cx="2131925" cy="34534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26B71ED6-AB8B-96D1-402B-3557FDBA3574}"/>
                </a:ext>
              </a:extLst>
            </p:cNvPr>
            <p:cNvSpPr/>
            <p:nvPr/>
          </p:nvSpPr>
          <p:spPr>
            <a:xfrm rot="10800000" flipH="1">
              <a:off x="8537561" y="4571078"/>
              <a:ext cx="323424" cy="264056"/>
            </a:xfrm>
            <a:prstGeom prst="rtTriangle">
              <a:avLst/>
            </a:prstGeom>
            <a:solidFill>
              <a:srgbClr val="92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Merge 10">
              <a:extLst>
                <a:ext uri="{FF2B5EF4-FFF2-40B4-BE49-F238E27FC236}">
                  <a16:creationId xmlns:a16="http://schemas.microsoft.com/office/drawing/2014/main" id="{34AAC0AF-FDE9-C3DC-86B0-981F1BD8B558}"/>
                </a:ext>
              </a:extLst>
            </p:cNvPr>
            <p:cNvSpPr/>
            <p:nvPr/>
          </p:nvSpPr>
          <p:spPr>
            <a:xfrm>
              <a:off x="5828456" y="4956853"/>
              <a:ext cx="3277010" cy="583191"/>
            </a:xfrm>
            <a:prstGeom prst="flowChartMerge">
              <a:avLst/>
            </a:prstGeom>
            <a:solidFill>
              <a:srgbClr val="3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43A2674-17ED-9CE4-DEBE-728BA98201B0}"/>
                </a:ext>
              </a:extLst>
            </p:cNvPr>
            <p:cNvGrpSpPr/>
            <p:nvPr/>
          </p:nvGrpSpPr>
          <p:grpSpPr>
            <a:xfrm>
              <a:off x="6133042" y="2761074"/>
              <a:ext cx="2730842" cy="698070"/>
              <a:chOff x="5327351" y="1453240"/>
              <a:chExt cx="3200400" cy="820891"/>
            </a:xfrm>
            <a:solidFill>
              <a:srgbClr val="31393D"/>
            </a:solidFill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959776B-A351-51E9-E97E-3884DC89F63B}"/>
                  </a:ext>
                </a:extLst>
              </p:cNvPr>
              <p:cNvSpPr/>
              <p:nvPr/>
            </p:nvSpPr>
            <p:spPr>
              <a:xfrm>
                <a:off x="5327351" y="1453240"/>
                <a:ext cx="3200400" cy="8208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51595D0-551D-4863-CA04-C9B68DFD558B}"/>
                  </a:ext>
                </a:extLst>
              </p:cNvPr>
              <p:cNvSpPr/>
              <p:nvPr/>
            </p:nvSpPr>
            <p:spPr>
              <a:xfrm flipV="1">
                <a:off x="5330747" y="1455419"/>
                <a:ext cx="1578990" cy="81870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BFB1F7C-65B7-1259-614D-AC35F063E6F0}"/>
                </a:ext>
              </a:extLst>
            </p:cNvPr>
            <p:cNvGrpSpPr/>
            <p:nvPr/>
          </p:nvGrpSpPr>
          <p:grpSpPr>
            <a:xfrm>
              <a:off x="6133042" y="3861670"/>
              <a:ext cx="2730842" cy="709409"/>
              <a:chOff x="5327351" y="2747479"/>
              <a:chExt cx="3200400" cy="834225"/>
            </a:xfrm>
            <a:solidFill>
              <a:srgbClr val="E90052"/>
            </a:solidFill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D7E212D-1B94-BF47-0A10-15FA2076D612}"/>
                  </a:ext>
                </a:extLst>
              </p:cNvPr>
              <p:cNvSpPr/>
              <p:nvPr/>
            </p:nvSpPr>
            <p:spPr>
              <a:xfrm flipH="1" flipV="1">
                <a:off x="5327351" y="2760813"/>
                <a:ext cx="3200400" cy="8208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EE0678E-3734-BE5E-F1DA-460923B99A86}"/>
                  </a:ext>
                </a:extLst>
              </p:cNvPr>
              <p:cNvSpPr/>
              <p:nvPr/>
            </p:nvSpPr>
            <p:spPr>
              <a:xfrm flipV="1">
                <a:off x="5330747" y="2747479"/>
                <a:ext cx="1578990" cy="82915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133715-3B35-92F8-5047-A7A07B192B4D}"/>
                </a:ext>
              </a:extLst>
            </p:cNvPr>
            <p:cNvSpPr/>
            <p:nvPr/>
          </p:nvSpPr>
          <p:spPr>
            <a:xfrm>
              <a:off x="6184834" y="2699400"/>
              <a:ext cx="2730842" cy="7976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Australia Elevating Work Platforms and Spider </a:t>
              </a:r>
              <a:r>
                <a:rPr lang="en-IN" sz="1000" dirty="0" err="1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Liftset</a:t>
              </a:r>
              <a: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 Market, By Equipment Type, By Power Source, By Application,  By Customer Profile, Distribution &amp; Sales Model and region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AEC8BAA-7572-F3B4-A51C-769AFB32DDE6}"/>
                </a:ext>
              </a:extLst>
            </p:cNvPr>
            <p:cNvSpPr/>
            <p:nvPr/>
          </p:nvSpPr>
          <p:spPr>
            <a:xfrm>
              <a:off x="6184834" y="3984912"/>
              <a:ext cx="2560320" cy="440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Percentage split on the market  to </a:t>
              </a:r>
              <a:b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</a:br>
              <a: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derive the market for each segment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1F7D98A-D2EC-5FF9-8138-C9CA034F392D}"/>
                </a:ext>
              </a:extLst>
            </p:cNvPr>
            <p:cNvSpPr/>
            <p:nvPr/>
          </p:nvSpPr>
          <p:spPr>
            <a:xfrm>
              <a:off x="6558529" y="5080004"/>
              <a:ext cx="1992569" cy="27828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TOP-</a:t>
              </a:r>
              <a:r>
                <a:rPr lang="en-US" sz="16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DOWN</a:t>
              </a:r>
              <a:endParaRPr lang="en-IN" sz="1600" dirty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endParaRPr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6069EC5B-0BAF-AA27-27E7-2A20B4983027}"/>
                </a:ext>
              </a:extLst>
            </p:cNvPr>
            <p:cNvSpPr/>
            <p:nvPr/>
          </p:nvSpPr>
          <p:spPr>
            <a:xfrm rot="10800000">
              <a:off x="3012151" y="3472173"/>
              <a:ext cx="323424" cy="264056"/>
            </a:xfrm>
            <a:prstGeom prst="rtTriangle">
              <a:avLst/>
            </a:prstGeom>
            <a:solidFill>
              <a:srgbClr val="92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04C6DA44-45F1-ECD5-E066-2345F934963E}"/>
                </a:ext>
              </a:extLst>
            </p:cNvPr>
            <p:cNvSpPr/>
            <p:nvPr/>
          </p:nvSpPr>
          <p:spPr>
            <a:xfrm rot="10800000">
              <a:off x="3012152" y="2346830"/>
              <a:ext cx="323424" cy="264056"/>
            </a:xfrm>
            <a:prstGeom prst="rtTriangle">
              <a:avLst/>
            </a:prstGeom>
            <a:solidFill>
              <a:srgbClr val="0D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FA5472B7-96D7-D4E2-3798-43DE190C6F29}"/>
                </a:ext>
              </a:extLst>
            </p:cNvPr>
            <p:cNvSpPr/>
            <p:nvPr/>
          </p:nvSpPr>
          <p:spPr>
            <a:xfrm rot="10800000" flipH="1" flipV="1">
              <a:off x="5413771" y="3621985"/>
              <a:ext cx="323424" cy="264056"/>
            </a:xfrm>
            <a:prstGeom prst="rtTriangle">
              <a:avLst/>
            </a:prstGeom>
            <a:solidFill>
              <a:srgbClr val="0D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CC5BD8C-0C60-C536-7C23-1363B050185C}"/>
                </a:ext>
              </a:extLst>
            </p:cNvPr>
            <p:cNvSpPr/>
            <p:nvPr/>
          </p:nvSpPr>
          <p:spPr>
            <a:xfrm>
              <a:off x="3278947" y="1291919"/>
              <a:ext cx="2145661" cy="35417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C2793F4E-34A8-C96D-B4A7-DAA7718FCA4C}"/>
                </a:ext>
              </a:extLst>
            </p:cNvPr>
            <p:cNvSpPr/>
            <p:nvPr/>
          </p:nvSpPr>
          <p:spPr>
            <a:xfrm rot="10800000" flipH="1" flipV="1">
              <a:off x="5413771" y="2510050"/>
              <a:ext cx="323424" cy="264056"/>
            </a:xfrm>
            <a:prstGeom prst="rtTriangle">
              <a:avLst/>
            </a:prstGeom>
            <a:solidFill>
              <a:srgbClr val="92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lowchart: Merge 21">
              <a:extLst>
                <a:ext uri="{FF2B5EF4-FFF2-40B4-BE49-F238E27FC236}">
                  <a16:creationId xmlns:a16="http://schemas.microsoft.com/office/drawing/2014/main" id="{E1F09C0C-7691-64D6-DA08-9E935D1A05E5}"/>
                </a:ext>
              </a:extLst>
            </p:cNvPr>
            <p:cNvSpPr/>
            <p:nvPr/>
          </p:nvSpPr>
          <p:spPr>
            <a:xfrm flipV="1">
              <a:off x="2704666" y="731715"/>
              <a:ext cx="3277010" cy="583191"/>
            </a:xfrm>
            <a:prstGeom prst="flowChartMerge">
              <a:avLst/>
            </a:prstGeom>
            <a:solidFill>
              <a:srgbClr val="3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90CBC27-8B3A-554E-DF9D-A2E5F3CED453}"/>
                </a:ext>
              </a:extLst>
            </p:cNvPr>
            <p:cNvGrpSpPr/>
            <p:nvPr/>
          </p:nvGrpSpPr>
          <p:grpSpPr>
            <a:xfrm>
              <a:off x="3009252" y="3886040"/>
              <a:ext cx="2730842" cy="698070"/>
              <a:chOff x="1666437" y="4932421"/>
              <a:chExt cx="3200400" cy="820891"/>
            </a:xfrm>
            <a:solidFill>
              <a:srgbClr val="31393D"/>
            </a:solidFill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C926BD8-C567-69E1-8BC0-BDE2768D1207}"/>
                  </a:ext>
                </a:extLst>
              </p:cNvPr>
              <p:cNvSpPr/>
              <p:nvPr/>
            </p:nvSpPr>
            <p:spPr>
              <a:xfrm flipV="1">
                <a:off x="1666437" y="4932421"/>
                <a:ext cx="3200400" cy="8208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CAC71B8-CDE7-C7D6-5A29-6A30630BFAB4}"/>
                  </a:ext>
                </a:extLst>
              </p:cNvPr>
              <p:cNvSpPr/>
              <p:nvPr/>
            </p:nvSpPr>
            <p:spPr>
              <a:xfrm>
                <a:off x="1669833" y="4932428"/>
                <a:ext cx="1578990" cy="81870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9359F18A-393F-991D-B4E2-583FC7C14086}"/>
                </a:ext>
              </a:extLst>
            </p:cNvPr>
            <p:cNvSpPr/>
            <p:nvPr/>
          </p:nvSpPr>
          <p:spPr>
            <a:xfrm>
              <a:off x="2704667" y="731715"/>
              <a:ext cx="1638551" cy="583191"/>
            </a:xfrm>
            <a:prstGeom prst="triangle">
              <a:avLst>
                <a:gd name="adj" fmla="val 100000"/>
              </a:avLst>
            </a:prstGeom>
            <a:solidFill>
              <a:srgbClr val="D9D9D9">
                <a:alpha val="3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57A1E78-CA75-4D81-D66C-7DD3252E8BD1}"/>
                </a:ext>
              </a:extLst>
            </p:cNvPr>
            <p:cNvGrpSpPr/>
            <p:nvPr/>
          </p:nvGrpSpPr>
          <p:grpSpPr>
            <a:xfrm>
              <a:off x="3009252" y="2774104"/>
              <a:ext cx="2730842" cy="709409"/>
              <a:chOff x="1666437" y="3624848"/>
              <a:chExt cx="3200400" cy="834225"/>
            </a:xfrm>
            <a:solidFill>
              <a:srgbClr val="E90052"/>
            </a:solidFill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EF0C40C-B882-F460-DB30-D2D74385A4DA}"/>
                  </a:ext>
                </a:extLst>
              </p:cNvPr>
              <p:cNvSpPr/>
              <p:nvPr/>
            </p:nvSpPr>
            <p:spPr>
              <a:xfrm flipH="1">
                <a:off x="1666437" y="3624848"/>
                <a:ext cx="3200400" cy="8208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77C6DA4-E6CC-6389-9DD5-D4072C3AEA83}"/>
                  </a:ext>
                </a:extLst>
              </p:cNvPr>
              <p:cNvSpPr/>
              <p:nvPr/>
            </p:nvSpPr>
            <p:spPr>
              <a:xfrm>
                <a:off x="1669833" y="3629915"/>
                <a:ext cx="1578990" cy="82915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Right Triangle 25">
              <a:extLst>
                <a:ext uri="{FF2B5EF4-FFF2-40B4-BE49-F238E27FC236}">
                  <a16:creationId xmlns:a16="http://schemas.microsoft.com/office/drawing/2014/main" id="{23AAD8B9-CA7D-95F0-96F9-4DFB79A2B11E}"/>
                </a:ext>
              </a:extLst>
            </p:cNvPr>
            <p:cNvSpPr/>
            <p:nvPr/>
          </p:nvSpPr>
          <p:spPr>
            <a:xfrm rot="10800000" flipH="1" flipV="1">
              <a:off x="5413771" y="1387617"/>
              <a:ext cx="323424" cy="264056"/>
            </a:xfrm>
            <a:prstGeom prst="rtTriangle">
              <a:avLst/>
            </a:prstGeom>
            <a:solidFill>
              <a:srgbClr val="0D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FA2D4C4-3A98-0B9D-66AA-A35E121C4A31}"/>
                </a:ext>
              </a:extLst>
            </p:cNvPr>
            <p:cNvSpPr/>
            <p:nvPr/>
          </p:nvSpPr>
          <p:spPr>
            <a:xfrm flipV="1">
              <a:off x="3009252" y="1651672"/>
              <a:ext cx="2730842" cy="698070"/>
            </a:xfrm>
            <a:prstGeom prst="rect">
              <a:avLst/>
            </a:prstGeom>
            <a:solidFill>
              <a:srgbClr val="31393D"/>
            </a:solidFill>
            <a:ln w="635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2F1428F-1179-36F7-02D7-04528BCA8273}"/>
                </a:ext>
              </a:extLst>
            </p:cNvPr>
            <p:cNvSpPr/>
            <p:nvPr/>
          </p:nvSpPr>
          <p:spPr>
            <a:xfrm>
              <a:off x="3012150" y="1651673"/>
              <a:ext cx="1347323" cy="696212"/>
            </a:xfrm>
            <a:prstGeom prst="rect">
              <a:avLst/>
            </a:prstGeom>
            <a:solidFill>
              <a:srgbClr val="D9D9D9">
                <a:alpha val="2196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90623FE-117E-BD9B-B15C-11FD9FCFF1CE}"/>
                </a:ext>
              </a:extLst>
            </p:cNvPr>
            <p:cNvSpPr/>
            <p:nvPr/>
          </p:nvSpPr>
          <p:spPr>
            <a:xfrm>
              <a:off x="3006353" y="3945969"/>
              <a:ext cx="2730842" cy="5828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300"/>
                </a:lnSpc>
              </a:pPr>
              <a: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The market share &amp; revenue of various players operating in automated test equipment market will be derived through primary and secondary research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304590A-42D3-87FA-37A5-CC6631A53559}"/>
                </a:ext>
              </a:extLst>
            </p:cNvPr>
            <p:cNvSpPr/>
            <p:nvPr/>
          </p:nvSpPr>
          <p:spPr>
            <a:xfrm>
              <a:off x="3187700" y="2879786"/>
              <a:ext cx="2468880" cy="4385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Each market will be extrapolated to the country level based on their market share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9FA4F73-0758-BF38-BD4F-CB86F32DE6A9}"/>
                </a:ext>
              </a:extLst>
            </p:cNvPr>
            <p:cNvSpPr/>
            <p:nvPr/>
          </p:nvSpPr>
          <p:spPr>
            <a:xfrm>
              <a:off x="3181173" y="1863120"/>
              <a:ext cx="2468880" cy="4385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Australia Elevating Work Platforms and Spider </a:t>
              </a:r>
              <a:r>
                <a:rPr lang="en-IN" sz="1000" dirty="0" err="1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Liftset</a:t>
              </a:r>
              <a: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 Market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7657AEF-18CC-DEB0-CF99-B1C78C906AA8}"/>
                </a:ext>
              </a:extLst>
            </p:cNvPr>
            <p:cNvSpPr/>
            <p:nvPr/>
          </p:nvSpPr>
          <p:spPr>
            <a:xfrm>
              <a:off x="3337209" y="994474"/>
              <a:ext cx="1992569" cy="27828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BOTTOM</a:t>
              </a:r>
              <a:r>
                <a:rPr lang="en-US" sz="1600" b="1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-UP</a:t>
              </a:r>
              <a:endParaRPr lang="en-IN" sz="1600" b="1" dirty="0">
                <a:solidFill>
                  <a:schemeClr val="bg1"/>
                </a:solidFill>
                <a:latin typeface="Roboto Condensed" pitchFamily="2" charset="0"/>
                <a:ea typeface="Roboto Condensed" pitchFamily="2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378C02B-35AA-E835-3519-85C9B636E061}"/>
                </a:ext>
              </a:extLst>
            </p:cNvPr>
            <p:cNvGrpSpPr/>
            <p:nvPr/>
          </p:nvGrpSpPr>
          <p:grpSpPr>
            <a:xfrm>
              <a:off x="6133042" y="1640901"/>
              <a:ext cx="2730842" cy="709409"/>
              <a:chOff x="5327351" y="2747479"/>
              <a:chExt cx="3200400" cy="834225"/>
            </a:xfrm>
            <a:solidFill>
              <a:srgbClr val="E90052"/>
            </a:solidFill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74B8A31-9B36-2CD0-4319-B7EC48DF46D9}"/>
                  </a:ext>
                </a:extLst>
              </p:cNvPr>
              <p:cNvSpPr/>
              <p:nvPr/>
            </p:nvSpPr>
            <p:spPr>
              <a:xfrm flipH="1" flipV="1">
                <a:off x="5327351" y="2760813"/>
                <a:ext cx="3200400" cy="8208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D0E5398-36DB-2337-50D5-7D7163F4150A}"/>
                  </a:ext>
                </a:extLst>
              </p:cNvPr>
              <p:cNvSpPr/>
              <p:nvPr/>
            </p:nvSpPr>
            <p:spPr>
              <a:xfrm flipV="1">
                <a:off x="5330747" y="2747479"/>
                <a:ext cx="1578990" cy="82915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341FFF0-F66B-4422-95B8-B76B22F11573}"/>
                </a:ext>
              </a:extLst>
            </p:cNvPr>
            <p:cNvSpPr/>
            <p:nvPr/>
          </p:nvSpPr>
          <p:spPr>
            <a:xfrm>
              <a:off x="6184834" y="1764143"/>
              <a:ext cx="2560320" cy="440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Percentage split on the market  to </a:t>
              </a:r>
              <a:b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</a:br>
              <a:r>
                <a:rPr lang="en-IN" sz="1000" dirty="0">
                  <a:solidFill>
                    <a:schemeClr val="bg1"/>
                  </a:solidFill>
                  <a:latin typeface="Roboto Condensed" pitchFamily="2" charset="0"/>
                  <a:ea typeface="Roboto Condensed" pitchFamily="2" charset="0"/>
                </a:rPr>
                <a:t>derive the market for each sub segment</a:t>
              </a:r>
            </a:p>
          </p:txBody>
        </p:sp>
        <p:sp>
          <p:nvSpPr>
            <p:cNvPr id="35" name="Right Triangle 34">
              <a:extLst>
                <a:ext uri="{FF2B5EF4-FFF2-40B4-BE49-F238E27FC236}">
                  <a16:creationId xmlns:a16="http://schemas.microsoft.com/office/drawing/2014/main" id="{EFD74894-2EE6-A177-40DB-28B33F9FF8B3}"/>
                </a:ext>
              </a:extLst>
            </p:cNvPr>
            <p:cNvSpPr/>
            <p:nvPr/>
          </p:nvSpPr>
          <p:spPr>
            <a:xfrm rot="10800000" flipH="1">
              <a:off x="8537561" y="2344168"/>
              <a:ext cx="323424" cy="264056"/>
            </a:xfrm>
            <a:prstGeom prst="rtTriangle">
              <a:avLst/>
            </a:prstGeom>
            <a:solidFill>
              <a:srgbClr val="92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21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DC67-3B41-E064-C0BE-B44639CB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CFC293-A4DC-E596-8C66-711AE2E7E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83" y="183063"/>
            <a:ext cx="2028083" cy="31520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11F8BE7-AA1B-F967-36D5-2ACFA4CAC327}"/>
              </a:ext>
            </a:extLst>
          </p:cNvPr>
          <p:cNvGrpSpPr/>
          <p:nvPr/>
        </p:nvGrpSpPr>
        <p:grpSpPr>
          <a:xfrm>
            <a:off x="2933012" y="1399233"/>
            <a:ext cx="5886458" cy="3740743"/>
            <a:chOff x="3335348" y="1115769"/>
            <a:chExt cx="5886458" cy="37407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44A420-C15C-930C-BB5D-AA5C8C11B02C}"/>
                </a:ext>
              </a:extLst>
            </p:cNvPr>
            <p:cNvSpPr/>
            <p:nvPr/>
          </p:nvSpPr>
          <p:spPr>
            <a:xfrm>
              <a:off x="7826367" y="1115769"/>
              <a:ext cx="1253333" cy="3740741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0D79A08-FA61-3744-D13D-7ED12C1E78B6}"/>
                </a:ext>
              </a:extLst>
            </p:cNvPr>
            <p:cNvSpPr/>
            <p:nvPr/>
          </p:nvSpPr>
          <p:spPr>
            <a:xfrm>
              <a:off x="6851640" y="1115770"/>
              <a:ext cx="949325" cy="3740741"/>
            </a:xfrm>
            <a:prstGeom prst="rect">
              <a:avLst/>
            </a:prstGeom>
            <a:solidFill>
              <a:srgbClr val="E306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A3CA7C-1C2F-8779-7538-8B5E1B280BBE}"/>
                </a:ext>
              </a:extLst>
            </p:cNvPr>
            <p:cNvSpPr/>
            <p:nvPr/>
          </p:nvSpPr>
          <p:spPr>
            <a:xfrm>
              <a:off x="5829289" y="1115770"/>
              <a:ext cx="1000126" cy="3740742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657E5B0-3EC6-CDE6-75C3-91A389C75157}"/>
                </a:ext>
              </a:extLst>
            </p:cNvPr>
            <p:cNvSpPr/>
            <p:nvPr/>
          </p:nvSpPr>
          <p:spPr>
            <a:xfrm>
              <a:off x="4821249" y="1115770"/>
              <a:ext cx="1000126" cy="3740742"/>
            </a:xfrm>
            <a:prstGeom prst="rect">
              <a:avLst/>
            </a:prstGeom>
            <a:solidFill>
              <a:srgbClr val="E306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FDBD005-4214-49C1-0C3A-55C1C78E95E9}"/>
                </a:ext>
              </a:extLst>
            </p:cNvPr>
            <p:cNvSpPr/>
            <p:nvPr/>
          </p:nvSpPr>
          <p:spPr>
            <a:xfrm>
              <a:off x="3335348" y="1939977"/>
              <a:ext cx="5886457" cy="2107638"/>
            </a:xfrm>
            <a:prstGeom prst="roundRect">
              <a:avLst>
                <a:gd name="adj" fmla="val 1206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31393D"/>
              </a:solidFill>
            </a:ln>
            <a:effectLst>
              <a:glow rad="101600">
                <a:schemeClr val="tx1">
                  <a:alpha val="6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A9B1B9-6E28-696C-3AF6-545DD62DEEBB}"/>
                </a:ext>
              </a:extLst>
            </p:cNvPr>
            <p:cNvSpPr/>
            <p:nvPr/>
          </p:nvSpPr>
          <p:spPr>
            <a:xfrm>
              <a:off x="4821249" y="1939977"/>
              <a:ext cx="1000126" cy="2114550"/>
            </a:xfrm>
            <a:prstGeom prst="rect">
              <a:avLst/>
            </a:prstGeom>
            <a:solidFill>
              <a:srgbClr val="E306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5EB2E1-EE9F-5BCD-2FE8-0DB6CA1675DF}"/>
                </a:ext>
              </a:extLst>
            </p:cNvPr>
            <p:cNvSpPr/>
            <p:nvPr/>
          </p:nvSpPr>
          <p:spPr>
            <a:xfrm>
              <a:off x="5822169" y="1941719"/>
              <a:ext cx="1000126" cy="2114550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1B1D502-7BD2-E21B-7DCF-003836D1CC6C}"/>
                </a:ext>
              </a:extLst>
            </p:cNvPr>
            <p:cNvSpPr/>
            <p:nvPr/>
          </p:nvSpPr>
          <p:spPr>
            <a:xfrm>
              <a:off x="6800865" y="1933065"/>
              <a:ext cx="1000126" cy="2114550"/>
            </a:xfrm>
            <a:prstGeom prst="rect">
              <a:avLst/>
            </a:prstGeom>
            <a:solidFill>
              <a:srgbClr val="E306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448F393-BA95-0681-AA66-4503894742E4}"/>
                </a:ext>
              </a:extLst>
            </p:cNvPr>
            <p:cNvSpPr/>
            <p:nvPr/>
          </p:nvSpPr>
          <p:spPr>
            <a:xfrm>
              <a:off x="7793053" y="1933065"/>
              <a:ext cx="1275559" cy="2114550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3449">
              <a:extLst>
                <a:ext uri="{FF2B5EF4-FFF2-40B4-BE49-F238E27FC236}">
                  <a16:creationId xmlns:a16="http://schemas.microsoft.com/office/drawing/2014/main" id="{76F5F6E1-6DC2-57F3-38C1-8B79E68F4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686" y="3132190"/>
              <a:ext cx="1651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3450">
              <a:extLst>
                <a:ext uri="{FF2B5EF4-FFF2-40B4-BE49-F238E27FC236}">
                  <a16:creationId xmlns:a16="http://schemas.microsoft.com/office/drawing/2014/main" id="{503336B6-4582-2E6C-431B-7B3054A2C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23" y="3132190"/>
              <a:ext cx="696914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Historical &amp;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3451">
              <a:extLst>
                <a:ext uri="{FF2B5EF4-FFF2-40B4-BE49-F238E27FC236}">
                  <a16:creationId xmlns:a16="http://schemas.microsoft.com/office/drawing/2014/main" id="{FF257CDC-2D58-6B80-2E34-AE0F78F83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23" y="3278240"/>
              <a:ext cx="714376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Current Data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3452">
              <a:extLst>
                <a:ext uri="{FF2B5EF4-FFF2-40B4-BE49-F238E27FC236}">
                  <a16:creationId xmlns:a16="http://schemas.microsoft.com/office/drawing/2014/main" id="{BEF6B03E-5953-9364-32F6-ABF0473F9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686" y="3443340"/>
              <a:ext cx="1651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3453">
              <a:extLst>
                <a:ext uri="{FF2B5EF4-FFF2-40B4-BE49-F238E27FC236}">
                  <a16:creationId xmlns:a16="http://schemas.microsoft.com/office/drawing/2014/main" id="{901E9AF5-2F2D-5817-C2FC-F63DCA81E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23" y="3443340"/>
              <a:ext cx="760414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Supply Chain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3454">
              <a:extLst>
                <a:ext uri="{FF2B5EF4-FFF2-40B4-BE49-F238E27FC236}">
                  <a16:creationId xmlns:a16="http://schemas.microsoft.com/office/drawing/2014/main" id="{ACBE81E8-AAD8-1E40-084C-311065AF6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23" y="3589391"/>
              <a:ext cx="504826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Analysis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3455">
              <a:extLst>
                <a:ext uri="{FF2B5EF4-FFF2-40B4-BE49-F238E27FC236}">
                  <a16:creationId xmlns:a16="http://schemas.microsoft.com/office/drawing/2014/main" id="{D8A9F9CB-4842-BE27-409F-9F74384DB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900" y="3132190"/>
              <a:ext cx="1651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3456">
              <a:extLst>
                <a:ext uri="{FF2B5EF4-FFF2-40B4-BE49-F238E27FC236}">
                  <a16:creationId xmlns:a16="http://schemas.microsoft.com/office/drawing/2014/main" id="{B1E07128-0A43-A691-A141-27DE7FAAE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9025" y="3132190"/>
              <a:ext cx="658814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Market Info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3457">
              <a:extLst>
                <a:ext uri="{FF2B5EF4-FFF2-40B4-BE49-F238E27FC236}">
                  <a16:creationId xmlns:a16="http://schemas.microsoft.com/office/drawing/2014/main" id="{DBC4863A-BDA5-EBBE-771E-CEE3A6D7F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900" y="3297290"/>
              <a:ext cx="165100" cy="163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3458">
              <a:extLst>
                <a:ext uri="{FF2B5EF4-FFF2-40B4-BE49-F238E27FC236}">
                  <a16:creationId xmlns:a16="http://schemas.microsoft.com/office/drawing/2014/main" id="{8475AB8E-0800-C7E3-44F8-4ED94EFD5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9025" y="3297290"/>
              <a:ext cx="676276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Market Size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3459">
              <a:extLst>
                <a:ext uri="{FF2B5EF4-FFF2-40B4-BE49-F238E27FC236}">
                  <a16:creationId xmlns:a16="http://schemas.microsoft.com/office/drawing/2014/main" id="{8FDC3ABA-2EF2-A132-F61D-4927EBB08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9139" y="3132190"/>
              <a:ext cx="1651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3460">
              <a:extLst>
                <a:ext uri="{FF2B5EF4-FFF2-40B4-BE49-F238E27FC236}">
                  <a16:creationId xmlns:a16="http://schemas.microsoft.com/office/drawing/2014/main" id="{552BD513-68F7-01A7-2990-E190FF0B2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8677" y="3132190"/>
              <a:ext cx="549276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Forecast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3461">
              <a:extLst>
                <a:ext uri="{FF2B5EF4-FFF2-40B4-BE49-F238E27FC236}">
                  <a16:creationId xmlns:a16="http://schemas.microsoft.com/office/drawing/2014/main" id="{CC857D94-A7E0-9B63-1BF4-7DB938070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8677" y="3278240"/>
              <a:ext cx="714376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Indicators &amp;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3462">
              <a:extLst>
                <a:ext uri="{FF2B5EF4-FFF2-40B4-BE49-F238E27FC236}">
                  <a16:creationId xmlns:a16="http://schemas.microsoft.com/office/drawing/2014/main" id="{DD913CE7-384B-2661-5979-12CC7AA4E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8677" y="3422703"/>
              <a:ext cx="503238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Analysis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3463">
              <a:extLst>
                <a:ext uri="{FF2B5EF4-FFF2-40B4-BE49-F238E27FC236}">
                  <a16:creationId xmlns:a16="http://schemas.microsoft.com/office/drawing/2014/main" id="{E1BF38B4-454D-5392-8E54-EA2FEF501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3704" y="3132190"/>
              <a:ext cx="1651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3464">
              <a:extLst>
                <a:ext uri="{FF2B5EF4-FFF2-40B4-BE49-F238E27FC236}">
                  <a16:creationId xmlns:a16="http://schemas.microsoft.com/office/drawing/2014/main" id="{C4161F01-30CA-76A6-2925-7FA2F0D33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3241" y="3132190"/>
              <a:ext cx="1025527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Customer Analysis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3465">
              <a:extLst>
                <a:ext uri="{FF2B5EF4-FFF2-40B4-BE49-F238E27FC236}">
                  <a16:creationId xmlns:a16="http://schemas.microsoft.com/office/drawing/2014/main" id="{2CF21D32-6BC9-CFDB-7F2C-6AA44B871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3704" y="3297290"/>
              <a:ext cx="165100" cy="163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3466">
              <a:extLst>
                <a:ext uri="{FF2B5EF4-FFF2-40B4-BE49-F238E27FC236}">
                  <a16:creationId xmlns:a16="http://schemas.microsoft.com/office/drawing/2014/main" id="{261A4B42-3465-ADE0-BBCC-27D7FA7CA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3241" y="3297290"/>
              <a:ext cx="1198565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Market &amp; Competitive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3467">
              <a:extLst>
                <a:ext uri="{FF2B5EF4-FFF2-40B4-BE49-F238E27FC236}">
                  <a16:creationId xmlns:a16="http://schemas.microsoft.com/office/drawing/2014/main" id="{D1847A65-A990-DF66-E882-1E3056D26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3241" y="3443340"/>
              <a:ext cx="658814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Intelligence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3468">
              <a:extLst>
                <a:ext uri="{FF2B5EF4-FFF2-40B4-BE49-F238E27FC236}">
                  <a16:creationId xmlns:a16="http://schemas.microsoft.com/office/drawing/2014/main" id="{96375EB4-F96A-E1EC-8406-AC4B08E64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3704" y="3617966"/>
              <a:ext cx="165100" cy="163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Wingdings" panose="05000000000000000000" pitchFamily="2" charset="2"/>
                </a:rPr>
                <a:t>§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3469">
              <a:extLst>
                <a:ext uri="{FF2B5EF4-FFF2-40B4-BE49-F238E27FC236}">
                  <a16:creationId xmlns:a16="http://schemas.microsoft.com/office/drawing/2014/main" id="{841B2AC8-ED0C-91CA-BCED-BC2744ADC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3241" y="3617966"/>
              <a:ext cx="566739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Price Info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Line 3470">
              <a:extLst>
                <a:ext uri="{FF2B5EF4-FFF2-40B4-BE49-F238E27FC236}">
                  <a16:creationId xmlns:a16="http://schemas.microsoft.com/office/drawing/2014/main" id="{150C1A47-823A-CD76-CE9D-C69315580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0311" y="2671815"/>
              <a:ext cx="708026" cy="0"/>
            </a:xfrm>
            <a:prstGeom prst="line">
              <a:avLst/>
            </a:prstGeom>
            <a:noFill/>
            <a:ln w="9525" cap="flat">
              <a:solidFill>
                <a:srgbClr val="D9D9D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Line 3471">
              <a:extLst>
                <a:ext uri="{FF2B5EF4-FFF2-40B4-BE49-F238E27FC236}">
                  <a16:creationId xmlns:a16="http://schemas.microsoft.com/office/drawing/2014/main" id="{B38BEB65-5528-368C-6A04-2C3BA4B2F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5838" y="2671815"/>
              <a:ext cx="708026" cy="0"/>
            </a:xfrm>
            <a:prstGeom prst="line">
              <a:avLst/>
            </a:prstGeom>
            <a:noFill/>
            <a:ln w="9525" cap="flat">
              <a:solidFill>
                <a:srgbClr val="D9D9D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Line 3472">
              <a:extLst>
                <a:ext uri="{FF2B5EF4-FFF2-40B4-BE49-F238E27FC236}">
                  <a16:creationId xmlns:a16="http://schemas.microsoft.com/office/drawing/2014/main" id="{8950DEA6-2B02-13D4-4312-496BEFB07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81839" y="2671815"/>
              <a:ext cx="708026" cy="0"/>
            </a:xfrm>
            <a:prstGeom prst="line">
              <a:avLst/>
            </a:prstGeom>
            <a:noFill/>
            <a:ln w="9525" cap="flat">
              <a:solidFill>
                <a:srgbClr val="D9D9D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Line 3473">
              <a:extLst>
                <a:ext uri="{FF2B5EF4-FFF2-40B4-BE49-F238E27FC236}">
                  <a16:creationId xmlns:a16="http://schemas.microsoft.com/office/drawing/2014/main" id="{A277E3DC-CFD3-76A0-7AAE-72DA60199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1329" y="2671815"/>
              <a:ext cx="708026" cy="0"/>
            </a:xfrm>
            <a:prstGeom prst="line">
              <a:avLst/>
            </a:prstGeom>
            <a:noFill/>
            <a:ln w="9525" cap="flat">
              <a:solidFill>
                <a:srgbClr val="D9D9D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3474">
              <a:extLst>
                <a:ext uri="{FF2B5EF4-FFF2-40B4-BE49-F238E27FC236}">
                  <a16:creationId xmlns:a16="http://schemas.microsoft.com/office/drawing/2014/main" id="{7EDD1253-AF42-9BF7-02A6-8BC844A5B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171" y="2628953"/>
              <a:ext cx="1035052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595959"/>
                  </a:solidFill>
                  <a:effectLst/>
                  <a:latin typeface="Roboto Condensed" panose="02000000000000000000" pitchFamily="2" charset="0"/>
                </a:rPr>
                <a:t>MARKET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475">
              <a:extLst>
                <a:ext uri="{FF2B5EF4-FFF2-40B4-BE49-F238E27FC236}">
                  <a16:creationId xmlns:a16="http://schemas.microsoft.com/office/drawing/2014/main" id="{3B55A103-F034-22F5-21EE-1A4309FB9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171" y="2921053"/>
              <a:ext cx="1263652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595959"/>
                  </a:solidFill>
                  <a:effectLst/>
                  <a:latin typeface="Roboto Condensed" panose="02000000000000000000" pitchFamily="2" charset="0"/>
                </a:rPr>
                <a:t>FORECAST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3476">
              <a:extLst>
                <a:ext uri="{FF2B5EF4-FFF2-40B4-BE49-F238E27FC236}">
                  <a16:creationId xmlns:a16="http://schemas.microsoft.com/office/drawing/2014/main" id="{B6D72CFE-CAA5-DD58-3562-19F11DC4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9361" y="2744840"/>
              <a:ext cx="822326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Market Share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3477">
              <a:extLst>
                <a:ext uri="{FF2B5EF4-FFF2-40B4-BE49-F238E27FC236}">
                  <a16:creationId xmlns:a16="http://schemas.microsoft.com/office/drawing/2014/main" id="{B9A15957-03F5-5F44-1A07-B53C11620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8375" y="2744840"/>
              <a:ext cx="630239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Company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3478">
              <a:extLst>
                <a:ext uri="{FF2B5EF4-FFF2-40B4-BE49-F238E27FC236}">
                  <a16:creationId xmlns:a16="http://schemas.microsoft.com/office/drawing/2014/main" id="{219DFCEC-9752-1146-4432-04DB59577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8375" y="2879778"/>
              <a:ext cx="868364" cy="20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Developments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3479">
              <a:extLst>
                <a:ext uri="{FF2B5EF4-FFF2-40B4-BE49-F238E27FC236}">
                  <a16:creationId xmlns:a16="http://schemas.microsoft.com/office/drawing/2014/main" id="{27CA0899-3E7B-60D9-8CA4-D002F8AC0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0716" y="2744840"/>
              <a:ext cx="568326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Industry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3480">
              <a:extLst>
                <a:ext uri="{FF2B5EF4-FFF2-40B4-BE49-F238E27FC236}">
                  <a16:creationId xmlns:a16="http://schemas.microsoft.com/office/drawing/2014/main" id="{8E4E9529-6EEC-4565-1F9C-ADD1D83A3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0716" y="2879778"/>
              <a:ext cx="466726" cy="20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Trends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3481">
              <a:extLst>
                <a:ext uri="{FF2B5EF4-FFF2-40B4-BE49-F238E27FC236}">
                  <a16:creationId xmlns:a16="http://schemas.microsoft.com/office/drawing/2014/main" id="{B819CC93-8284-C064-02D8-1BDE36CD1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4865" y="2744840"/>
              <a:ext cx="741364" cy="2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Influencing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3482">
              <a:extLst>
                <a:ext uri="{FF2B5EF4-FFF2-40B4-BE49-F238E27FC236}">
                  <a16:creationId xmlns:a16="http://schemas.microsoft.com/office/drawing/2014/main" id="{071FA893-5026-10DD-157D-4CBA711F7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4865" y="2879778"/>
              <a:ext cx="493713" cy="20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Roboto Condensed" panose="02000000000000000000" pitchFamily="2" charset="0"/>
                </a:rPr>
                <a:t>Factors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Freeform 3483">
              <a:extLst>
                <a:ext uri="{FF2B5EF4-FFF2-40B4-BE49-F238E27FC236}">
                  <a16:creationId xmlns:a16="http://schemas.microsoft.com/office/drawing/2014/main" id="{EFAACF33-9463-4BC0-B4C2-4DEF1345D7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2261" y="2173340"/>
              <a:ext cx="182563" cy="182563"/>
            </a:xfrm>
            <a:custGeom>
              <a:avLst/>
              <a:gdLst>
                <a:gd name="T0" fmla="*/ 0 w 115"/>
                <a:gd name="T1" fmla="*/ 115 h 115"/>
                <a:gd name="T2" fmla="*/ 115 w 115"/>
                <a:gd name="T3" fmla="*/ 115 h 115"/>
                <a:gd name="T4" fmla="*/ 115 w 115"/>
                <a:gd name="T5" fmla="*/ 115 h 115"/>
                <a:gd name="T6" fmla="*/ 115 w 115"/>
                <a:gd name="T7" fmla="*/ 103 h 115"/>
                <a:gd name="T8" fmla="*/ 114 w 115"/>
                <a:gd name="T9" fmla="*/ 92 h 115"/>
                <a:gd name="T10" fmla="*/ 110 w 115"/>
                <a:gd name="T11" fmla="*/ 81 h 115"/>
                <a:gd name="T12" fmla="*/ 106 w 115"/>
                <a:gd name="T13" fmla="*/ 70 h 115"/>
                <a:gd name="T14" fmla="*/ 102 w 115"/>
                <a:gd name="T15" fmla="*/ 60 h 115"/>
                <a:gd name="T16" fmla="*/ 96 w 115"/>
                <a:gd name="T17" fmla="*/ 50 h 115"/>
                <a:gd name="T18" fmla="*/ 89 w 115"/>
                <a:gd name="T19" fmla="*/ 42 h 115"/>
                <a:gd name="T20" fmla="*/ 82 w 115"/>
                <a:gd name="T21" fmla="*/ 34 h 115"/>
                <a:gd name="T22" fmla="*/ 73 w 115"/>
                <a:gd name="T23" fmla="*/ 26 h 115"/>
                <a:gd name="T24" fmla="*/ 64 w 115"/>
                <a:gd name="T25" fmla="*/ 19 h 115"/>
                <a:gd name="T26" fmla="*/ 55 w 115"/>
                <a:gd name="T27" fmla="*/ 14 h 115"/>
                <a:gd name="T28" fmla="*/ 46 w 115"/>
                <a:gd name="T29" fmla="*/ 9 h 115"/>
                <a:gd name="T30" fmla="*/ 34 w 115"/>
                <a:gd name="T31" fmla="*/ 5 h 115"/>
                <a:gd name="T32" fmla="*/ 23 w 115"/>
                <a:gd name="T33" fmla="*/ 1 h 115"/>
                <a:gd name="T34" fmla="*/ 12 w 115"/>
                <a:gd name="T35" fmla="*/ 1 h 115"/>
                <a:gd name="T36" fmla="*/ 0 w 115"/>
                <a:gd name="T37" fmla="*/ 0 h 115"/>
                <a:gd name="T38" fmla="*/ 0 w 115"/>
                <a:gd name="T39" fmla="*/ 115 h 115"/>
                <a:gd name="T40" fmla="*/ 0 w 115"/>
                <a:gd name="T41" fmla="*/ 115 h 115"/>
                <a:gd name="T42" fmla="*/ 0 w 115"/>
                <a:gd name="T43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15" h="115">
                  <a:moveTo>
                    <a:pt x="0" y="115"/>
                  </a:moveTo>
                  <a:lnTo>
                    <a:pt x="115" y="115"/>
                  </a:lnTo>
                  <a:lnTo>
                    <a:pt x="115" y="115"/>
                  </a:lnTo>
                  <a:lnTo>
                    <a:pt x="115" y="103"/>
                  </a:lnTo>
                  <a:lnTo>
                    <a:pt x="114" y="92"/>
                  </a:lnTo>
                  <a:lnTo>
                    <a:pt x="110" y="81"/>
                  </a:lnTo>
                  <a:lnTo>
                    <a:pt x="106" y="70"/>
                  </a:lnTo>
                  <a:lnTo>
                    <a:pt x="102" y="60"/>
                  </a:lnTo>
                  <a:lnTo>
                    <a:pt x="96" y="50"/>
                  </a:lnTo>
                  <a:lnTo>
                    <a:pt x="89" y="42"/>
                  </a:lnTo>
                  <a:lnTo>
                    <a:pt x="82" y="34"/>
                  </a:lnTo>
                  <a:lnTo>
                    <a:pt x="73" y="26"/>
                  </a:lnTo>
                  <a:lnTo>
                    <a:pt x="64" y="19"/>
                  </a:lnTo>
                  <a:lnTo>
                    <a:pt x="55" y="14"/>
                  </a:lnTo>
                  <a:lnTo>
                    <a:pt x="46" y="9"/>
                  </a:lnTo>
                  <a:lnTo>
                    <a:pt x="34" y="5"/>
                  </a:lnTo>
                  <a:lnTo>
                    <a:pt x="23" y="1"/>
                  </a:lnTo>
                  <a:lnTo>
                    <a:pt x="12" y="1"/>
                  </a:lnTo>
                  <a:lnTo>
                    <a:pt x="0" y="0"/>
                  </a:lnTo>
                  <a:lnTo>
                    <a:pt x="0" y="115"/>
                  </a:lnTo>
                  <a:close/>
                  <a:moveTo>
                    <a:pt x="0" y="115"/>
                  </a:moveTo>
                  <a:lnTo>
                    <a:pt x="0" y="1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Freeform 3484">
              <a:extLst>
                <a:ext uri="{FF2B5EF4-FFF2-40B4-BE49-F238E27FC236}">
                  <a16:creationId xmlns:a16="http://schemas.microsoft.com/office/drawing/2014/main" id="{28836A2F-F03E-54FA-8393-22B3036ADA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9699" y="2173340"/>
              <a:ext cx="365126" cy="374650"/>
            </a:xfrm>
            <a:custGeom>
              <a:avLst/>
              <a:gdLst>
                <a:gd name="T0" fmla="*/ 102 w 230"/>
                <a:gd name="T1" fmla="*/ 132 h 236"/>
                <a:gd name="T2" fmla="*/ 102 w 230"/>
                <a:gd name="T3" fmla="*/ 0 h 236"/>
                <a:gd name="T4" fmla="*/ 102 w 230"/>
                <a:gd name="T5" fmla="*/ 0 h 236"/>
                <a:gd name="T6" fmla="*/ 90 w 230"/>
                <a:gd name="T7" fmla="*/ 1 h 236"/>
                <a:gd name="T8" fmla="*/ 81 w 230"/>
                <a:gd name="T9" fmla="*/ 4 h 236"/>
                <a:gd name="T10" fmla="*/ 70 w 230"/>
                <a:gd name="T11" fmla="*/ 9 h 236"/>
                <a:gd name="T12" fmla="*/ 60 w 230"/>
                <a:gd name="T13" fmla="*/ 13 h 236"/>
                <a:gd name="T14" fmla="*/ 52 w 230"/>
                <a:gd name="T15" fmla="*/ 18 h 236"/>
                <a:gd name="T16" fmla="*/ 44 w 230"/>
                <a:gd name="T17" fmla="*/ 25 h 236"/>
                <a:gd name="T18" fmla="*/ 36 w 230"/>
                <a:gd name="T19" fmla="*/ 31 h 236"/>
                <a:gd name="T20" fmla="*/ 28 w 230"/>
                <a:gd name="T21" fmla="*/ 39 h 236"/>
                <a:gd name="T22" fmla="*/ 22 w 230"/>
                <a:gd name="T23" fmla="*/ 48 h 236"/>
                <a:gd name="T24" fmla="*/ 17 w 230"/>
                <a:gd name="T25" fmla="*/ 55 h 236"/>
                <a:gd name="T26" fmla="*/ 11 w 230"/>
                <a:gd name="T27" fmla="*/ 66 h 236"/>
                <a:gd name="T28" fmla="*/ 8 w 230"/>
                <a:gd name="T29" fmla="*/ 74 h 236"/>
                <a:gd name="T30" fmla="*/ 4 w 230"/>
                <a:gd name="T31" fmla="*/ 84 h 236"/>
                <a:gd name="T32" fmla="*/ 1 w 230"/>
                <a:gd name="T33" fmla="*/ 96 h 236"/>
                <a:gd name="T34" fmla="*/ 0 w 230"/>
                <a:gd name="T35" fmla="*/ 106 h 236"/>
                <a:gd name="T36" fmla="*/ 0 w 230"/>
                <a:gd name="T37" fmla="*/ 117 h 236"/>
                <a:gd name="T38" fmla="*/ 0 w 230"/>
                <a:gd name="T39" fmla="*/ 117 h 236"/>
                <a:gd name="T40" fmla="*/ 0 w 230"/>
                <a:gd name="T41" fmla="*/ 130 h 236"/>
                <a:gd name="T42" fmla="*/ 2 w 230"/>
                <a:gd name="T43" fmla="*/ 141 h 236"/>
                <a:gd name="T44" fmla="*/ 4 w 230"/>
                <a:gd name="T45" fmla="*/ 152 h 236"/>
                <a:gd name="T46" fmla="*/ 9 w 230"/>
                <a:gd name="T47" fmla="*/ 164 h 236"/>
                <a:gd name="T48" fmla="*/ 13 w 230"/>
                <a:gd name="T49" fmla="*/ 174 h 236"/>
                <a:gd name="T50" fmla="*/ 19 w 230"/>
                <a:gd name="T51" fmla="*/ 184 h 236"/>
                <a:gd name="T52" fmla="*/ 26 w 230"/>
                <a:gd name="T53" fmla="*/ 193 h 236"/>
                <a:gd name="T54" fmla="*/ 33 w 230"/>
                <a:gd name="T55" fmla="*/ 201 h 236"/>
                <a:gd name="T56" fmla="*/ 42 w 230"/>
                <a:gd name="T57" fmla="*/ 209 h 236"/>
                <a:gd name="T58" fmla="*/ 51 w 230"/>
                <a:gd name="T59" fmla="*/ 217 h 236"/>
                <a:gd name="T60" fmla="*/ 60 w 230"/>
                <a:gd name="T61" fmla="*/ 223 h 236"/>
                <a:gd name="T62" fmla="*/ 70 w 230"/>
                <a:gd name="T63" fmla="*/ 227 h 236"/>
                <a:gd name="T64" fmla="*/ 81 w 230"/>
                <a:gd name="T65" fmla="*/ 232 h 236"/>
                <a:gd name="T66" fmla="*/ 91 w 230"/>
                <a:gd name="T67" fmla="*/ 234 h 236"/>
                <a:gd name="T68" fmla="*/ 104 w 230"/>
                <a:gd name="T69" fmla="*/ 236 h 236"/>
                <a:gd name="T70" fmla="*/ 116 w 230"/>
                <a:gd name="T71" fmla="*/ 236 h 236"/>
                <a:gd name="T72" fmla="*/ 116 w 230"/>
                <a:gd name="T73" fmla="*/ 236 h 236"/>
                <a:gd name="T74" fmla="*/ 127 w 230"/>
                <a:gd name="T75" fmla="*/ 236 h 236"/>
                <a:gd name="T76" fmla="*/ 137 w 230"/>
                <a:gd name="T77" fmla="*/ 234 h 236"/>
                <a:gd name="T78" fmla="*/ 148 w 230"/>
                <a:gd name="T79" fmla="*/ 232 h 236"/>
                <a:gd name="T80" fmla="*/ 158 w 230"/>
                <a:gd name="T81" fmla="*/ 228 h 236"/>
                <a:gd name="T82" fmla="*/ 167 w 230"/>
                <a:gd name="T83" fmla="*/ 224 h 236"/>
                <a:gd name="T84" fmla="*/ 175 w 230"/>
                <a:gd name="T85" fmla="*/ 219 h 236"/>
                <a:gd name="T86" fmla="*/ 184 w 230"/>
                <a:gd name="T87" fmla="*/ 214 h 236"/>
                <a:gd name="T88" fmla="*/ 192 w 230"/>
                <a:gd name="T89" fmla="*/ 206 h 236"/>
                <a:gd name="T90" fmla="*/ 200 w 230"/>
                <a:gd name="T91" fmla="*/ 199 h 236"/>
                <a:gd name="T92" fmla="*/ 206 w 230"/>
                <a:gd name="T93" fmla="*/ 191 h 236"/>
                <a:gd name="T94" fmla="*/ 213 w 230"/>
                <a:gd name="T95" fmla="*/ 183 h 236"/>
                <a:gd name="T96" fmla="*/ 217 w 230"/>
                <a:gd name="T97" fmla="*/ 174 h 236"/>
                <a:gd name="T98" fmla="*/ 222 w 230"/>
                <a:gd name="T99" fmla="*/ 164 h 236"/>
                <a:gd name="T100" fmla="*/ 226 w 230"/>
                <a:gd name="T101" fmla="*/ 153 h 236"/>
                <a:gd name="T102" fmla="*/ 229 w 230"/>
                <a:gd name="T103" fmla="*/ 144 h 236"/>
                <a:gd name="T104" fmla="*/ 230 w 230"/>
                <a:gd name="T105" fmla="*/ 132 h 236"/>
                <a:gd name="T106" fmla="*/ 102 w 230"/>
                <a:gd name="T107" fmla="*/ 132 h 236"/>
                <a:gd name="T108" fmla="*/ 102 w 230"/>
                <a:gd name="T109" fmla="*/ 132 h 236"/>
                <a:gd name="T110" fmla="*/ 102 w 230"/>
                <a:gd name="T111" fmla="*/ 132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30" h="236">
                  <a:moveTo>
                    <a:pt x="102" y="132"/>
                  </a:moveTo>
                  <a:lnTo>
                    <a:pt x="102" y="0"/>
                  </a:lnTo>
                  <a:lnTo>
                    <a:pt x="102" y="0"/>
                  </a:lnTo>
                  <a:lnTo>
                    <a:pt x="90" y="1"/>
                  </a:lnTo>
                  <a:lnTo>
                    <a:pt x="81" y="4"/>
                  </a:lnTo>
                  <a:lnTo>
                    <a:pt x="70" y="9"/>
                  </a:lnTo>
                  <a:lnTo>
                    <a:pt x="60" y="13"/>
                  </a:lnTo>
                  <a:lnTo>
                    <a:pt x="52" y="18"/>
                  </a:lnTo>
                  <a:lnTo>
                    <a:pt x="44" y="25"/>
                  </a:lnTo>
                  <a:lnTo>
                    <a:pt x="36" y="31"/>
                  </a:lnTo>
                  <a:lnTo>
                    <a:pt x="28" y="39"/>
                  </a:lnTo>
                  <a:lnTo>
                    <a:pt x="22" y="48"/>
                  </a:lnTo>
                  <a:lnTo>
                    <a:pt x="17" y="55"/>
                  </a:lnTo>
                  <a:lnTo>
                    <a:pt x="11" y="66"/>
                  </a:lnTo>
                  <a:lnTo>
                    <a:pt x="8" y="74"/>
                  </a:lnTo>
                  <a:lnTo>
                    <a:pt x="4" y="84"/>
                  </a:lnTo>
                  <a:lnTo>
                    <a:pt x="1" y="96"/>
                  </a:lnTo>
                  <a:lnTo>
                    <a:pt x="0" y="106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0" y="130"/>
                  </a:lnTo>
                  <a:lnTo>
                    <a:pt x="2" y="141"/>
                  </a:lnTo>
                  <a:lnTo>
                    <a:pt x="4" y="152"/>
                  </a:lnTo>
                  <a:lnTo>
                    <a:pt x="9" y="164"/>
                  </a:lnTo>
                  <a:lnTo>
                    <a:pt x="13" y="174"/>
                  </a:lnTo>
                  <a:lnTo>
                    <a:pt x="19" y="184"/>
                  </a:lnTo>
                  <a:lnTo>
                    <a:pt x="26" y="193"/>
                  </a:lnTo>
                  <a:lnTo>
                    <a:pt x="33" y="201"/>
                  </a:lnTo>
                  <a:lnTo>
                    <a:pt x="42" y="209"/>
                  </a:lnTo>
                  <a:lnTo>
                    <a:pt x="51" y="217"/>
                  </a:lnTo>
                  <a:lnTo>
                    <a:pt x="60" y="223"/>
                  </a:lnTo>
                  <a:lnTo>
                    <a:pt x="70" y="227"/>
                  </a:lnTo>
                  <a:lnTo>
                    <a:pt x="81" y="232"/>
                  </a:lnTo>
                  <a:lnTo>
                    <a:pt x="91" y="234"/>
                  </a:lnTo>
                  <a:lnTo>
                    <a:pt x="104" y="236"/>
                  </a:lnTo>
                  <a:lnTo>
                    <a:pt x="116" y="236"/>
                  </a:lnTo>
                  <a:lnTo>
                    <a:pt x="116" y="236"/>
                  </a:lnTo>
                  <a:lnTo>
                    <a:pt x="127" y="236"/>
                  </a:lnTo>
                  <a:lnTo>
                    <a:pt x="137" y="234"/>
                  </a:lnTo>
                  <a:lnTo>
                    <a:pt x="148" y="232"/>
                  </a:lnTo>
                  <a:lnTo>
                    <a:pt x="158" y="228"/>
                  </a:lnTo>
                  <a:lnTo>
                    <a:pt x="167" y="224"/>
                  </a:lnTo>
                  <a:lnTo>
                    <a:pt x="175" y="219"/>
                  </a:lnTo>
                  <a:lnTo>
                    <a:pt x="184" y="214"/>
                  </a:lnTo>
                  <a:lnTo>
                    <a:pt x="192" y="206"/>
                  </a:lnTo>
                  <a:lnTo>
                    <a:pt x="200" y="199"/>
                  </a:lnTo>
                  <a:lnTo>
                    <a:pt x="206" y="191"/>
                  </a:lnTo>
                  <a:lnTo>
                    <a:pt x="213" y="183"/>
                  </a:lnTo>
                  <a:lnTo>
                    <a:pt x="217" y="174"/>
                  </a:lnTo>
                  <a:lnTo>
                    <a:pt x="222" y="164"/>
                  </a:lnTo>
                  <a:lnTo>
                    <a:pt x="226" y="153"/>
                  </a:lnTo>
                  <a:lnTo>
                    <a:pt x="229" y="144"/>
                  </a:lnTo>
                  <a:lnTo>
                    <a:pt x="230" y="132"/>
                  </a:lnTo>
                  <a:lnTo>
                    <a:pt x="102" y="132"/>
                  </a:lnTo>
                  <a:close/>
                  <a:moveTo>
                    <a:pt x="102" y="132"/>
                  </a:moveTo>
                  <a:lnTo>
                    <a:pt x="102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Freeform 3485">
              <a:extLst>
                <a:ext uri="{FF2B5EF4-FFF2-40B4-BE49-F238E27FC236}">
                  <a16:creationId xmlns:a16="http://schemas.microsoft.com/office/drawing/2014/main" id="{68D0CCE4-9241-9840-57B9-C4AE84E35B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5225" y="2173340"/>
              <a:ext cx="393701" cy="365125"/>
            </a:xfrm>
            <a:custGeom>
              <a:avLst/>
              <a:gdLst>
                <a:gd name="T0" fmla="*/ 217 w 248"/>
                <a:gd name="T1" fmla="*/ 47 h 230"/>
                <a:gd name="T2" fmla="*/ 135 w 248"/>
                <a:gd name="T3" fmla="*/ 133 h 230"/>
                <a:gd name="T4" fmla="*/ 129 w 248"/>
                <a:gd name="T5" fmla="*/ 137 h 230"/>
                <a:gd name="T6" fmla="*/ 129 w 248"/>
                <a:gd name="T7" fmla="*/ 137 h 230"/>
                <a:gd name="T8" fmla="*/ 121 w 248"/>
                <a:gd name="T9" fmla="*/ 133 h 230"/>
                <a:gd name="T10" fmla="*/ 19 w 248"/>
                <a:gd name="T11" fmla="*/ 152 h 230"/>
                <a:gd name="T12" fmla="*/ 15 w 248"/>
                <a:gd name="T13" fmla="*/ 156 h 230"/>
                <a:gd name="T14" fmla="*/ 11 w 248"/>
                <a:gd name="T15" fmla="*/ 156 h 230"/>
                <a:gd name="T16" fmla="*/ 3 w 248"/>
                <a:gd name="T17" fmla="*/ 153 h 230"/>
                <a:gd name="T18" fmla="*/ 1 w 248"/>
                <a:gd name="T19" fmla="*/ 150 h 230"/>
                <a:gd name="T20" fmla="*/ 1 w 248"/>
                <a:gd name="T21" fmla="*/ 141 h 230"/>
                <a:gd name="T22" fmla="*/ 71 w 248"/>
                <a:gd name="T23" fmla="*/ 65 h 230"/>
                <a:gd name="T24" fmla="*/ 74 w 248"/>
                <a:gd name="T25" fmla="*/ 63 h 230"/>
                <a:gd name="T26" fmla="*/ 79 w 248"/>
                <a:gd name="T27" fmla="*/ 62 h 230"/>
                <a:gd name="T28" fmla="*/ 82 w 248"/>
                <a:gd name="T29" fmla="*/ 63 h 230"/>
                <a:gd name="T30" fmla="*/ 129 w 248"/>
                <a:gd name="T31" fmla="*/ 110 h 230"/>
                <a:gd name="T32" fmla="*/ 186 w 248"/>
                <a:gd name="T33" fmla="*/ 18 h 230"/>
                <a:gd name="T34" fmla="*/ 232 w 248"/>
                <a:gd name="T35" fmla="*/ 63 h 230"/>
                <a:gd name="T36" fmla="*/ 11 w 248"/>
                <a:gd name="T37" fmla="*/ 170 h 230"/>
                <a:gd name="T38" fmla="*/ 4 w 248"/>
                <a:gd name="T39" fmla="*/ 230 h 230"/>
                <a:gd name="T40" fmla="*/ 35 w 248"/>
                <a:gd name="T41" fmla="*/ 156 h 230"/>
                <a:gd name="T42" fmla="*/ 29 w 248"/>
                <a:gd name="T43" fmla="*/ 163 h 230"/>
                <a:gd name="T44" fmla="*/ 21 w 248"/>
                <a:gd name="T45" fmla="*/ 168 h 230"/>
                <a:gd name="T46" fmla="*/ 11 w 248"/>
                <a:gd name="T47" fmla="*/ 170 h 230"/>
                <a:gd name="T48" fmla="*/ 43 w 248"/>
                <a:gd name="T49" fmla="*/ 230 h 230"/>
                <a:gd name="T50" fmla="*/ 75 w 248"/>
                <a:gd name="T51" fmla="*/ 114 h 230"/>
                <a:gd name="T52" fmla="*/ 43 w 248"/>
                <a:gd name="T53" fmla="*/ 230 h 230"/>
                <a:gd name="T54" fmla="*/ 82 w 248"/>
                <a:gd name="T55" fmla="*/ 113 h 230"/>
                <a:gd name="T56" fmla="*/ 114 w 248"/>
                <a:gd name="T57" fmla="*/ 230 h 230"/>
                <a:gd name="T58" fmla="*/ 114 w 248"/>
                <a:gd name="T59" fmla="*/ 147 h 230"/>
                <a:gd name="T60" fmla="*/ 110 w 248"/>
                <a:gd name="T61" fmla="*/ 143 h 230"/>
                <a:gd name="T62" fmla="*/ 129 w 248"/>
                <a:gd name="T63" fmla="*/ 151 h 230"/>
                <a:gd name="T64" fmla="*/ 121 w 248"/>
                <a:gd name="T65" fmla="*/ 230 h 230"/>
                <a:gd name="T66" fmla="*/ 153 w 248"/>
                <a:gd name="T67" fmla="*/ 135 h 230"/>
                <a:gd name="T68" fmla="*/ 147 w 248"/>
                <a:gd name="T69" fmla="*/ 143 h 230"/>
                <a:gd name="T70" fmla="*/ 138 w 248"/>
                <a:gd name="T71" fmla="*/ 149 h 230"/>
                <a:gd name="T72" fmla="*/ 129 w 248"/>
                <a:gd name="T73" fmla="*/ 151 h 230"/>
                <a:gd name="T74" fmla="*/ 160 w 248"/>
                <a:gd name="T75" fmla="*/ 129 h 230"/>
                <a:gd name="T76" fmla="*/ 192 w 248"/>
                <a:gd name="T77" fmla="*/ 230 h 230"/>
                <a:gd name="T78" fmla="*/ 160 w 248"/>
                <a:gd name="T79" fmla="*/ 129 h 230"/>
                <a:gd name="T80" fmla="*/ 200 w 248"/>
                <a:gd name="T81" fmla="*/ 87 h 230"/>
                <a:gd name="T82" fmla="*/ 231 w 248"/>
                <a:gd name="T83" fmla="*/ 230 h 230"/>
                <a:gd name="T84" fmla="*/ 217 w 248"/>
                <a:gd name="T85" fmla="*/ 68 h 230"/>
                <a:gd name="T86" fmla="*/ 217 w 248"/>
                <a:gd name="T87" fmla="*/ 68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8" h="230">
                  <a:moveTo>
                    <a:pt x="232" y="63"/>
                  </a:moveTo>
                  <a:lnTo>
                    <a:pt x="217" y="47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2" y="135"/>
                  </a:lnTo>
                  <a:lnTo>
                    <a:pt x="129" y="137"/>
                  </a:lnTo>
                  <a:lnTo>
                    <a:pt x="129" y="137"/>
                  </a:lnTo>
                  <a:lnTo>
                    <a:pt x="129" y="137"/>
                  </a:lnTo>
                  <a:lnTo>
                    <a:pt x="124" y="135"/>
                  </a:lnTo>
                  <a:lnTo>
                    <a:pt x="121" y="133"/>
                  </a:lnTo>
                  <a:lnTo>
                    <a:pt x="79" y="89"/>
                  </a:lnTo>
                  <a:lnTo>
                    <a:pt x="19" y="152"/>
                  </a:lnTo>
                  <a:lnTo>
                    <a:pt x="19" y="152"/>
                  </a:lnTo>
                  <a:lnTo>
                    <a:pt x="15" y="156"/>
                  </a:lnTo>
                  <a:lnTo>
                    <a:pt x="11" y="156"/>
                  </a:lnTo>
                  <a:lnTo>
                    <a:pt x="11" y="156"/>
                  </a:lnTo>
                  <a:lnTo>
                    <a:pt x="6" y="156"/>
                  </a:lnTo>
                  <a:lnTo>
                    <a:pt x="3" y="153"/>
                  </a:lnTo>
                  <a:lnTo>
                    <a:pt x="3" y="153"/>
                  </a:lnTo>
                  <a:lnTo>
                    <a:pt x="1" y="150"/>
                  </a:lnTo>
                  <a:lnTo>
                    <a:pt x="0" y="146"/>
                  </a:lnTo>
                  <a:lnTo>
                    <a:pt x="1" y="141"/>
                  </a:lnTo>
                  <a:lnTo>
                    <a:pt x="3" y="138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4" y="63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82" y="63"/>
                  </a:lnTo>
                  <a:lnTo>
                    <a:pt x="86" y="65"/>
                  </a:lnTo>
                  <a:lnTo>
                    <a:pt x="129" y="110"/>
                  </a:lnTo>
                  <a:lnTo>
                    <a:pt x="201" y="32"/>
                  </a:lnTo>
                  <a:lnTo>
                    <a:pt x="186" y="18"/>
                  </a:lnTo>
                  <a:lnTo>
                    <a:pt x="248" y="0"/>
                  </a:lnTo>
                  <a:lnTo>
                    <a:pt x="232" y="63"/>
                  </a:lnTo>
                  <a:close/>
                  <a:moveTo>
                    <a:pt x="11" y="170"/>
                  </a:moveTo>
                  <a:lnTo>
                    <a:pt x="11" y="170"/>
                  </a:lnTo>
                  <a:lnTo>
                    <a:pt x="4" y="169"/>
                  </a:lnTo>
                  <a:lnTo>
                    <a:pt x="4" y="230"/>
                  </a:lnTo>
                  <a:lnTo>
                    <a:pt x="35" y="230"/>
                  </a:lnTo>
                  <a:lnTo>
                    <a:pt x="35" y="156"/>
                  </a:lnTo>
                  <a:lnTo>
                    <a:pt x="29" y="163"/>
                  </a:lnTo>
                  <a:lnTo>
                    <a:pt x="29" y="163"/>
                  </a:lnTo>
                  <a:lnTo>
                    <a:pt x="25" y="166"/>
                  </a:lnTo>
                  <a:lnTo>
                    <a:pt x="21" y="168"/>
                  </a:lnTo>
                  <a:lnTo>
                    <a:pt x="15" y="170"/>
                  </a:lnTo>
                  <a:lnTo>
                    <a:pt x="11" y="170"/>
                  </a:lnTo>
                  <a:lnTo>
                    <a:pt x="11" y="170"/>
                  </a:lnTo>
                  <a:close/>
                  <a:moveTo>
                    <a:pt x="43" y="230"/>
                  </a:moveTo>
                  <a:lnTo>
                    <a:pt x="75" y="230"/>
                  </a:lnTo>
                  <a:lnTo>
                    <a:pt x="75" y="114"/>
                  </a:lnTo>
                  <a:lnTo>
                    <a:pt x="43" y="148"/>
                  </a:lnTo>
                  <a:lnTo>
                    <a:pt x="43" y="230"/>
                  </a:lnTo>
                  <a:close/>
                  <a:moveTo>
                    <a:pt x="110" y="143"/>
                  </a:moveTo>
                  <a:lnTo>
                    <a:pt x="82" y="113"/>
                  </a:lnTo>
                  <a:lnTo>
                    <a:pt x="82" y="230"/>
                  </a:lnTo>
                  <a:lnTo>
                    <a:pt x="114" y="230"/>
                  </a:lnTo>
                  <a:lnTo>
                    <a:pt x="114" y="147"/>
                  </a:lnTo>
                  <a:lnTo>
                    <a:pt x="114" y="147"/>
                  </a:lnTo>
                  <a:lnTo>
                    <a:pt x="110" y="143"/>
                  </a:lnTo>
                  <a:lnTo>
                    <a:pt x="110" y="143"/>
                  </a:lnTo>
                  <a:close/>
                  <a:moveTo>
                    <a:pt x="129" y="151"/>
                  </a:moveTo>
                  <a:lnTo>
                    <a:pt x="129" y="151"/>
                  </a:lnTo>
                  <a:lnTo>
                    <a:pt x="121" y="150"/>
                  </a:lnTo>
                  <a:lnTo>
                    <a:pt x="121" y="230"/>
                  </a:lnTo>
                  <a:lnTo>
                    <a:pt x="153" y="230"/>
                  </a:lnTo>
                  <a:lnTo>
                    <a:pt x="153" y="135"/>
                  </a:lnTo>
                  <a:lnTo>
                    <a:pt x="147" y="143"/>
                  </a:lnTo>
                  <a:lnTo>
                    <a:pt x="147" y="143"/>
                  </a:lnTo>
                  <a:lnTo>
                    <a:pt x="142" y="147"/>
                  </a:lnTo>
                  <a:lnTo>
                    <a:pt x="138" y="149"/>
                  </a:lnTo>
                  <a:lnTo>
                    <a:pt x="133" y="150"/>
                  </a:lnTo>
                  <a:lnTo>
                    <a:pt x="129" y="151"/>
                  </a:lnTo>
                  <a:lnTo>
                    <a:pt x="129" y="151"/>
                  </a:lnTo>
                  <a:close/>
                  <a:moveTo>
                    <a:pt x="160" y="129"/>
                  </a:moveTo>
                  <a:lnTo>
                    <a:pt x="160" y="230"/>
                  </a:lnTo>
                  <a:lnTo>
                    <a:pt x="192" y="230"/>
                  </a:lnTo>
                  <a:lnTo>
                    <a:pt x="192" y="95"/>
                  </a:lnTo>
                  <a:lnTo>
                    <a:pt x="160" y="129"/>
                  </a:lnTo>
                  <a:close/>
                  <a:moveTo>
                    <a:pt x="217" y="68"/>
                  </a:moveTo>
                  <a:lnTo>
                    <a:pt x="200" y="87"/>
                  </a:lnTo>
                  <a:lnTo>
                    <a:pt x="200" y="230"/>
                  </a:lnTo>
                  <a:lnTo>
                    <a:pt x="231" y="230"/>
                  </a:lnTo>
                  <a:lnTo>
                    <a:pt x="231" y="82"/>
                  </a:lnTo>
                  <a:lnTo>
                    <a:pt x="217" y="68"/>
                  </a:lnTo>
                  <a:close/>
                  <a:moveTo>
                    <a:pt x="217" y="68"/>
                  </a:moveTo>
                  <a:lnTo>
                    <a:pt x="217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Freeform 3486">
              <a:extLst>
                <a:ext uri="{FF2B5EF4-FFF2-40B4-BE49-F238E27FC236}">
                  <a16:creationId xmlns:a16="http://schemas.microsoft.com/office/drawing/2014/main" id="{C5282430-4177-17CB-4ABC-BF724C6F79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3777" y="2455915"/>
              <a:ext cx="109538" cy="119063"/>
            </a:xfrm>
            <a:custGeom>
              <a:avLst/>
              <a:gdLst>
                <a:gd name="T0" fmla="*/ 0 w 69"/>
                <a:gd name="T1" fmla="*/ 53 h 75"/>
                <a:gd name="T2" fmla="*/ 39 w 69"/>
                <a:gd name="T3" fmla="*/ 75 h 75"/>
                <a:gd name="T4" fmla="*/ 69 w 69"/>
                <a:gd name="T5" fmla="*/ 23 h 75"/>
                <a:gd name="T6" fmla="*/ 30 w 69"/>
                <a:gd name="T7" fmla="*/ 0 h 75"/>
                <a:gd name="T8" fmla="*/ 0 w 69"/>
                <a:gd name="T9" fmla="*/ 53 h 75"/>
                <a:gd name="T10" fmla="*/ 0 w 69"/>
                <a:gd name="T11" fmla="*/ 53 h 75"/>
                <a:gd name="T12" fmla="*/ 0 w 69"/>
                <a:gd name="T13" fmla="*/ 5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75">
                  <a:moveTo>
                    <a:pt x="0" y="53"/>
                  </a:moveTo>
                  <a:lnTo>
                    <a:pt x="39" y="75"/>
                  </a:lnTo>
                  <a:lnTo>
                    <a:pt x="69" y="23"/>
                  </a:lnTo>
                  <a:lnTo>
                    <a:pt x="30" y="0"/>
                  </a:lnTo>
                  <a:lnTo>
                    <a:pt x="0" y="53"/>
                  </a:lnTo>
                  <a:close/>
                  <a:moveTo>
                    <a:pt x="0" y="53"/>
                  </a:moveTo>
                  <a:lnTo>
                    <a:pt x="0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Freeform 3487">
              <a:extLst>
                <a:ext uri="{FF2B5EF4-FFF2-40B4-BE49-F238E27FC236}">
                  <a16:creationId xmlns:a16="http://schemas.microsoft.com/office/drawing/2014/main" id="{B1D5AAB5-CB8B-364A-53B6-B62815B12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3777" y="2455915"/>
              <a:ext cx="109538" cy="119063"/>
            </a:xfrm>
            <a:custGeom>
              <a:avLst/>
              <a:gdLst>
                <a:gd name="T0" fmla="*/ 0 w 69"/>
                <a:gd name="T1" fmla="*/ 53 h 75"/>
                <a:gd name="T2" fmla="*/ 39 w 69"/>
                <a:gd name="T3" fmla="*/ 75 h 75"/>
                <a:gd name="T4" fmla="*/ 69 w 69"/>
                <a:gd name="T5" fmla="*/ 23 h 75"/>
                <a:gd name="T6" fmla="*/ 30 w 69"/>
                <a:gd name="T7" fmla="*/ 0 h 75"/>
                <a:gd name="T8" fmla="*/ 0 w 69"/>
                <a:gd name="T9" fmla="*/ 5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75">
                  <a:moveTo>
                    <a:pt x="0" y="53"/>
                  </a:moveTo>
                  <a:lnTo>
                    <a:pt x="39" y="75"/>
                  </a:lnTo>
                  <a:lnTo>
                    <a:pt x="69" y="23"/>
                  </a:lnTo>
                  <a:lnTo>
                    <a:pt x="30" y="0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" name="Freeform 3488">
              <a:extLst>
                <a:ext uri="{FF2B5EF4-FFF2-40B4-BE49-F238E27FC236}">
                  <a16:creationId xmlns:a16="http://schemas.microsoft.com/office/drawing/2014/main" id="{B3AB1630-8FDF-70A8-C4A9-BA0D939F68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24727" y="2557515"/>
              <a:ext cx="73025" cy="46038"/>
            </a:xfrm>
            <a:custGeom>
              <a:avLst/>
              <a:gdLst>
                <a:gd name="T0" fmla="*/ 13 w 46"/>
                <a:gd name="T1" fmla="*/ 26 h 29"/>
                <a:gd name="T2" fmla="*/ 13 w 46"/>
                <a:gd name="T3" fmla="*/ 26 h 29"/>
                <a:gd name="T4" fmla="*/ 15 w 46"/>
                <a:gd name="T5" fmla="*/ 27 h 29"/>
                <a:gd name="T6" fmla="*/ 17 w 46"/>
                <a:gd name="T7" fmla="*/ 28 h 29"/>
                <a:gd name="T8" fmla="*/ 19 w 46"/>
                <a:gd name="T9" fmla="*/ 28 h 29"/>
                <a:gd name="T10" fmla="*/ 22 w 46"/>
                <a:gd name="T11" fmla="*/ 29 h 29"/>
                <a:gd name="T12" fmla="*/ 24 w 46"/>
                <a:gd name="T13" fmla="*/ 29 h 29"/>
                <a:gd name="T14" fmla="*/ 27 w 46"/>
                <a:gd name="T15" fmla="*/ 29 h 29"/>
                <a:gd name="T16" fmla="*/ 29 w 46"/>
                <a:gd name="T17" fmla="*/ 29 h 29"/>
                <a:gd name="T18" fmla="*/ 31 w 46"/>
                <a:gd name="T19" fmla="*/ 28 h 29"/>
                <a:gd name="T20" fmla="*/ 34 w 46"/>
                <a:gd name="T21" fmla="*/ 28 h 29"/>
                <a:gd name="T22" fmla="*/ 36 w 46"/>
                <a:gd name="T23" fmla="*/ 27 h 29"/>
                <a:gd name="T24" fmla="*/ 38 w 46"/>
                <a:gd name="T25" fmla="*/ 26 h 29"/>
                <a:gd name="T26" fmla="*/ 40 w 46"/>
                <a:gd name="T27" fmla="*/ 25 h 29"/>
                <a:gd name="T28" fmla="*/ 42 w 46"/>
                <a:gd name="T29" fmla="*/ 24 h 29"/>
                <a:gd name="T30" fmla="*/ 44 w 46"/>
                <a:gd name="T31" fmla="*/ 22 h 29"/>
                <a:gd name="T32" fmla="*/ 45 w 46"/>
                <a:gd name="T33" fmla="*/ 21 h 29"/>
                <a:gd name="T34" fmla="*/ 46 w 46"/>
                <a:gd name="T35" fmla="*/ 19 h 29"/>
                <a:gd name="T36" fmla="*/ 4 w 46"/>
                <a:gd name="T37" fmla="*/ 0 h 29"/>
                <a:gd name="T38" fmla="*/ 4 w 46"/>
                <a:gd name="T39" fmla="*/ 0 h 29"/>
                <a:gd name="T40" fmla="*/ 2 w 46"/>
                <a:gd name="T41" fmla="*/ 2 h 29"/>
                <a:gd name="T42" fmla="*/ 1 w 46"/>
                <a:gd name="T43" fmla="*/ 3 h 29"/>
                <a:gd name="T44" fmla="*/ 1 w 46"/>
                <a:gd name="T45" fmla="*/ 5 h 29"/>
                <a:gd name="T46" fmla="*/ 0 w 46"/>
                <a:gd name="T47" fmla="*/ 7 h 29"/>
                <a:gd name="T48" fmla="*/ 0 w 46"/>
                <a:gd name="T49" fmla="*/ 9 h 29"/>
                <a:gd name="T50" fmla="*/ 0 w 46"/>
                <a:gd name="T51" fmla="*/ 11 h 29"/>
                <a:gd name="T52" fmla="*/ 0 w 46"/>
                <a:gd name="T53" fmla="*/ 13 h 29"/>
                <a:gd name="T54" fmla="*/ 1 w 46"/>
                <a:gd name="T55" fmla="*/ 15 h 29"/>
                <a:gd name="T56" fmla="*/ 2 w 46"/>
                <a:gd name="T57" fmla="*/ 16 h 29"/>
                <a:gd name="T58" fmla="*/ 3 w 46"/>
                <a:gd name="T59" fmla="*/ 18 h 29"/>
                <a:gd name="T60" fmla="*/ 4 w 46"/>
                <a:gd name="T61" fmla="*/ 20 h 29"/>
                <a:gd name="T62" fmla="*/ 5 w 46"/>
                <a:gd name="T63" fmla="*/ 21 h 29"/>
                <a:gd name="T64" fmla="*/ 7 w 46"/>
                <a:gd name="T65" fmla="*/ 22 h 29"/>
                <a:gd name="T66" fmla="*/ 9 w 46"/>
                <a:gd name="T67" fmla="*/ 24 h 29"/>
                <a:gd name="T68" fmla="*/ 10 w 46"/>
                <a:gd name="T69" fmla="*/ 25 h 29"/>
                <a:gd name="T70" fmla="*/ 13 w 46"/>
                <a:gd name="T71" fmla="*/ 26 h 29"/>
                <a:gd name="T72" fmla="*/ 13 w 46"/>
                <a:gd name="T73" fmla="*/ 26 h 29"/>
                <a:gd name="T74" fmla="*/ 13 w 46"/>
                <a:gd name="T75" fmla="*/ 26 h 29"/>
                <a:gd name="T76" fmla="*/ 13 w 46"/>
                <a:gd name="T7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6" h="29">
                  <a:moveTo>
                    <a:pt x="13" y="26"/>
                  </a:moveTo>
                  <a:lnTo>
                    <a:pt x="13" y="26"/>
                  </a:lnTo>
                  <a:lnTo>
                    <a:pt x="15" y="27"/>
                  </a:lnTo>
                  <a:lnTo>
                    <a:pt x="17" y="28"/>
                  </a:lnTo>
                  <a:lnTo>
                    <a:pt x="19" y="28"/>
                  </a:lnTo>
                  <a:lnTo>
                    <a:pt x="22" y="29"/>
                  </a:lnTo>
                  <a:lnTo>
                    <a:pt x="24" y="29"/>
                  </a:lnTo>
                  <a:lnTo>
                    <a:pt x="27" y="29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4" y="28"/>
                  </a:lnTo>
                  <a:lnTo>
                    <a:pt x="36" y="27"/>
                  </a:lnTo>
                  <a:lnTo>
                    <a:pt x="38" y="26"/>
                  </a:lnTo>
                  <a:lnTo>
                    <a:pt x="40" y="25"/>
                  </a:lnTo>
                  <a:lnTo>
                    <a:pt x="42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1" y="15"/>
                  </a:lnTo>
                  <a:lnTo>
                    <a:pt x="2" y="16"/>
                  </a:lnTo>
                  <a:lnTo>
                    <a:pt x="3" y="18"/>
                  </a:lnTo>
                  <a:lnTo>
                    <a:pt x="4" y="20"/>
                  </a:lnTo>
                  <a:lnTo>
                    <a:pt x="5" y="21"/>
                  </a:lnTo>
                  <a:lnTo>
                    <a:pt x="7" y="22"/>
                  </a:lnTo>
                  <a:lnTo>
                    <a:pt x="9" y="24"/>
                  </a:lnTo>
                  <a:lnTo>
                    <a:pt x="10" y="25"/>
                  </a:lnTo>
                  <a:lnTo>
                    <a:pt x="13" y="26"/>
                  </a:lnTo>
                  <a:lnTo>
                    <a:pt x="13" y="26"/>
                  </a:lnTo>
                  <a:close/>
                  <a:moveTo>
                    <a:pt x="13" y="26"/>
                  </a:moveTo>
                  <a:lnTo>
                    <a:pt x="13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" name="Freeform 3489">
              <a:extLst>
                <a:ext uri="{FF2B5EF4-FFF2-40B4-BE49-F238E27FC236}">
                  <a16:creationId xmlns:a16="http://schemas.microsoft.com/office/drawing/2014/main" id="{C82C60EC-9238-0CEC-9D93-F7C89DAB3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727" y="2557515"/>
              <a:ext cx="73025" cy="46038"/>
            </a:xfrm>
            <a:custGeom>
              <a:avLst/>
              <a:gdLst>
                <a:gd name="T0" fmla="*/ 13 w 46"/>
                <a:gd name="T1" fmla="*/ 26 h 29"/>
                <a:gd name="T2" fmla="*/ 13 w 46"/>
                <a:gd name="T3" fmla="*/ 26 h 29"/>
                <a:gd name="T4" fmla="*/ 15 w 46"/>
                <a:gd name="T5" fmla="*/ 27 h 29"/>
                <a:gd name="T6" fmla="*/ 17 w 46"/>
                <a:gd name="T7" fmla="*/ 28 h 29"/>
                <a:gd name="T8" fmla="*/ 19 w 46"/>
                <a:gd name="T9" fmla="*/ 28 h 29"/>
                <a:gd name="T10" fmla="*/ 22 w 46"/>
                <a:gd name="T11" fmla="*/ 29 h 29"/>
                <a:gd name="T12" fmla="*/ 24 w 46"/>
                <a:gd name="T13" fmla="*/ 29 h 29"/>
                <a:gd name="T14" fmla="*/ 27 w 46"/>
                <a:gd name="T15" fmla="*/ 29 h 29"/>
                <a:gd name="T16" fmla="*/ 29 w 46"/>
                <a:gd name="T17" fmla="*/ 29 h 29"/>
                <a:gd name="T18" fmla="*/ 31 w 46"/>
                <a:gd name="T19" fmla="*/ 28 h 29"/>
                <a:gd name="T20" fmla="*/ 34 w 46"/>
                <a:gd name="T21" fmla="*/ 28 h 29"/>
                <a:gd name="T22" fmla="*/ 36 w 46"/>
                <a:gd name="T23" fmla="*/ 27 h 29"/>
                <a:gd name="T24" fmla="*/ 38 w 46"/>
                <a:gd name="T25" fmla="*/ 26 h 29"/>
                <a:gd name="T26" fmla="*/ 40 w 46"/>
                <a:gd name="T27" fmla="*/ 25 h 29"/>
                <a:gd name="T28" fmla="*/ 42 w 46"/>
                <a:gd name="T29" fmla="*/ 24 h 29"/>
                <a:gd name="T30" fmla="*/ 44 w 46"/>
                <a:gd name="T31" fmla="*/ 22 h 29"/>
                <a:gd name="T32" fmla="*/ 45 w 46"/>
                <a:gd name="T33" fmla="*/ 21 h 29"/>
                <a:gd name="T34" fmla="*/ 46 w 46"/>
                <a:gd name="T35" fmla="*/ 19 h 29"/>
                <a:gd name="T36" fmla="*/ 4 w 46"/>
                <a:gd name="T37" fmla="*/ 0 h 29"/>
                <a:gd name="T38" fmla="*/ 4 w 46"/>
                <a:gd name="T39" fmla="*/ 0 h 29"/>
                <a:gd name="T40" fmla="*/ 2 w 46"/>
                <a:gd name="T41" fmla="*/ 2 h 29"/>
                <a:gd name="T42" fmla="*/ 1 w 46"/>
                <a:gd name="T43" fmla="*/ 3 h 29"/>
                <a:gd name="T44" fmla="*/ 1 w 46"/>
                <a:gd name="T45" fmla="*/ 5 h 29"/>
                <a:gd name="T46" fmla="*/ 0 w 46"/>
                <a:gd name="T47" fmla="*/ 7 h 29"/>
                <a:gd name="T48" fmla="*/ 0 w 46"/>
                <a:gd name="T49" fmla="*/ 9 h 29"/>
                <a:gd name="T50" fmla="*/ 0 w 46"/>
                <a:gd name="T51" fmla="*/ 11 h 29"/>
                <a:gd name="T52" fmla="*/ 0 w 46"/>
                <a:gd name="T53" fmla="*/ 13 h 29"/>
                <a:gd name="T54" fmla="*/ 1 w 46"/>
                <a:gd name="T55" fmla="*/ 15 h 29"/>
                <a:gd name="T56" fmla="*/ 2 w 46"/>
                <a:gd name="T57" fmla="*/ 16 h 29"/>
                <a:gd name="T58" fmla="*/ 3 w 46"/>
                <a:gd name="T59" fmla="*/ 18 h 29"/>
                <a:gd name="T60" fmla="*/ 4 w 46"/>
                <a:gd name="T61" fmla="*/ 20 h 29"/>
                <a:gd name="T62" fmla="*/ 5 w 46"/>
                <a:gd name="T63" fmla="*/ 21 h 29"/>
                <a:gd name="T64" fmla="*/ 7 w 46"/>
                <a:gd name="T65" fmla="*/ 22 h 29"/>
                <a:gd name="T66" fmla="*/ 9 w 46"/>
                <a:gd name="T67" fmla="*/ 24 h 29"/>
                <a:gd name="T68" fmla="*/ 10 w 46"/>
                <a:gd name="T69" fmla="*/ 25 h 29"/>
                <a:gd name="T70" fmla="*/ 13 w 46"/>
                <a:gd name="T71" fmla="*/ 26 h 29"/>
                <a:gd name="T72" fmla="*/ 13 w 46"/>
                <a:gd name="T73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6" h="29">
                  <a:moveTo>
                    <a:pt x="13" y="26"/>
                  </a:moveTo>
                  <a:lnTo>
                    <a:pt x="13" y="26"/>
                  </a:lnTo>
                  <a:lnTo>
                    <a:pt x="15" y="27"/>
                  </a:lnTo>
                  <a:lnTo>
                    <a:pt x="17" y="28"/>
                  </a:lnTo>
                  <a:lnTo>
                    <a:pt x="19" y="28"/>
                  </a:lnTo>
                  <a:lnTo>
                    <a:pt x="22" y="29"/>
                  </a:lnTo>
                  <a:lnTo>
                    <a:pt x="24" y="29"/>
                  </a:lnTo>
                  <a:lnTo>
                    <a:pt x="27" y="29"/>
                  </a:lnTo>
                  <a:lnTo>
                    <a:pt x="29" y="29"/>
                  </a:lnTo>
                  <a:lnTo>
                    <a:pt x="31" y="28"/>
                  </a:lnTo>
                  <a:lnTo>
                    <a:pt x="34" y="28"/>
                  </a:lnTo>
                  <a:lnTo>
                    <a:pt x="36" y="27"/>
                  </a:lnTo>
                  <a:lnTo>
                    <a:pt x="38" y="26"/>
                  </a:lnTo>
                  <a:lnTo>
                    <a:pt x="40" y="25"/>
                  </a:lnTo>
                  <a:lnTo>
                    <a:pt x="42" y="24"/>
                  </a:lnTo>
                  <a:lnTo>
                    <a:pt x="44" y="22"/>
                  </a:lnTo>
                  <a:lnTo>
                    <a:pt x="45" y="21"/>
                  </a:lnTo>
                  <a:lnTo>
                    <a:pt x="46" y="19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1" y="15"/>
                  </a:lnTo>
                  <a:lnTo>
                    <a:pt x="2" y="16"/>
                  </a:lnTo>
                  <a:lnTo>
                    <a:pt x="3" y="18"/>
                  </a:lnTo>
                  <a:lnTo>
                    <a:pt x="4" y="20"/>
                  </a:lnTo>
                  <a:lnTo>
                    <a:pt x="5" y="21"/>
                  </a:lnTo>
                  <a:lnTo>
                    <a:pt x="7" y="22"/>
                  </a:lnTo>
                  <a:lnTo>
                    <a:pt x="9" y="24"/>
                  </a:lnTo>
                  <a:lnTo>
                    <a:pt x="10" y="25"/>
                  </a:lnTo>
                  <a:lnTo>
                    <a:pt x="13" y="26"/>
                  </a:lnTo>
                  <a:lnTo>
                    <a:pt x="13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Freeform 3490">
              <a:extLst>
                <a:ext uri="{FF2B5EF4-FFF2-40B4-BE49-F238E27FC236}">
                  <a16:creationId xmlns:a16="http://schemas.microsoft.com/office/drawing/2014/main" id="{14ED1749-8BB8-97B3-A3E1-16C743386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51715" y="2181277"/>
              <a:ext cx="376238" cy="303213"/>
            </a:xfrm>
            <a:custGeom>
              <a:avLst/>
              <a:gdLst>
                <a:gd name="T0" fmla="*/ 181 w 237"/>
                <a:gd name="T1" fmla="*/ 56 h 191"/>
                <a:gd name="T2" fmla="*/ 165 w 237"/>
                <a:gd name="T3" fmla="*/ 32 h 191"/>
                <a:gd name="T4" fmla="*/ 142 w 237"/>
                <a:gd name="T5" fmla="*/ 13 h 191"/>
                <a:gd name="T6" fmla="*/ 129 w 237"/>
                <a:gd name="T7" fmla="*/ 7 h 191"/>
                <a:gd name="T8" fmla="*/ 111 w 237"/>
                <a:gd name="T9" fmla="*/ 2 h 191"/>
                <a:gd name="T10" fmla="*/ 93 w 237"/>
                <a:gd name="T11" fmla="*/ 0 h 191"/>
                <a:gd name="T12" fmla="*/ 75 w 237"/>
                <a:gd name="T13" fmla="*/ 3 h 191"/>
                <a:gd name="T14" fmla="*/ 58 w 237"/>
                <a:gd name="T15" fmla="*/ 8 h 191"/>
                <a:gd name="T16" fmla="*/ 42 w 237"/>
                <a:gd name="T17" fmla="*/ 17 h 191"/>
                <a:gd name="T18" fmla="*/ 28 w 237"/>
                <a:gd name="T19" fmla="*/ 29 h 191"/>
                <a:gd name="T20" fmla="*/ 16 w 237"/>
                <a:gd name="T21" fmla="*/ 44 h 191"/>
                <a:gd name="T22" fmla="*/ 9 w 237"/>
                <a:gd name="T23" fmla="*/ 57 h 191"/>
                <a:gd name="T24" fmla="*/ 3 w 237"/>
                <a:gd name="T25" fmla="*/ 75 h 191"/>
                <a:gd name="T26" fmla="*/ 0 w 237"/>
                <a:gd name="T27" fmla="*/ 93 h 191"/>
                <a:gd name="T28" fmla="*/ 2 w 237"/>
                <a:gd name="T29" fmla="*/ 111 h 191"/>
                <a:gd name="T30" fmla="*/ 7 w 237"/>
                <a:gd name="T31" fmla="*/ 129 h 191"/>
                <a:gd name="T32" fmla="*/ 15 w 237"/>
                <a:gd name="T33" fmla="*/ 146 h 191"/>
                <a:gd name="T34" fmla="*/ 26 w 237"/>
                <a:gd name="T35" fmla="*/ 160 h 191"/>
                <a:gd name="T36" fmla="*/ 40 w 237"/>
                <a:gd name="T37" fmla="*/ 173 h 191"/>
                <a:gd name="T38" fmla="*/ 52 w 237"/>
                <a:gd name="T39" fmla="*/ 181 h 191"/>
                <a:gd name="T40" fmla="*/ 70 w 237"/>
                <a:gd name="T41" fmla="*/ 187 h 191"/>
                <a:gd name="T42" fmla="*/ 88 w 237"/>
                <a:gd name="T43" fmla="*/ 191 h 191"/>
                <a:gd name="T44" fmla="*/ 106 w 237"/>
                <a:gd name="T45" fmla="*/ 190 h 191"/>
                <a:gd name="T46" fmla="*/ 124 w 237"/>
                <a:gd name="T47" fmla="*/ 186 h 191"/>
                <a:gd name="T48" fmla="*/ 141 w 237"/>
                <a:gd name="T49" fmla="*/ 179 h 191"/>
                <a:gd name="T50" fmla="*/ 156 w 237"/>
                <a:gd name="T51" fmla="*/ 169 h 191"/>
                <a:gd name="T52" fmla="*/ 169 w 237"/>
                <a:gd name="T53" fmla="*/ 155 h 191"/>
                <a:gd name="T54" fmla="*/ 177 w 237"/>
                <a:gd name="T55" fmla="*/ 143 h 191"/>
                <a:gd name="T56" fmla="*/ 187 w 237"/>
                <a:gd name="T57" fmla="*/ 118 h 191"/>
                <a:gd name="T58" fmla="*/ 190 w 237"/>
                <a:gd name="T59" fmla="*/ 92 h 191"/>
                <a:gd name="T60" fmla="*/ 172 w 237"/>
                <a:gd name="T61" fmla="*/ 112 h 191"/>
                <a:gd name="T62" fmla="*/ 167 w 237"/>
                <a:gd name="T63" fmla="*/ 128 h 191"/>
                <a:gd name="T64" fmla="*/ 161 w 237"/>
                <a:gd name="T65" fmla="*/ 139 h 191"/>
                <a:gd name="T66" fmla="*/ 151 w 237"/>
                <a:gd name="T67" fmla="*/ 151 h 191"/>
                <a:gd name="T68" fmla="*/ 139 w 237"/>
                <a:gd name="T69" fmla="*/ 161 h 191"/>
                <a:gd name="T70" fmla="*/ 126 w 237"/>
                <a:gd name="T71" fmla="*/ 169 h 191"/>
                <a:gd name="T72" fmla="*/ 112 w 237"/>
                <a:gd name="T73" fmla="*/ 173 h 191"/>
                <a:gd name="T74" fmla="*/ 97 w 237"/>
                <a:gd name="T75" fmla="*/ 175 h 191"/>
                <a:gd name="T76" fmla="*/ 81 w 237"/>
                <a:gd name="T77" fmla="*/ 174 h 191"/>
                <a:gd name="T78" fmla="*/ 67 w 237"/>
                <a:gd name="T79" fmla="*/ 170 h 191"/>
                <a:gd name="T80" fmla="*/ 56 w 237"/>
                <a:gd name="T81" fmla="*/ 164 h 191"/>
                <a:gd name="T82" fmla="*/ 42 w 237"/>
                <a:gd name="T83" fmla="*/ 155 h 191"/>
                <a:gd name="T84" fmla="*/ 32 w 237"/>
                <a:gd name="T85" fmla="*/ 144 h 191"/>
                <a:gd name="T86" fmla="*/ 24 w 237"/>
                <a:gd name="T87" fmla="*/ 131 h 191"/>
                <a:gd name="T88" fmla="*/ 19 w 237"/>
                <a:gd name="T89" fmla="*/ 116 h 191"/>
                <a:gd name="T90" fmla="*/ 16 w 237"/>
                <a:gd name="T91" fmla="*/ 101 h 191"/>
                <a:gd name="T92" fmla="*/ 17 w 237"/>
                <a:gd name="T93" fmla="*/ 86 h 191"/>
                <a:gd name="T94" fmla="*/ 20 w 237"/>
                <a:gd name="T95" fmla="*/ 71 h 191"/>
                <a:gd name="T96" fmla="*/ 27 w 237"/>
                <a:gd name="T97" fmla="*/ 56 h 191"/>
                <a:gd name="T98" fmla="*/ 34 w 237"/>
                <a:gd name="T99" fmla="*/ 46 h 191"/>
                <a:gd name="T100" fmla="*/ 45 w 237"/>
                <a:gd name="T101" fmla="*/ 35 h 191"/>
                <a:gd name="T102" fmla="*/ 57 w 237"/>
                <a:gd name="T103" fmla="*/ 26 h 191"/>
                <a:gd name="T104" fmla="*/ 71 w 237"/>
                <a:gd name="T105" fmla="*/ 20 h 191"/>
                <a:gd name="T106" fmla="*/ 86 w 237"/>
                <a:gd name="T107" fmla="*/ 17 h 191"/>
                <a:gd name="T108" fmla="*/ 101 w 237"/>
                <a:gd name="T109" fmla="*/ 17 h 191"/>
                <a:gd name="T110" fmla="*/ 116 w 237"/>
                <a:gd name="T111" fmla="*/ 19 h 191"/>
                <a:gd name="T112" fmla="*/ 131 w 237"/>
                <a:gd name="T113" fmla="*/ 25 h 191"/>
                <a:gd name="T114" fmla="*/ 146 w 237"/>
                <a:gd name="T115" fmla="*/ 35 h 191"/>
                <a:gd name="T116" fmla="*/ 163 w 237"/>
                <a:gd name="T117" fmla="*/ 56 h 191"/>
                <a:gd name="T118" fmla="*/ 103 w 237"/>
                <a:gd name="T119" fmla="*/ 90 h 191"/>
                <a:gd name="T120" fmla="*/ 105 w 237"/>
                <a:gd name="T121" fmla="*/ 115 h 191"/>
                <a:gd name="T122" fmla="*/ 237 w 237"/>
                <a:gd name="T123" fmla="*/ 2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37" h="191">
                  <a:moveTo>
                    <a:pt x="179" y="31"/>
                  </a:moveTo>
                  <a:lnTo>
                    <a:pt x="199" y="37"/>
                  </a:lnTo>
                  <a:lnTo>
                    <a:pt x="181" y="56"/>
                  </a:lnTo>
                  <a:lnTo>
                    <a:pt x="181" y="56"/>
                  </a:lnTo>
                  <a:lnTo>
                    <a:pt x="177" y="49"/>
                  </a:lnTo>
                  <a:lnTo>
                    <a:pt x="174" y="43"/>
                  </a:lnTo>
                  <a:lnTo>
                    <a:pt x="169" y="37"/>
                  </a:lnTo>
                  <a:lnTo>
                    <a:pt x="165" y="32"/>
                  </a:lnTo>
                  <a:lnTo>
                    <a:pt x="160" y="26"/>
                  </a:lnTo>
                  <a:lnTo>
                    <a:pt x="155" y="22"/>
                  </a:lnTo>
                  <a:lnTo>
                    <a:pt x="149" y="17"/>
                  </a:lnTo>
                  <a:lnTo>
                    <a:pt x="142" y="13"/>
                  </a:lnTo>
                  <a:lnTo>
                    <a:pt x="142" y="13"/>
                  </a:lnTo>
                  <a:lnTo>
                    <a:pt x="138" y="11"/>
                  </a:lnTo>
                  <a:lnTo>
                    <a:pt x="134" y="9"/>
                  </a:lnTo>
                  <a:lnTo>
                    <a:pt x="129" y="7"/>
                  </a:lnTo>
                  <a:lnTo>
                    <a:pt x="125" y="5"/>
                  </a:lnTo>
                  <a:lnTo>
                    <a:pt x="120" y="4"/>
                  </a:lnTo>
                  <a:lnTo>
                    <a:pt x="116" y="3"/>
                  </a:lnTo>
                  <a:lnTo>
                    <a:pt x="111" y="2"/>
                  </a:lnTo>
                  <a:lnTo>
                    <a:pt x="107" y="1"/>
                  </a:lnTo>
                  <a:lnTo>
                    <a:pt x="102" y="0"/>
                  </a:lnTo>
                  <a:lnTo>
                    <a:pt x="98" y="0"/>
                  </a:lnTo>
                  <a:lnTo>
                    <a:pt x="93" y="0"/>
                  </a:lnTo>
                  <a:lnTo>
                    <a:pt x="89" y="0"/>
                  </a:lnTo>
                  <a:lnTo>
                    <a:pt x="84" y="1"/>
                  </a:lnTo>
                  <a:lnTo>
                    <a:pt x="80" y="2"/>
                  </a:lnTo>
                  <a:lnTo>
                    <a:pt x="75" y="3"/>
                  </a:lnTo>
                  <a:lnTo>
                    <a:pt x="71" y="4"/>
                  </a:lnTo>
                  <a:lnTo>
                    <a:pt x="66" y="5"/>
                  </a:lnTo>
                  <a:lnTo>
                    <a:pt x="62" y="6"/>
                  </a:lnTo>
                  <a:lnTo>
                    <a:pt x="58" y="8"/>
                  </a:lnTo>
                  <a:lnTo>
                    <a:pt x="54" y="10"/>
                  </a:lnTo>
                  <a:lnTo>
                    <a:pt x="50" y="13"/>
                  </a:lnTo>
                  <a:lnTo>
                    <a:pt x="46" y="14"/>
                  </a:lnTo>
                  <a:lnTo>
                    <a:pt x="42" y="17"/>
                  </a:lnTo>
                  <a:lnTo>
                    <a:pt x="38" y="20"/>
                  </a:lnTo>
                  <a:lnTo>
                    <a:pt x="35" y="23"/>
                  </a:lnTo>
                  <a:lnTo>
                    <a:pt x="31" y="26"/>
                  </a:lnTo>
                  <a:lnTo>
                    <a:pt x="28" y="29"/>
                  </a:lnTo>
                  <a:lnTo>
                    <a:pt x="24" y="32"/>
                  </a:lnTo>
                  <a:lnTo>
                    <a:pt x="21" y="36"/>
                  </a:lnTo>
                  <a:lnTo>
                    <a:pt x="18" y="40"/>
                  </a:lnTo>
                  <a:lnTo>
                    <a:pt x="16" y="44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1" y="52"/>
                  </a:lnTo>
                  <a:lnTo>
                    <a:pt x="9" y="57"/>
                  </a:lnTo>
                  <a:lnTo>
                    <a:pt x="7" y="61"/>
                  </a:lnTo>
                  <a:lnTo>
                    <a:pt x="5" y="66"/>
                  </a:lnTo>
                  <a:lnTo>
                    <a:pt x="4" y="70"/>
                  </a:lnTo>
                  <a:lnTo>
                    <a:pt x="3" y="75"/>
                  </a:lnTo>
                  <a:lnTo>
                    <a:pt x="2" y="79"/>
                  </a:lnTo>
                  <a:lnTo>
                    <a:pt x="1" y="84"/>
                  </a:lnTo>
                  <a:lnTo>
                    <a:pt x="1" y="89"/>
                  </a:lnTo>
                  <a:lnTo>
                    <a:pt x="0" y="93"/>
                  </a:lnTo>
                  <a:lnTo>
                    <a:pt x="0" y="98"/>
                  </a:lnTo>
                  <a:lnTo>
                    <a:pt x="1" y="102"/>
                  </a:lnTo>
                  <a:lnTo>
                    <a:pt x="1" y="107"/>
                  </a:lnTo>
                  <a:lnTo>
                    <a:pt x="2" y="111"/>
                  </a:lnTo>
                  <a:lnTo>
                    <a:pt x="3" y="116"/>
                  </a:lnTo>
                  <a:lnTo>
                    <a:pt x="4" y="120"/>
                  </a:lnTo>
                  <a:lnTo>
                    <a:pt x="5" y="125"/>
                  </a:lnTo>
                  <a:lnTo>
                    <a:pt x="7" y="129"/>
                  </a:lnTo>
                  <a:lnTo>
                    <a:pt x="9" y="133"/>
                  </a:lnTo>
                  <a:lnTo>
                    <a:pt x="10" y="137"/>
                  </a:lnTo>
                  <a:lnTo>
                    <a:pt x="12" y="142"/>
                  </a:lnTo>
                  <a:lnTo>
                    <a:pt x="15" y="146"/>
                  </a:lnTo>
                  <a:lnTo>
                    <a:pt x="17" y="150"/>
                  </a:lnTo>
                  <a:lnTo>
                    <a:pt x="20" y="153"/>
                  </a:lnTo>
                  <a:lnTo>
                    <a:pt x="23" y="157"/>
                  </a:lnTo>
                  <a:lnTo>
                    <a:pt x="26" y="160"/>
                  </a:lnTo>
                  <a:lnTo>
                    <a:pt x="29" y="164"/>
                  </a:lnTo>
                  <a:lnTo>
                    <a:pt x="32" y="167"/>
                  </a:lnTo>
                  <a:lnTo>
                    <a:pt x="36" y="170"/>
                  </a:lnTo>
                  <a:lnTo>
                    <a:pt x="40" y="173"/>
                  </a:lnTo>
                  <a:lnTo>
                    <a:pt x="44" y="176"/>
                  </a:lnTo>
                  <a:lnTo>
                    <a:pt x="48" y="178"/>
                  </a:lnTo>
                  <a:lnTo>
                    <a:pt x="48" y="178"/>
                  </a:lnTo>
                  <a:lnTo>
                    <a:pt x="52" y="181"/>
                  </a:lnTo>
                  <a:lnTo>
                    <a:pt x="57" y="183"/>
                  </a:lnTo>
                  <a:lnTo>
                    <a:pt x="61" y="185"/>
                  </a:lnTo>
                  <a:lnTo>
                    <a:pt x="66" y="186"/>
                  </a:lnTo>
                  <a:lnTo>
                    <a:pt x="70" y="187"/>
                  </a:lnTo>
                  <a:lnTo>
                    <a:pt x="75" y="188"/>
                  </a:lnTo>
                  <a:lnTo>
                    <a:pt x="79" y="190"/>
                  </a:lnTo>
                  <a:lnTo>
                    <a:pt x="84" y="190"/>
                  </a:lnTo>
                  <a:lnTo>
                    <a:pt x="88" y="191"/>
                  </a:lnTo>
                  <a:lnTo>
                    <a:pt x="93" y="191"/>
                  </a:lnTo>
                  <a:lnTo>
                    <a:pt x="97" y="191"/>
                  </a:lnTo>
                  <a:lnTo>
                    <a:pt x="102" y="191"/>
                  </a:lnTo>
                  <a:lnTo>
                    <a:pt x="106" y="190"/>
                  </a:lnTo>
                  <a:lnTo>
                    <a:pt x="111" y="190"/>
                  </a:lnTo>
                  <a:lnTo>
                    <a:pt x="115" y="189"/>
                  </a:lnTo>
                  <a:lnTo>
                    <a:pt x="120" y="188"/>
                  </a:lnTo>
                  <a:lnTo>
                    <a:pt x="124" y="186"/>
                  </a:lnTo>
                  <a:lnTo>
                    <a:pt x="128" y="185"/>
                  </a:lnTo>
                  <a:lnTo>
                    <a:pt x="133" y="183"/>
                  </a:lnTo>
                  <a:lnTo>
                    <a:pt x="137" y="181"/>
                  </a:lnTo>
                  <a:lnTo>
                    <a:pt x="141" y="179"/>
                  </a:lnTo>
                  <a:lnTo>
                    <a:pt x="144" y="177"/>
                  </a:lnTo>
                  <a:lnTo>
                    <a:pt x="148" y="174"/>
                  </a:lnTo>
                  <a:lnTo>
                    <a:pt x="152" y="172"/>
                  </a:lnTo>
                  <a:lnTo>
                    <a:pt x="156" y="169"/>
                  </a:lnTo>
                  <a:lnTo>
                    <a:pt x="159" y="166"/>
                  </a:lnTo>
                  <a:lnTo>
                    <a:pt x="162" y="163"/>
                  </a:lnTo>
                  <a:lnTo>
                    <a:pt x="166" y="159"/>
                  </a:lnTo>
                  <a:lnTo>
                    <a:pt x="169" y="155"/>
                  </a:lnTo>
                  <a:lnTo>
                    <a:pt x="172" y="151"/>
                  </a:lnTo>
                  <a:lnTo>
                    <a:pt x="174" y="147"/>
                  </a:lnTo>
                  <a:lnTo>
                    <a:pt x="177" y="143"/>
                  </a:lnTo>
                  <a:lnTo>
                    <a:pt x="177" y="143"/>
                  </a:lnTo>
                  <a:lnTo>
                    <a:pt x="180" y="137"/>
                  </a:lnTo>
                  <a:lnTo>
                    <a:pt x="183" y="131"/>
                  </a:lnTo>
                  <a:lnTo>
                    <a:pt x="185" y="125"/>
                  </a:lnTo>
                  <a:lnTo>
                    <a:pt x="187" y="118"/>
                  </a:lnTo>
                  <a:lnTo>
                    <a:pt x="188" y="112"/>
                  </a:lnTo>
                  <a:lnTo>
                    <a:pt x="189" y="105"/>
                  </a:lnTo>
                  <a:lnTo>
                    <a:pt x="190" y="99"/>
                  </a:lnTo>
                  <a:lnTo>
                    <a:pt x="190" y="92"/>
                  </a:lnTo>
                  <a:lnTo>
                    <a:pt x="173" y="105"/>
                  </a:lnTo>
                  <a:lnTo>
                    <a:pt x="173" y="105"/>
                  </a:lnTo>
                  <a:lnTo>
                    <a:pt x="173" y="108"/>
                  </a:lnTo>
                  <a:lnTo>
                    <a:pt x="172" y="112"/>
                  </a:lnTo>
                  <a:lnTo>
                    <a:pt x="171" y="116"/>
                  </a:lnTo>
                  <a:lnTo>
                    <a:pt x="170" y="120"/>
                  </a:lnTo>
                  <a:lnTo>
                    <a:pt x="169" y="124"/>
                  </a:lnTo>
                  <a:lnTo>
                    <a:pt x="167" y="128"/>
                  </a:lnTo>
                  <a:lnTo>
                    <a:pt x="165" y="132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1" y="139"/>
                  </a:lnTo>
                  <a:lnTo>
                    <a:pt x="159" y="142"/>
                  </a:lnTo>
                  <a:lnTo>
                    <a:pt x="157" y="145"/>
                  </a:lnTo>
                  <a:lnTo>
                    <a:pt x="154" y="148"/>
                  </a:lnTo>
                  <a:lnTo>
                    <a:pt x="151" y="151"/>
                  </a:lnTo>
                  <a:lnTo>
                    <a:pt x="148" y="154"/>
                  </a:lnTo>
                  <a:lnTo>
                    <a:pt x="146" y="156"/>
                  </a:lnTo>
                  <a:lnTo>
                    <a:pt x="143" y="159"/>
                  </a:lnTo>
                  <a:lnTo>
                    <a:pt x="139" y="161"/>
                  </a:lnTo>
                  <a:lnTo>
                    <a:pt x="136" y="163"/>
                  </a:lnTo>
                  <a:lnTo>
                    <a:pt x="133" y="165"/>
                  </a:lnTo>
                  <a:lnTo>
                    <a:pt x="129" y="167"/>
                  </a:lnTo>
                  <a:lnTo>
                    <a:pt x="126" y="169"/>
                  </a:lnTo>
                  <a:lnTo>
                    <a:pt x="123" y="170"/>
                  </a:lnTo>
                  <a:lnTo>
                    <a:pt x="119" y="171"/>
                  </a:lnTo>
                  <a:lnTo>
                    <a:pt x="115" y="172"/>
                  </a:lnTo>
                  <a:lnTo>
                    <a:pt x="112" y="173"/>
                  </a:lnTo>
                  <a:lnTo>
                    <a:pt x="108" y="174"/>
                  </a:lnTo>
                  <a:lnTo>
                    <a:pt x="104" y="175"/>
                  </a:lnTo>
                  <a:lnTo>
                    <a:pt x="101" y="175"/>
                  </a:lnTo>
                  <a:lnTo>
                    <a:pt x="97" y="175"/>
                  </a:lnTo>
                  <a:lnTo>
                    <a:pt x="93" y="175"/>
                  </a:lnTo>
                  <a:lnTo>
                    <a:pt x="89" y="175"/>
                  </a:lnTo>
                  <a:lnTo>
                    <a:pt x="85" y="174"/>
                  </a:lnTo>
                  <a:lnTo>
                    <a:pt x="81" y="174"/>
                  </a:lnTo>
                  <a:lnTo>
                    <a:pt x="78" y="173"/>
                  </a:lnTo>
                  <a:lnTo>
                    <a:pt x="74" y="172"/>
                  </a:lnTo>
                  <a:lnTo>
                    <a:pt x="70" y="171"/>
                  </a:lnTo>
                  <a:lnTo>
                    <a:pt x="67" y="170"/>
                  </a:lnTo>
                  <a:lnTo>
                    <a:pt x="63" y="168"/>
                  </a:lnTo>
                  <a:lnTo>
                    <a:pt x="59" y="167"/>
                  </a:lnTo>
                  <a:lnTo>
                    <a:pt x="56" y="164"/>
                  </a:lnTo>
                  <a:lnTo>
                    <a:pt x="56" y="164"/>
                  </a:lnTo>
                  <a:lnTo>
                    <a:pt x="52" y="163"/>
                  </a:lnTo>
                  <a:lnTo>
                    <a:pt x="49" y="160"/>
                  </a:lnTo>
                  <a:lnTo>
                    <a:pt x="46" y="158"/>
                  </a:lnTo>
                  <a:lnTo>
                    <a:pt x="42" y="155"/>
                  </a:lnTo>
                  <a:lnTo>
                    <a:pt x="40" y="152"/>
                  </a:lnTo>
                  <a:lnTo>
                    <a:pt x="37" y="150"/>
                  </a:lnTo>
                  <a:lnTo>
                    <a:pt x="35" y="147"/>
                  </a:lnTo>
                  <a:lnTo>
                    <a:pt x="32" y="144"/>
                  </a:lnTo>
                  <a:lnTo>
                    <a:pt x="30" y="141"/>
                  </a:lnTo>
                  <a:lnTo>
                    <a:pt x="28" y="137"/>
                  </a:lnTo>
                  <a:lnTo>
                    <a:pt x="26" y="134"/>
                  </a:lnTo>
                  <a:lnTo>
                    <a:pt x="24" y="131"/>
                  </a:lnTo>
                  <a:lnTo>
                    <a:pt x="23" y="127"/>
                  </a:lnTo>
                  <a:lnTo>
                    <a:pt x="21" y="124"/>
                  </a:lnTo>
                  <a:lnTo>
                    <a:pt x="20" y="120"/>
                  </a:lnTo>
                  <a:lnTo>
                    <a:pt x="19" y="116"/>
                  </a:lnTo>
                  <a:lnTo>
                    <a:pt x="18" y="113"/>
                  </a:lnTo>
                  <a:lnTo>
                    <a:pt x="18" y="109"/>
                  </a:lnTo>
                  <a:lnTo>
                    <a:pt x="17" y="105"/>
                  </a:lnTo>
                  <a:lnTo>
                    <a:pt x="16" y="101"/>
                  </a:lnTo>
                  <a:lnTo>
                    <a:pt x="16" y="97"/>
                  </a:lnTo>
                  <a:lnTo>
                    <a:pt x="16" y="94"/>
                  </a:lnTo>
                  <a:lnTo>
                    <a:pt x="17" y="90"/>
                  </a:lnTo>
                  <a:lnTo>
                    <a:pt x="17" y="86"/>
                  </a:lnTo>
                  <a:lnTo>
                    <a:pt x="18" y="82"/>
                  </a:lnTo>
                  <a:lnTo>
                    <a:pt x="18" y="78"/>
                  </a:lnTo>
                  <a:lnTo>
                    <a:pt x="19" y="74"/>
                  </a:lnTo>
                  <a:lnTo>
                    <a:pt x="20" y="71"/>
                  </a:lnTo>
                  <a:lnTo>
                    <a:pt x="22" y="67"/>
                  </a:lnTo>
                  <a:lnTo>
                    <a:pt x="23" y="63"/>
                  </a:lnTo>
                  <a:lnTo>
                    <a:pt x="25" y="59"/>
                  </a:lnTo>
                  <a:lnTo>
                    <a:pt x="27" y="56"/>
                  </a:lnTo>
                  <a:lnTo>
                    <a:pt x="27" y="56"/>
                  </a:lnTo>
                  <a:lnTo>
                    <a:pt x="29" y="52"/>
                  </a:lnTo>
                  <a:lnTo>
                    <a:pt x="31" y="49"/>
                  </a:lnTo>
                  <a:lnTo>
                    <a:pt x="34" y="46"/>
                  </a:lnTo>
                  <a:lnTo>
                    <a:pt x="36" y="43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5" y="35"/>
                  </a:lnTo>
                  <a:lnTo>
                    <a:pt x="48" y="32"/>
                  </a:lnTo>
                  <a:lnTo>
                    <a:pt x="51" y="30"/>
                  </a:lnTo>
                  <a:lnTo>
                    <a:pt x="54" y="28"/>
                  </a:lnTo>
                  <a:lnTo>
                    <a:pt x="57" y="26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7" y="21"/>
                  </a:lnTo>
                  <a:lnTo>
                    <a:pt x="71" y="20"/>
                  </a:lnTo>
                  <a:lnTo>
                    <a:pt x="75" y="19"/>
                  </a:lnTo>
                  <a:lnTo>
                    <a:pt x="79" y="18"/>
                  </a:lnTo>
                  <a:lnTo>
                    <a:pt x="82" y="17"/>
                  </a:lnTo>
                  <a:lnTo>
                    <a:pt x="86" y="17"/>
                  </a:lnTo>
                  <a:lnTo>
                    <a:pt x="90" y="17"/>
                  </a:lnTo>
                  <a:lnTo>
                    <a:pt x="93" y="16"/>
                  </a:lnTo>
                  <a:lnTo>
                    <a:pt x="97" y="16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9" y="17"/>
                  </a:lnTo>
                  <a:lnTo>
                    <a:pt x="112" y="18"/>
                  </a:lnTo>
                  <a:lnTo>
                    <a:pt x="116" y="19"/>
                  </a:lnTo>
                  <a:lnTo>
                    <a:pt x="120" y="20"/>
                  </a:lnTo>
                  <a:lnTo>
                    <a:pt x="124" y="21"/>
                  </a:lnTo>
                  <a:lnTo>
                    <a:pt x="127" y="23"/>
                  </a:lnTo>
                  <a:lnTo>
                    <a:pt x="131" y="25"/>
                  </a:lnTo>
                  <a:lnTo>
                    <a:pt x="134" y="27"/>
                  </a:lnTo>
                  <a:lnTo>
                    <a:pt x="134" y="27"/>
                  </a:lnTo>
                  <a:lnTo>
                    <a:pt x="140" y="31"/>
                  </a:lnTo>
                  <a:lnTo>
                    <a:pt x="146" y="35"/>
                  </a:lnTo>
                  <a:lnTo>
                    <a:pt x="151" y="39"/>
                  </a:lnTo>
                  <a:lnTo>
                    <a:pt x="155" y="44"/>
                  </a:lnTo>
                  <a:lnTo>
                    <a:pt x="159" y="50"/>
                  </a:lnTo>
                  <a:lnTo>
                    <a:pt x="163" y="56"/>
                  </a:lnTo>
                  <a:lnTo>
                    <a:pt x="166" y="61"/>
                  </a:lnTo>
                  <a:lnTo>
                    <a:pt x="169" y="67"/>
                  </a:lnTo>
                  <a:lnTo>
                    <a:pt x="130" y="105"/>
                  </a:lnTo>
                  <a:lnTo>
                    <a:pt x="103" y="90"/>
                  </a:lnTo>
                  <a:lnTo>
                    <a:pt x="74" y="127"/>
                  </a:lnTo>
                  <a:lnTo>
                    <a:pt x="41" y="113"/>
                  </a:lnTo>
                  <a:lnTo>
                    <a:pt x="74" y="141"/>
                  </a:lnTo>
                  <a:lnTo>
                    <a:pt x="105" y="115"/>
                  </a:lnTo>
                  <a:lnTo>
                    <a:pt x="128" y="130"/>
                  </a:lnTo>
                  <a:lnTo>
                    <a:pt x="217" y="63"/>
                  </a:lnTo>
                  <a:lnTo>
                    <a:pt x="221" y="83"/>
                  </a:lnTo>
                  <a:lnTo>
                    <a:pt x="237" y="25"/>
                  </a:lnTo>
                  <a:lnTo>
                    <a:pt x="179" y="31"/>
                  </a:lnTo>
                  <a:close/>
                  <a:moveTo>
                    <a:pt x="179" y="31"/>
                  </a:moveTo>
                  <a:lnTo>
                    <a:pt x="179" y="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" name="Freeform 3491">
              <a:extLst>
                <a:ext uri="{FF2B5EF4-FFF2-40B4-BE49-F238E27FC236}">
                  <a16:creationId xmlns:a16="http://schemas.microsoft.com/office/drawing/2014/main" id="{10455192-50CD-5FE7-22B8-63F0D10D5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715" y="2181277"/>
              <a:ext cx="376238" cy="303213"/>
            </a:xfrm>
            <a:custGeom>
              <a:avLst/>
              <a:gdLst>
                <a:gd name="T0" fmla="*/ 181 w 237"/>
                <a:gd name="T1" fmla="*/ 56 h 191"/>
                <a:gd name="T2" fmla="*/ 165 w 237"/>
                <a:gd name="T3" fmla="*/ 32 h 191"/>
                <a:gd name="T4" fmla="*/ 142 w 237"/>
                <a:gd name="T5" fmla="*/ 13 h 191"/>
                <a:gd name="T6" fmla="*/ 129 w 237"/>
                <a:gd name="T7" fmla="*/ 7 h 191"/>
                <a:gd name="T8" fmla="*/ 111 w 237"/>
                <a:gd name="T9" fmla="*/ 2 h 191"/>
                <a:gd name="T10" fmla="*/ 93 w 237"/>
                <a:gd name="T11" fmla="*/ 0 h 191"/>
                <a:gd name="T12" fmla="*/ 75 w 237"/>
                <a:gd name="T13" fmla="*/ 3 h 191"/>
                <a:gd name="T14" fmla="*/ 58 w 237"/>
                <a:gd name="T15" fmla="*/ 8 h 191"/>
                <a:gd name="T16" fmla="*/ 42 w 237"/>
                <a:gd name="T17" fmla="*/ 17 h 191"/>
                <a:gd name="T18" fmla="*/ 28 w 237"/>
                <a:gd name="T19" fmla="*/ 29 h 191"/>
                <a:gd name="T20" fmla="*/ 16 w 237"/>
                <a:gd name="T21" fmla="*/ 44 h 191"/>
                <a:gd name="T22" fmla="*/ 9 w 237"/>
                <a:gd name="T23" fmla="*/ 57 h 191"/>
                <a:gd name="T24" fmla="*/ 3 w 237"/>
                <a:gd name="T25" fmla="*/ 75 h 191"/>
                <a:gd name="T26" fmla="*/ 0 w 237"/>
                <a:gd name="T27" fmla="*/ 93 h 191"/>
                <a:gd name="T28" fmla="*/ 2 w 237"/>
                <a:gd name="T29" fmla="*/ 111 h 191"/>
                <a:gd name="T30" fmla="*/ 7 w 237"/>
                <a:gd name="T31" fmla="*/ 129 h 191"/>
                <a:gd name="T32" fmla="*/ 15 w 237"/>
                <a:gd name="T33" fmla="*/ 146 h 191"/>
                <a:gd name="T34" fmla="*/ 26 w 237"/>
                <a:gd name="T35" fmla="*/ 160 h 191"/>
                <a:gd name="T36" fmla="*/ 40 w 237"/>
                <a:gd name="T37" fmla="*/ 173 h 191"/>
                <a:gd name="T38" fmla="*/ 52 w 237"/>
                <a:gd name="T39" fmla="*/ 181 h 191"/>
                <a:gd name="T40" fmla="*/ 70 w 237"/>
                <a:gd name="T41" fmla="*/ 187 h 191"/>
                <a:gd name="T42" fmla="*/ 88 w 237"/>
                <a:gd name="T43" fmla="*/ 191 h 191"/>
                <a:gd name="T44" fmla="*/ 106 w 237"/>
                <a:gd name="T45" fmla="*/ 190 h 191"/>
                <a:gd name="T46" fmla="*/ 124 w 237"/>
                <a:gd name="T47" fmla="*/ 186 h 191"/>
                <a:gd name="T48" fmla="*/ 141 w 237"/>
                <a:gd name="T49" fmla="*/ 179 h 191"/>
                <a:gd name="T50" fmla="*/ 156 w 237"/>
                <a:gd name="T51" fmla="*/ 169 h 191"/>
                <a:gd name="T52" fmla="*/ 169 w 237"/>
                <a:gd name="T53" fmla="*/ 155 h 191"/>
                <a:gd name="T54" fmla="*/ 177 w 237"/>
                <a:gd name="T55" fmla="*/ 143 h 191"/>
                <a:gd name="T56" fmla="*/ 187 w 237"/>
                <a:gd name="T57" fmla="*/ 118 h 191"/>
                <a:gd name="T58" fmla="*/ 190 w 237"/>
                <a:gd name="T59" fmla="*/ 92 h 191"/>
                <a:gd name="T60" fmla="*/ 172 w 237"/>
                <a:gd name="T61" fmla="*/ 112 h 191"/>
                <a:gd name="T62" fmla="*/ 167 w 237"/>
                <a:gd name="T63" fmla="*/ 128 h 191"/>
                <a:gd name="T64" fmla="*/ 161 w 237"/>
                <a:gd name="T65" fmla="*/ 139 h 191"/>
                <a:gd name="T66" fmla="*/ 151 w 237"/>
                <a:gd name="T67" fmla="*/ 151 h 191"/>
                <a:gd name="T68" fmla="*/ 139 w 237"/>
                <a:gd name="T69" fmla="*/ 161 h 191"/>
                <a:gd name="T70" fmla="*/ 126 w 237"/>
                <a:gd name="T71" fmla="*/ 169 h 191"/>
                <a:gd name="T72" fmla="*/ 112 w 237"/>
                <a:gd name="T73" fmla="*/ 173 h 191"/>
                <a:gd name="T74" fmla="*/ 97 w 237"/>
                <a:gd name="T75" fmla="*/ 175 h 191"/>
                <a:gd name="T76" fmla="*/ 81 w 237"/>
                <a:gd name="T77" fmla="*/ 174 h 191"/>
                <a:gd name="T78" fmla="*/ 67 w 237"/>
                <a:gd name="T79" fmla="*/ 170 h 191"/>
                <a:gd name="T80" fmla="*/ 56 w 237"/>
                <a:gd name="T81" fmla="*/ 164 h 191"/>
                <a:gd name="T82" fmla="*/ 42 w 237"/>
                <a:gd name="T83" fmla="*/ 155 h 191"/>
                <a:gd name="T84" fmla="*/ 32 w 237"/>
                <a:gd name="T85" fmla="*/ 144 h 191"/>
                <a:gd name="T86" fmla="*/ 24 w 237"/>
                <a:gd name="T87" fmla="*/ 131 h 191"/>
                <a:gd name="T88" fmla="*/ 19 w 237"/>
                <a:gd name="T89" fmla="*/ 116 h 191"/>
                <a:gd name="T90" fmla="*/ 16 w 237"/>
                <a:gd name="T91" fmla="*/ 101 h 191"/>
                <a:gd name="T92" fmla="*/ 17 w 237"/>
                <a:gd name="T93" fmla="*/ 86 h 191"/>
                <a:gd name="T94" fmla="*/ 20 w 237"/>
                <a:gd name="T95" fmla="*/ 71 h 191"/>
                <a:gd name="T96" fmla="*/ 27 w 237"/>
                <a:gd name="T97" fmla="*/ 56 h 191"/>
                <a:gd name="T98" fmla="*/ 34 w 237"/>
                <a:gd name="T99" fmla="*/ 46 h 191"/>
                <a:gd name="T100" fmla="*/ 45 w 237"/>
                <a:gd name="T101" fmla="*/ 35 h 191"/>
                <a:gd name="T102" fmla="*/ 57 w 237"/>
                <a:gd name="T103" fmla="*/ 26 h 191"/>
                <a:gd name="T104" fmla="*/ 71 w 237"/>
                <a:gd name="T105" fmla="*/ 20 h 191"/>
                <a:gd name="T106" fmla="*/ 86 w 237"/>
                <a:gd name="T107" fmla="*/ 17 h 191"/>
                <a:gd name="T108" fmla="*/ 101 w 237"/>
                <a:gd name="T109" fmla="*/ 17 h 191"/>
                <a:gd name="T110" fmla="*/ 116 w 237"/>
                <a:gd name="T111" fmla="*/ 19 h 191"/>
                <a:gd name="T112" fmla="*/ 131 w 237"/>
                <a:gd name="T113" fmla="*/ 25 h 191"/>
                <a:gd name="T114" fmla="*/ 146 w 237"/>
                <a:gd name="T115" fmla="*/ 35 h 191"/>
                <a:gd name="T116" fmla="*/ 163 w 237"/>
                <a:gd name="T117" fmla="*/ 56 h 191"/>
                <a:gd name="T118" fmla="*/ 103 w 237"/>
                <a:gd name="T119" fmla="*/ 90 h 191"/>
                <a:gd name="T120" fmla="*/ 105 w 237"/>
                <a:gd name="T121" fmla="*/ 115 h 191"/>
                <a:gd name="T122" fmla="*/ 237 w 237"/>
                <a:gd name="T123" fmla="*/ 2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37" h="191">
                  <a:moveTo>
                    <a:pt x="179" y="31"/>
                  </a:moveTo>
                  <a:lnTo>
                    <a:pt x="199" y="37"/>
                  </a:lnTo>
                  <a:lnTo>
                    <a:pt x="181" y="56"/>
                  </a:lnTo>
                  <a:lnTo>
                    <a:pt x="181" y="56"/>
                  </a:lnTo>
                  <a:lnTo>
                    <a:pt x="177" y="49"/>
                  </a:lnTo>
                  <a:lnTo>
                    <a:pt x="174" y="43"/>
                  </a:lnTo>
                  <a:lnTo>
                    <a:pt x="169" y="37"/>
                  </a:lnTo>
                  <a:lnTo>
                    <a:pt x="165" y="32"/>
                  </a:lnTo>
                  <a:lnTo>
                    <a:pt x="160" y="26"/>
                  </a:lnTo>
                  <a:lnTo>
                    <a:pt x="155" y="22"/>
                  </a:lnTo>
                  <a:lnTo>
                    <a:pt x="149" y="17"/>
                  </a:lnTo>
                  <a:lnTo>
                    <a:pt x="142" y="13"/>
                  </a:lnTo>
                  <a:lnTo>
                    <a:pt x="142" y="13"/>
                  </a:lnTo>
                  <a:lnTo>
                    <a:pt x="138" y="11"/>
                  </a:lnTo>
                  <a:lnTo>
                    <a:pt x="134" y="9"/>
                  </a:lnTo>
                  <a:lnTo>
                    <a:pt x="129" y="7"/>
                  </a:lnTo>
                  <a:lnTo>
                    <a:pt x="125" y="5"/>
                  </a:lnTo>
                  <a:lnTo>
                    <a:pt x="120" y="4"/>
                  </a:lnTo>
                  <a:lnTo>
                    <a:pt x="116" y="3"/>
                  </a:lnTo>
                  <a:lnTo>
                    <a:pt x="111" y="2"/>
                  </a:lnTo>
                  <a:lnTo>
                    <a:pt x="107" y="1"/>
                  </a:lnTo>
                  <a:lnTo>
                    <a:pt x="102" y="0"/>
                  </a:lnTo>
                  <a:lnTo>
                    <a:pt x="98" y="0"/>
                  </a:lnTo>
                  <a:lnTo>
                    <a:pt x="93" y="0"/>
                  </a:lnTo>
                  <a:lnTo>
                    <a:pt x="89" y="0"/>
                  </a:lnTo>
                  <a:lnTo>
                    <a:pt x="84" y="1"/>
                  </a:lnTo>
                  <a:lnTo>
                    <a:pt x="80" y="2"/>
                  </a:lnTo>
                  <a:lnTo>
                    <a:pt x="75" y="3"/>
                  </a:lnTo>
                  <a:lnTo>
                    <a:pt x="71" y="4"/>
                  </a:lnTo>
                  <a:lnTo>
                    <a:pt x="66" y="5"/>
                  </a:lnTo>
                  <a:lnTo>
                    <a:pt x="62" y="6"/>
                  </a:lnTo>
                  <a:lnTo>
                    <a:pt x="58" y="8"/>
                  </a:lnTo>
                  <a:lnTo>
                    <a:pt x="54" y="10"/>
                  </a:lnTo>
                  <a:lnTo>
                    <a:pt x="50" y="13"/>
                  </a:lnTo>
                  <a:lnTo>
                    <a:pt x="46" y="14"/>
                  </a:lnTo>
                  <a:lnTo>
                    <a:pt x="42" y="17"/>
                  </a:lnTo>
                  <a:lnTo>
                    <a:pt x="38" y="20"/>
                  </a:lnTo>
                  <a:lnTo>
                    <a:pt x="35" y="23"/>
                  </a:lnTo>
                  <a:lnTo>
                    <a:pt x="31" y="26"/>
                  </a:lnTo>
                  <a:lnTo>
                    <a:pt x="28" y="29"/>
                  </a:lnTo>
                  <a:lnTo>
                    <a:pt x="24" y="32"/>
                  </a:lnTo>
                  <a:lnTo>
                    <a:pt x="21" y="36"/>
                  </a:lnTo>
                  <a:lnTo>
                    <a:pt x="18" y="40"/>
                  </a:lnTo>
                  <a:lnTo>
                    <a:pt x="16" y="44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1" y="52"/>
                  </a:lnTo>
                  <a:lnTo>
                    <a:pt x="9" y="57"/>
                  </a:lnTo>
                  <a:lnTo>
                    <a:pt x="7" y="61"/>
                  </a:lnTo>
                  <a:lnTo>
                    <a:pt x="5" y="66"/>
                  </a:lnTo>
                  <a:lnTo>
                    <a:pt x="4" y="70"/>
                  </a:lnTo>
                  <a:lnTo>
                    <a:pt x="3" y="75"/>
                  </a:lnTo>
                  <a:lnTo>
                    <a:pt x="2" y="79"/>
                  </a:lnTo>
                  <a:lnTo>
                    <a:pt x="1" y="84"/>
                  </a:lnTo>
                  <a:lnTo>
                    <a:pt x="1" y="89"/>
                  </a:lnTo>
                  <a:lnTo>
                    <a:pt x="0" y="93"/>
                  </a:lnTo>
                  <a:lnTo>
                    <a:pt x="0" y="98"/>
                  </a:lnTo>
                  <a:lnTo>
                    <a:pt x="1" y="102"/>
                  </a:lnTo>
                  <a:lnTo>
                    <a:pt x="1" y="107"/>
                  </a:lnTo>
                  <a:lnTo>
                    <a:pt x="2" y="111"/>
                  </a:lnTo>
                  <a:lnTo>
                    <a:pt x="3" y="116"/>
                  </a:lnTo>
                  <a:lnTo>
                    <a:pt x="4" y="120"/>
                  </a:lnTo>
                  <a:lnTo>
                    <a:pt x="5" y="125"/>
                  </a:lnTo>
                  <a:lnTo>
                    <a:pt x="7" y="129"/>
                  </a:lnTo>
                  <a:lnTo>
                    <a:pt x="9" y="133"/>
                  </a:lnTo>
                  <a:lnTo>
                    <a:pt x="10" y="137"/>
                  </a:lnTo>
                  <a:lnTo>
                    <a:pt x="12" y="142"/>
                  </a:lnTo>
                  <a:lnTo>
                    <a:pt x="15" y="146"/>
                  </a:lnTo>
                  <a:lnTo>
                    <a:pt x="17" y="150"/>
                  </a:lnTo>
                  <a:lnTo>
                    <a:pt x="20" y="153"/>
                  </a:lnTo>
                  <a:lnTo>
                    <a:pt x="23" y="157"/>
                  </a:lnTo>
                  <a:lnTo>
                    <a:pt x="26" y="160"/>
                  </a:lnTo>
                  <a:lnTo>
                    <a:pt x="29" y="164"/>
                  </a:lnTo>
                  <a:lnTo>
                    <a:pt x="32" y="167"/>
                  </a:lnTo>
                  <a:lnTo>
                    <a:pt x="36" y="170"/>
                  </a:lnTo>
                  <a:lnTo>
                    <a:pt x="40" y="173"/>
                  </a:lnTo>
                  <a:lnTo>
                    <a:pt x="44" y="176"/>
                  </a:lnTo>
                  <a:lnTo>
                    <a:pt x="48" y="178"/>
                  </a:lnTo>
                  <a:lnTo>
                    <a:pt x="48" y="178"/>
                  </a:lnTo>
                  <a:lnTo>
                    <a:pt x="52" y="181"/>
                  </a:lnTo>
                  <a:lnTo>
                    <a:pt x="57" y="183"/>
                  </a:lnTo>
                  <a:lnTo>
                    <a:pt x="61" y="185"/>
                  </a:lnTo>
                  <a:lnTo>
                    <a:pt x="66" y="186"/>
                  </a:lnTo>
                  <a:lnTo>
                    <a:pt x="70" y="187"/>
                  </a:lnTo>
                  <a:lnTo>
                    <a:pt x="75" y="188"/>
                  </a:lnTo>
                  <a:lnTo>
                    <a:pt x="79" y="190"/>
                  </a:lnTo>
                  <a:lnTo>
                    <a:pt x="84" y="190"/>
                  </a:lnTo>
                  <a:lnTo>
                    <a:pt x="88" y="191"/>
                  </a:lnTo>
                  <a:lnTo>
                    <a:pt x="93" y="191"/>
                  </a:lnTo>
                  <a:lnTo>
                    <a:pt x="97" y="191"/>
                  </a:lnTo>
                  <a:lnTo>
                    <a:pt x="102" y="191"/>
                  </a:lnTo>
                  <a:lnTo>
                    <a:pt x="106" y="190"/>
                  </a:lnTo>
                  <a:lnTo>
                    <a:pt x="111" y="190"/>
                  </a:lnTo>
                  <a:lnTo>
                    <a:pt x="115" y="189"/>
                  </a:lnTo>
                  <a:lnTo>
                    <a:pt x="120" y="188"/>
                  </a:lnTo>
                  <a:lnTo>
                    <a:pt x="124" y="186"/>
                  </a:lnTo>
                  <a:lnTo>
                    <a:pt x="128" y="185"/>
                  </a:lnTo>
                  <a:lnTo>
                    <a:pt x="133" y="183"/>
                  </a:lnTo>
                  <a:lnTo>
                    <a:pt x="137" y="181"/>
                  </a:lnTo>
                  <a:lnTo>
                    <a:pt x="141" y="179"/>
                  </a:lnTo>
                  <a:lnTo>
                    <a:pt x="144" y="177"/>
                  </a:lnTo>
                  <a:lnTo>
                    <a:pt x="148" y="174"/>
                  </a:lnTo>
                  <a:lnTo>
                    <a:pt x="152" y="172"/>
                  </a:lnTo>
                  <a:lnTo>
                    <a:pt x="156" y="169"/>
                  </a:lnTo>
                  <a:lnTo>
                    <a:pt x="159" y="166"/>
                  </a:lnTo>
                  <a:lnTo>
                    <a:pt x="162" y="163"/>
                  </a:lnTo>
                  <a:lnTo>
                    <a:pt x="166" y="159"/>
                  </a:lnTo>
                  <a:lnTo>
                    <a:pt x="169" y="155"/>
                  </a:lnTo>
                  <a:lnTo>
                    <a:pt x="172" y="151"/>
                  </a:lnTo>
                  <a:lnTo>
                    <a:pt x="174" y="147"/>
                  </a:lnTo>
                  <a:lnTo>
                    <a:pt x="177" y="143"/>
                  </a:lnTo>
                  <a:lnTo>
                    <a:pt x="177" y="143"/>
                  </a:lnTo>
                  <a:lnTo>
                    <a:pt x="180" y="137"/>
                  </a:lnTo>
                  <a:lnTo>
                    <a:pt x="183" y="131"/>
                  </a:lnTo>
                  <a:lnTo>
                    <a:pt x="185" y="125"/>
                  </a:lnTo>
                  <a:lnTo>
                    <a:pt x="187" y="118"/>
                  </a:lnTo>
                  <a:lnTo>
                    <a:pt x="188" y="112"/>
                  </a:lnTo>
                  <a:lnTo>
                    <a:pt x="189" y="105"/>
                  </a:lnTo>
                  <a:lnTo>
                    <a:pt x="190" y="99"/>
                  </a:lnTo>
                  <a:lnTo>
                    <a:pt x="190" y="92"/>
                  </a:lnTo>
                  <a:lnTo>
                    <a:pt x="173" y="105"/>
                  </a:lnTo>
                  <a:lnTo>
                    <a:pt x="173" y="105"/>
                  </a:lnTo>
                  <a:lnTo>
                    <a:pt x="173" y="108"/>
                  </a:lnTo>
                  <a:lnTo>
                    <a:pt x="172" y="112"/>
                  </a:lnTo>
                  <a:lnTo>
                    <a:pt x="171" y="116"/>
                  </a:lnTo>
                  <a:lnTo>
                    <a:pt x="170" y="120"/>
                  </a:lnTo>
                  <a:lnTo>
                    <a:pt x="169" y="124"/>
                  </a:lnTo>
                  <a:lnTo>
                    <a:pt x="167" y="128"/>
                  </a:lnTo>
                  <a:lnTo>
                    <a:pt x="165" y="132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1" y="139"/>
                  </a:lnTo>
                  <a:lnTo>
                    <a:pt x="159" y="142"/>
                  </a:lnTo>
                  <a:lnTo>
                    <a:pt x="157" y="145"/>
                  </a:lnTo>
                  <a:lnTo>
                    <a:pt x="154" y="148"/>
                  </a:lnTo>
                  <a:lnTo>
                    <a:pt x="151" y="151"/>
                  </a:lnTo>
                  <a:lnTo>
                    <a:pt x="148" y="154"/>
                  </a:lnTo>
                  <a:lnTo>
                    <a:pt x="146" y="156"/>
                  </a:lnTo>
                  <a:lnTo>
                    <a:pt x="143" y="159"/>
                  </a:lnTo>
                  <a:lnTo>
                    <a:pt x="139" y="161"/>
                  </a:lnTo>
                  <a:lnTo>
                    <a:pt x="136" y="163"/>
                  </a:lnTo>
                  <a:lnTo>
                    <a:pt x="133" y="165"/>
                  </a:lnTo>
                  <a:lnTo>
                    <a:pt x="129" y="167"/>
                  </a:lnTo>
                  <a:lnTo>
                    <a:pt x="126" y="169"/>
                  </a:lnTo>
                  <a:lnTo>
                    <a:pt x="123" y="170"/>
                  </a:lnTo>
                  <a:lnTo>
                    <a:pt x="119" y="171"/>
                  </a:lnTo>
                  <a:lnTo>
                    <a:pt x="115" y="172"/>
                  </a:lnTo>
                  <a:lnTo>
                    <a:pt x="112" y="173"/>
                  </a:lnTo>
                  <a:lnTo>
                    <a:pt x="108" y="174"/>
                  </a:lnTo>
                  <a:lnTo>
                    <a:pt x="104" y="175"/>
                  </a:lnTo>
                  <a:lnTo>
                    <a:pt x="101" y="175"/>
                  </a:lnTo>
                  <a:lnTo>
                    <a:pt x="97" y="175"/>
                  </a:lnTo>
                  <a:lnTo>
                    <a:pt x="93" y="175"/>
                  </a:lnTo>
                  <a:lnTo>
                    <a:pt x="89" y="175"/>
                  </a:lnTo>
                  <a:lnTo>
                    <a:pt x="85" y="174"/>
                  </a:lnTo>
                  <a:lnTo>
                    <a:pt x="81" y="174"/>
                  </a:lnTo>
                  <a:lnTo>
                    <a:pt x="78" y="173"/>
                  </a:lnTo>
                  <a:lnTo>
                    <a:pt x="74" y="172"/>
                  </a:lnTo>
                  <a:lnTo>
                    <a:pt x="70" y="171"/>
                  </a:lnTo>
                  <a:lnTo>
                    <a:pt x="67" y="170"/>
                  </a:lnTo>
                  <a:lnTo>
                    <a:pt x="63" y="168"/>
                  </a:lnTo>
                  <a:lnTo>
                    <a:pt x="59" y="167"/>
                  </a:lnTo>
                  <a:lnTo>
                    <a:pt x="56" y="164"/>
                  </a:lnTo>
                  <a:lnTo>
                    <a:pt x="56" y="164"/>
                  </a:lnTo>
                  <a:lnTo>
                    <a:pt x="52" y="163"/>
                  </a:lnTo>
                  <a:lnTo>
                    <a:pt x="49" y="160"/>
                  </a:lnTo>
                  <a:lnTo>
                    <a:pt x="46" y="158"/>
                  </a:lnTo>
                  <a:lnTo>
                    <a:pt x="42" y="155"/>
                  </a:lnTo>
                  <a:lnTo>
                    <a:pt x="40" y="152"/>
                  </a:lnTo>
                  <a:lnTo>
                    <a:pt x="37" y="150"/>
                  </a:lnTo>
                  <a:lnTo>
                    <a:pt x="35" y="147"/>
                  </a:lnTo>
                  <a:lnTo>
                    <a:pt x="32" y="144"/>
                  </a:lnTo>
                  <a:lnTo>
                    <a:pt x="30" y="141"/>
                  </a:lnTo>
                  <a:lnTo>
                    <a:pt x="28" y="137"/>
                  </a:lnTo>
                  <a:lnTo>
                    <a:pt x="26" y="134"/>
                  </a:lnTo>
                  <a:lnTo>
                    <a:pt x="24" y="131"/>
                  </a:lnTo>
                  <a:lnTo>
                    <a:pt x="23" y="127"/>
                  </a:lnTo>
                  <a:lnTo>
                    <a:pt x="21" y="124"/>
                  </a:lnTo>
                  <a:lnTo>
                    <a:pt x="20" y="120"/>
                  </a:lnTo>
                  <a:lnTo>
                    <a:pt x="19" y="116"/>
                  </a:lnTo>
                  <a:lnTo>
                    <a:pt x="18" y="113"/>
                  </a:lnTo>
                  <a:lnTo>
                    <a:pt x="18" y="109"/>
                  </a:lnTo>
                  <a:lnTo>
                    <a:pt x="17" y="105"/>
                  </a:lnTo>
                  <a:lnTo>
                    <a:pt x="16" y="101"/>
                  </a:lnTo>
                  <a:lnTo>
                    <a:pt x="16" y="97"/>
                  </a:lnTo>
                  <a:lnTo>
                    <a:pt x="16" y="94"/>
                  </a:lnTo>
                  <a:lnTo>
                    <a:pt x="17" y="90"/>
                  </a:lnTo>
                  <a:lnTo>
                    <a:pt x="17" y="86"/>
                  </a:lnTo>
                  <a:lnTo>
                    <a:pt x="18" y="82"/>
                  </a:lnTo>
                  <a:lnTo>
                    <a:pt x="18" y="78"/>
                  </a:lnTo>
                  <a:lnTo>
                    <a:pt x="19" y="74"/>
                  </a:lnTo>
                  <a:lnTo>
                    <a:pt x="20" y="71"/>
                  </a:lnTo>
                  <a:lnTo>
                    <a:pt x="22" y="67"/>
                  </a:lnTo>
                  <a:lnTo>
                    <a:pt x="23" y="63"/>
                  </a:lnTo>
                  <a:lnTo>
                    <a:pt x="25" y="59"/>
                  </a:lnTo>
                  <a:lnTo>
                    <a:pt x="27" y="56"/>
                  </a:lnTo>
                  <a:lnTo>
                    <a:pt x="27" y="56"/>
                  </a:lnTo>
                  <a:lnTo>
                    <a:pt x="29" y="52"/>
                  </a:lnTo>
                  <a:lnTo>
                    <a:pt x="31" y="49"/>
                  </a:lnTo>
                  <a:lnTo>
                    <a:pt x="34" y="46"/>
                  </a:lnTo>
                  <a:lnTo>
                    <a:pt x="36" y="43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5" y="35"/>
                  </a:lnTo>
                  <a:lnTo>
                    <a:pt x="48" y="32"/>
                  </a:lnTo>
                  <a:lnTo>
                    <a:pt x="51" y="30"/>
                  </a:lnTo>
                  <a:lnTo>
                    <a:pt x="54" y="28"/>
                  </a:lnTo>
                  <a:lnTo>
                    <a:pt x="57" y="26"/>
                  </a:lnTo>
                  <a:lnTo>
                    <a:pt x="61" y="25"/>
                  </a:lnTo>
                  <a:lnTo>
                    <a:pt x="64" y="23"/>
                  </a:lnTo>
                  <a:lnTo>
                    <a:pt x="67" y="21"/>
                  </a:lnTo>
                  <a:lnTo>
                    <a:pt x="71" y="20"/>
                  </a:lnTo>
                  <a:lnTo>
                    <a:pt x="75" y="19"/>
                  </a:lnTo>
                  <a:lnTo>
                    <a:pt x="79" y="18"/>
                  </a:lnTo>
                  <a:lnTo>
                    <a:pt x="82" y="17"/>
                  </a:lnTo>
                  <a:lnTo>
                    <a:pt x="86" y="17"/>
                  </a:lnTo>
                  <a:lnTo>
                    <a:pt x="90" y="17"/>
                  </a:lnTo>
                  <a:lnTo>
                    <a:pt x="93" y="16"/>
                  </a:lnTo>
                  <a:lnTo>
                    <a:pt x="97" y="16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9" y="17"/>
                  </a:lnTo>
                  <a:lnTo>
                    <a:pt x="112" y="18"/>
                  </a:lnTo>
                  <a:lnTo>
                    <a:pt x="116" y="19"/>
                  </a:lnTo>
                  <a:lnTo>
                    <a:pt x="120" y="20"/>
                  </a:lnTo>
                  <a:lnTo>
                    <a:pt x="124" y="21"/>
                  </a:lnTo>
                  <a:lnTo>
                    <a:pt x="127" y="23"/>
                  </a:lnTo>
                  <a:lnTo>
                    <a:pt x="131" y="25"/>
                  </a:lnTo>
                  <a:lnTo>
                    <a:pt x="134" y="27"/>
                  </a:lnTo>
                  <a:lnTo>
                    <a:pt x="134" y="27"/>
                  </a:lnTo>
                  <a:lnTo>
                    <a:pt x="140" y="31"/>
                  </a:lnTo>
                  <a:lnTo>
                    <a:pt x="146" y="35"/>
                  </a:lnTo>
                  <a:lnTo>
                    <a:pt x="151" y="39"/>
                  </a:lnTo>
                  <a:lnTo>
                    <a:pt x="155" y="44"/>
                  </a:lnTo>
                  <a:lnTo>
                    <a:pt x="159" y="50"/>
                  </a:lnTo>
                  <a:lnTo>
                    <a:pt x="163" y="56"/>
                  </a:lnTo>
                  <a:lnTo>
                    <a:pt x="166" y="61"/>
                  </a:lnTo>
                  <a:lnTo>
                    <a:pt x="169" y="67"/>
                  </a:lnTo>
                  <a:lnTo>
                    <a:pt x="130" y="105"/>
                  </a:lnTo>
                  <a:lnTo>
                    <a:pt x="103" y="90"/>
                  </a:lnTo>
                  <a:lnTo>
                    <a:pt x="74" y="127"/>
                  </a:lnTo>
                  <a:lnTo>
                    <a:pt x="41" y="113"/>
                  </a:lnTo>
                  <a:lnTo>
                    <a:pt x="74" y="141"/>
                  </a:lnTo>
                  <a:lnTo>
                    <a:pt x="105" y="115"/>
                  </a:lnTo>
                  <a:lnTo>
                    <a:pt x="128" y="130"/>
                  </a:lnTo>
                  <a:lnTo>
                    <a:pt x="217" y="63"/>
                  </a:lnTo>
                  <a:lnTo>
                    <a:pt x="221" y="83"/>
                  </a:lnTo>
                  <a:lnTo>
                    <a:pt x="237" y="25"/>
                  </a:lnTo>
                  <a:lnTo>
                    <a:pt x="179" y="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3492">
              <a:extLst>
                <a:ext uri="{FF2B5EF4-FFF2-40B4-BE49-F238E27FC236}">
                  <a16:creationId xmlns:a16="http://schemas.microsoft.com/office/drawing/2014/main" id="{3F8798EF-382A-6C40-99FE-B1E2C60718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85167" y="2173340"/>
              <a:ext cx="458788" cy="457200"/>
            </a:xfrm>
            <a:custGeom>
              <a:avLst/>
              <a:gdLst>
                <a:gd name="T0" fmla="*/ 240 w 800"/>
                <a:gd name="T1" fmla="*/ 471 h 800"/>
                <a:gd name="T2" fmla="*/ 258 w 800"/>
                <a:gd name="T3" fmla="*/ 490 h 800"/>
                <a:gd name="T4" fmla="*/ 319 w 800"/>
                <a:gd name="T5" fmla="*/ 428 h 800"/>
                <a:gd name="T6" fmla="*/ 365 w 800"/>
                <a:gd name="T7" fmla="*/ 80 h 800"/>
                <a:gd name="T8" fmla="*/ 702 w 800"/>
                <a:gd name="T9" fmla="*/ 100 h 800"/>
                <a:gd name="T10" fmla="*/ 720 w 800"/>
                <a:gd name="T11" fmla="*/ 435 h 800"/>
                <a:gd name="T12" fmla="*/ 371 w 800"/>
                <a:gd name="T13" fmla="*/ 480 h 800"/>
                <a:gd name="T14" fmla="*/ 310 w 800"/>
                <a:gd name="T15" fmla="*/ 541 h 800"/>
                <a:gd name="T16" fmla="*/ 331 w 800"/>
                <a:gd name="T17" fmla="*/ 561 h 800"/>
                <a:gd name="T18" fmla="*/ 92 w 800"/>
                <a:gd name="T19" fmla="*/ 800 h 800"/>
                <a:gd name="T20" fmla="*/ 0 w 800"/>
                <a:gd name="T21" fmla="*/ 709 h 800"/>
                <a:gd name="T22" fmla="*/ 240 w 800"/>
                <a:gd name="T23" fmla="*/ 471 h 800"/>
                <a:gd name="T24" fmla="*/ 669 w 800"/>
                <a:gd name="T25" fmla="*/ 401 h 800"/>
                <a:gd name="T26" fmla="*/ 652 w 800"/>
                <a:gd name="T27" fmla="*/ 136 h 800"/>
                <a:gd name="T28" fmla="*/ 376 w 800"/>
                <a:gd name="T29" fmla="*/ 154 h 800"/>
                <a:gd name="T30" fmla="*/ 364 w 800"/>
                <a:gd name="T31" fmla="*/ 384 h 800"/>
                <a:gd name="T32" fmla="*/ 364 w 800"/>
                <a:gd name="T33" fmla="*/ 308 h 800"/>
                <a:gd name="T34" fmla="*/ 368 w 800"/>
                <a:gd name="T35" fmla="*/ 300 h 800"/>
                <a:gd name="T36" fmla="*/ 415 w 800"/>
                <a:gd name="T37" fmla="*/ 279 h 800"/>
                <a:gd name="T38" fmla="*/ 446 w 800"/>
                <a:gd name="T39" fmla="*/ 272 h 800"/>
                <a:gd name="T40" fmla="*/ 446 w 800"/>
                <a:gd name="T41" fmla="*/ 281 h 800"/>
                <a:gd name="T42" fmla="*/ 446 w 800"/>
                <a:gd name="T43" fmla="*/ 371 h 800"/>
                <a:gd name="T44" fmla="*/ 447 w 800"/>
                <a:gd name="T45" fmla="*/ 447 h 800"/>
                <a:gd name="T46" fmla="*/ 450 w 800"/>
                <a:gd name="T47" fmla="*/ 455 h 800"/>
                <a:gd name="T48" fmla="*/ 475 w 800"/>
                <a:gd name="T49" fmla="*/ 464 h 800"/>
                <a:gd name="T50" fmla="*/ 475 w 800"/>
                <a:gd name="T51" fmla="*/ 278 h 800"/>
                <a:gd name="T52" fmla="*/ 487 w 800"/>
                <a:gd name="T53" fmla="*/ 285 h 800"/>
                <a:gd name="T54" fmla="*/ 530 w 800"/>
                <a:gd name="T55" fmla="*/ 320 h 800"/>
                <a:gd name="T56" fmla="*/ 552 w 800"/>
                <a:gd name="T57" fmla="*/ 336 h 800"/>
                <a:gd name="T58" fmla="*/ 558 w 800"/>
                <a:gd name="T59" fmla="*/ 345 h 800"/>
                <a:gd name="T60" fmla="*/ 558 w 800"/>
                <a:gd name="T61" fmla="*/ 458 h 800"/>
                <a:gd name="T62" fmla="*/ 558 w 800"/>
                <a:gd name="T63" fmla="*/ 467 h 800"/>
                <a:gd name="T64" fmla="*/ 579 w 800"/>
                <a:gd name="T65" fmla="*/ 461 h 800"/>
                <a:gd name="T66" fmla="*/ 587 w 800"/>
                <a:gd name="T67" fmla="*/ 451 h 800"/>
                <a:gd name="T68" fmla="*/ 586 w 800"/>
                <a:gd name="T69" fmla="*/ 339 h 800"/>
                <a:gd name="T70" fmla="*/ 591 w 800"/>
                <a:gd name="T71" fmla="*/ 330 h 800"/>
                <a:gd name="T72" fmla="*/ 619 w 800"/>
                <a:gd name="T73" fmla="*/ 310 h 800"/>
                <a:gd name="T74" fmla="*/ 650 w 800"/>
                <a:gd name="T75" fmla="*/ 285 h 800"/>
                <a:gd name="T76" fmla="*/ 669 w 800"/>
                <a:gd name="T77" fmla="*/ 275 h 800"/>
                <a:gd name="T78" fmla="*/ 669 w 800"/>
                <a:gd name="T79" fmla="*/ 401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00" h="800">
                  <a:moveTo>
                    <a:pt x="240" y="471"/>
                  </a:moveTo>
                  <a:cubicBezTo>
                    <a:pt x="246" y="477"/>
                    <a:pt x="252" y="484"/>
                    <a:pt x="258" y="490"/>
                  </a:cubicBezTo>
                  <a:cubicBezTo>
                    <a:pt x="279" y="469"/>
                    <a:pt x="299" y="449"/>
                    <a:pt x="319" y="428"/>
                  </a:cubicBezTo>
                  <a:cubicBezTo>
                    <a:pt x="235" y="315"/>
                    <a:pt x="263" y="160"/>
                    <a:pt x="365" y="80"/>
                  </a:cubicBezTo>
                  <a:cubicBezTo>
                    <a:pt x="468" y="0"/>
                    <a:pt x="611" y="9"/>
                    <a:pt x="702" y="100"/>
                  </a:cubicBezTo>
                  <a:cubicBezTo>
                    <a:pt x="792" y="191"/>
                    <a:pt x="800" y="333"/>
                    <a:pt x="720" y="435"/>
                  </a:cubicBezTo>
                  <a:cubicBezTo>
                    <a:pt x="640" y="537"/>
                    <a:pt x="486" y="565"/>
                    <a:pt x="371" y="480"/>
                  </a:cubicBezTo>
                  <a:cubicBezTo>
                    <a:pt x="351" y="501"/>
                    <a:pt x="331" y="521"/>
                    <a:pt x="310" y="541"/>
                  </a:cubicBezTo>
                  <a:cubicBezTo>
                    <a:pt x="316" y="547"/>
                    <a:pt x="323" y="554"/>
                    <a:pt x="331" y="561"/>
                  </a:cubicBezTo>
                  <a:cubicBezTo>
                    <a:pt x="251" y="642"/>
                    <a:pt x="171" y="721"/>
                    <a:pt x="92" y="800"/>
                  </a:cubicBezTo>
                  <a:cubicBezTo>
                    <a:pt x="61" y="769"/>
                    <a:pt x="30" y="739"/>
                    <a:pt x="0" y="709"/>
                  </a:cubicBezTo>
                  <a:cubicBezTo>
                    <a:pt x="80" y="630"/>
                    <a:pt x="159" y="551"/>
                    <a:pt x="240" y="471"/>
                  </a:cubicBezTo>
                  <a:close/>
                  <a:moveTo>
                    <a:pt x="669" y="401"/>
                  </a:moveTo>
                  <a:cubicBezTo>
                    <a:pt x="730" y="330"/>
                    <a:pt x="733" y="211"/>
                    <a:pt x="652" y="136"/>
                  </a:cubicBezTo>
                  <a:cubicBezTo>
                    <a:pt x="572" y="63"/>
                    <a:pt x="448" y="70"/>
                    <a:pt x="376" y="154"/>
                  </a:cubicBezTo>
                  <a:cubicBezTo>
                    <a:pt x="309" y="232"/>
                    <a:pt x="326" y="336"/>
                    <a:pt x="364" y="384"/>
                  </a:cubicBezTo>
                  <a:cubicBezTo>
                    <a:pt x="364" y="358"/>
                    <a:pt x="364" y="333"/>
                    <a:pt x="364" y="308"/>
                  </a:cubicBezTo>
                  <a:cubicBezTo>
                    <a:pt x="364" y="306"/>
                    <a:pt x="366" y="301"/>
                    <a:pt x="368" y="300"/>
                  </a:cubicBezTo>
                  <a:cubicBezTo>
                    <a:pt x="384" y="292"/>
                    <a:pt x="399" y="285"/>
                    <a:pt x="415" y="279"/>
                  </a:cubicBezTo>
                  <a:cubicBezTo>
                    <a:pt x="425" y="275"/>
                    <a:pt x="436" y="274"/>
                    <a:pt x="446" y="272"/>
                  </a:cubicBezTo>
                  <a:cubicBezTo>
                    <a:pt x="446" y="276"/>
                    <a:pt x="446" y="279"/>
                    <a:pt x="446" y="281"/>
                  </a:cubicBezTo>
                  <a:cubicBezTo>
                    <a:pt x="446" y="311"/>
                    <a:pt x="446" y="341"/>
                    <a:pt x="446" y="371"/>
                  </a:cubicBezTo>
                  <a:cubicBezTo>
                    <a:pt x="446" y="397"/>
                    <a:pt x="446" y="422"/>
                    <a:pt x="447" y="447"/>
                  </a:cubicBezTo>
                  <a:cubicBezTo>
                    <a:pt x="447" y="450"/>
                    <a:pt x="448" y="454"/>
                    <a:pt x="450" y="455"/>
                  </a:cubicBezTo>
                  <a:cubicBezTo>
                    <a:pt x="458" y="458"/>
                    <a:pt x="466" y="461"/>
                    <a:pt x="475" y="464"/>
                  </a:cubicBezTo>
                  <a:cubicBezTo>
                    <a:pt x="475" y="401"/>
                    <a:pt x="475" y="340"/>
                    <a:pt x="475" y="278"/>
                  </a:cubicBezTo>
                  <a:cubicBezTo>
                    <a:pt x="480" y="280"/>
                    <a:pt x="484" y="282"/>
                    <a:pt x="487" y="285"/>
                  </a:cubicBezTo>
                  <a:cubicBezTo>
                    <a:pt x="501" y="296"/>
                    <a:pt x="516" y="308"/>
                    <a:pt x="530" y="320"/>
                  </a:cubicBezTo>
                  <a:cubicBezTo>
                    <a:pt x="537" y="325"/>
                    <a:pt x="545" y="331"/>
                    <a:pt x="552" y="336"/>
                  </a:cubicBezTo>
                  <a:cubicBezTo>
                    <a:pt x="557" y="338"/>
                    <a:pt x="558" y="340"/>
                    <a:pt x="558" y="345"/>
                  </a:cubicBezTo>
                  <a:cubicBezTo>
                    <a:pt x="558" y="382"/>
                    <a:pt x="558" y="420"/>
                    <a:pt x="558" y="458"/>
                  </a:cubicBezTo>
                  <a:cubicBezTo>
                    <a:pt x="558" y="460"/>
                    <a:pt x="558" y="463"/>
                    <a:pt x="558" y="467"/>
                  </a:cubicBezTo>
                  <a:cubicBezTo>
                    <a:pt x="566" y="464"/>
                    <a:pt x="572" y="462"/>
                    <a:pt x="579" y="461"/>
                  </a:cubicBezTo>
                  <a:cubicBezTo>
                    <a:pt x="585" y="460"/>
                    <a:pt x="587" y="457"/>
                    <a:pt x="587" y="451"/>
                  </a:cubicBezTo>
                  <a:cubicBezTo>
                    <a:pt x="586" y="413"/>
                    <a:pt x="587" y="376"/>
                    <a:pt x="586" y="339"/>
                  </a:cubicBezTo>
                  <a:cubicBezTo>
                    <a:pt x="586" y="334"/>
                    <a:pt x="588" y="332"/>
                    <a:pt x="591" y="330"/>
                  </a:cubicBezTo>
                  <a:cubicBezTo>
                    <a:pt x="601" y="324"/>
                    <a:pt x="610" y="317"/>
                    <a:pt x="619" y="310"/>
                  </a:cubicBezTo>
                  <a:cubicBezTo>
                    <a:pt x="630" y="302"/>
                    <a:pt x="639" y="293"/>
                    <a:pt x="650" y="285"/>
                  </a:cubicBezTo>
                  <a:cubicBezTo>
                    <a:pt x="655" y="281"/>
                    <a:pt x="661" y="279"/>
                    <a:pt x="669" y="275"/>
                  </a:cubicBezTo>
                  <a:cubicBezTo>
                    <a:pt x="669" y="318"/>
                    <a:pt x="669" y="358"/>
                    <a:pt x="669" y="40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48580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8457-3C0A-D2A2-AE9C-546AD0CD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76F64-B4BE-83E8-2268-7EF7826AE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83" y="183063"/>
            <a:ext cx="2028083" cy="31520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9049E76-E743-D800-8739-2F1E86B2A77A}"/>
              </a:ext>
            </a:extLst>
          </p:cNvPr>
          <p:cNvGrpSpPr/>
          <p:nvPr/>
        </p:nvGrpSpPr>
        <p:grpSpPr>
          <a:xfrm>
            <a:off x="2681555" y="1315092"/>
            <a:ext cx="6729573" cy="3739793"/>
            <a:chOff x="2681555" y="1315092"/>
            <a:chExt cx="6729573" cy="373979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96C0AE-997C-4B4C-B944-574562D33D15}"/>
                </a:ext>
              </a:extLst>
            </p:cNvPr>
            <p:cNvSpPr/>
            <p:nvPr/>
          </p:nvSpPr>
          <p:spPr>
            <a:xfrm>
              <a:off x="2681555" y="1315092"/>
              <a:ext cx="6729573" cy="37397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C066CDA-9CB4-104D-230C-6E9998AF1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2905" y="1893932"/>
              <a:ext cx="1368425" cy="1366838"/>
            </a:xfrm>
            <a:custGeom>
              <a:avLst/>
              <a:gdLst>
                <a:gd name="T0" fmla="*/ 0 w 8924"/>
                <a:gd name="T1" fmla="*/ 0 h 8924"/>
                <a:gd name="T2" fmla="*/ 8924 w 8924"/>
                <a:gd name="T3" fmla="*/ 8924 h 8924"/>
                <a:gd name="T4" fmla="*/ 0 w 8924"/>
                <a:gd name="T5" fmla="*/ 8924 h 8924"/>
                <a:gd name="T6" fmla="*/ 0 w 8924"/>
                <a:gd name="T7" fmla="*/ 0 h 8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24" h="8924">
                  <a:moveTo>
                    <a:pt x="0" y="0"/>
                  </a:moveTo>
                  <a:cubicBezTo>
                    <a:pt x="4929" y="0"/>
                    <a:pt x="8924" y="3996"/>
                    <a:pt x="8924" y="8924"/>
                  </a:cubicBezTo>
                  <a:lnTo>
                    <a:pt x="0" y="89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B964378-48BE-7BB4-EB47-CF0AF2EB1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2905" y="1893932"/>
              <a:ext cx="1368425" cy="1366838"/>
            </a:xfrm>
            <a:custGeom>
              <a:avLst/>
              <a:gdLst>
                <a:gd name="T0" fmla="*/ 0 w 4462"/>
                <a:gd name="T1" fmla="*/ 0 h 4462"/>
                <a:gd name="T2" fmla="*/ 4462 w 4462"/>
                <a:gd name="T3" fmla="*/ 4462 h 4462"/>
                <a:gd name="T4" fmla="*/ 0 w 4462"/>
                <a:gd name="T5" fmla="*/ 4462 h 4462"/>
                <a:gd name="T6" fmla="*/ 0 w 4462"/>
                <a:gd name="T7" fmla="*/ 0 h 4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62" h="4462">
                  <a:moveTo>
                    <a:pt x="0" y="0"/>
                  </a:moveTo>
                  <a:cubicBezTo>
                    <a:pt x="2465" y="0"/>
                    <a:pt x="4462" y="1998"/>
                    <a:pt x="4462" y="4462"/>
                  </a:cubicBezTo>
                  <a:lnTo>
                    <a:pt x="0" y="4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84150" cap="flat">
              <a:solidFill>
                <a:srgbClr val="E3065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C126BCB-4ED2-10E0-1455-06955CA1E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1318" y="3260769"/>
              <a:ext cx="1368425" cy="1366838"/>
            </a:xfrm>
            <a:custGeom>
              <a:avLst/>
              <a:gdLst>
                <a:gd name="T0" fmla="*/ 8924 w 8924"/>
                <a:gd name="T1" fmla="*/ 0 h 8924"/>
                <a:gd name="T2" fmla="*/ 0 w 8924"/>
                <a:gd name="T3" fmla="*/ 8924 h 8924"/>
                <a:gd name="T4" fmla="*/ 0 w 8924"/>
                <a:gd name="T5" fmla="*/ 0 h 8924"/>
                <a:gd name="T6" fmla="*/ 8924 w 8924"/>
                <a:gd name="T7" fmla="*/ 0 h 8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24" h="8924">
                  <a:moveTo>
                    <a:pt x="8924" y="0"/>
                  </a:moveTo>
                  <a:cubicBezTo>
                    <a:pt x="8924" y="4929"/>
                    <a:pt x="4929" y="8924"/>
                    <a:pt x="0" y="8924"/>
                  </a:cubicBezTo>
                  <a:lnTo>
                    <a:pt x="0" y="0"/>
                  </a:lnTo>
                  <a:lnTo>
                    <a:pt x="892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F3D9430-DB3E-0E72-7F71-A9D14AA5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1318" y="3260769"/>
              <a:ext cx="1368425" cy="1366838"/>
            </a:xfrm>
            <a:custGeom>
              <a:avLst/>
              <a:gdLst>
                <a:gd name="T0" fmla="*/ 4462 w 4462"/>
                <a:gd name="T1" fmla="*/ 0 h 4462"/>
                <a:gd name="T2" fmla="*/ 0 w 4462"/>
                <a:gd name="T3" fmla="*/ 4462 h 4462"/>
                <a:gd name="T4" fmla="*/ 0 w 4462"/>
                <a:gd name="T5" fmla="*/ 0 h 4462"/>
                <a:gd name="T6" fmla="*/ 4462 w 4462"/>
                <a:gd name="T7" fmla="*/ 0 h 4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62" h="4462">
                  <a:moveTo>
                    <a:pt x="4462" y="0"/>
                  </a:moveTo>
                  <a:cubicBezTo>
                    <a:pt x="4462" y="2465"/>
                    <a:pt x="2465" y="4462"/>
                    <a:pt x="0" y="4462"/>
                  </a:cubicBezTo>
                  <a:lnTo>
                    <a:pt x="0" y="0"/>
                  </a:lnTo>
                  <a:lnTo>
                    <a:pt x="4462" y="0"/>
                  </a:lnTo>
                  <a:close/>
                </a:path>
              </a:pathLst>
            </a:custGeom>
            <a:noFill/>
            <a:ln w="184150" cap="flat">
              <a:solidFill>
                <a:srgbClr val="31393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D7B7B64-DFE9-CEE5-353C-B100CDA13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893" y="3260769"/>
              <a:ext cx="1368425" cy="1366838"/>
            </a:xfrm>
            <a:custGeom>
              <a:avLst/>
              <a:gdLst>
                <a:gd name="T0" fmla="*/ 8924 w 8924"/>
                <a:gd name="T1" fmla="*/ 8924 h 8924"/>
                <a:gd name="T2" fmla="*/ 0 w 8924"/>
                <a:gd name="T3" fmla="*/ 0 h 8924"/>
                <a:gd name="T4" fmla="*/ 8924 w 8924"/>
                <a:gd name="T5" fmla="*/ 0 h 8924"/>
                <a:gd name="T6" fmla="*/ 8924 w 8924"/>
                <a:gd name="T7" fmla="*/ 8924 h 8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24" h="8924">
                  <a:moveTo>
                    <a:pt x="8924" y="8924"/>
                  </a:moveTo>
                  <a:cubicBezTo>
                    <a:pt x="3996" y="8924"/>
                    <a:pt x="0" y="4929"/>
                    <a:pt x="0" y="0"/>
                  </a:cubicBezTo>
                  <a:lnTo>
                    <a:pt x="8924" y="0"/>
                  </a:lnTo>
                  <a:lnTo>
                    <a:pt x="8924" y="892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E709A7E-3D76-FD13-51B1-691B80F1F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893" y="3260769"/>
              <a:ext cx="1368425" cy="1366838"/>
            </a:xfrm>
            <a:custGeom>
              <a:avLst/>
              <a:gdLst>
                <a:gd name="T0" fmla="*/ 8924 w 8924"/>
                <a:gd name="T1" fmla="*/ 8924 h 8924"/>
                <a:gd name="T2" fmla="*/ 0 w 8924"/>
                <a:gd name="T3" fmla="*/ 0 h 8924"/>
                <a:gd name="T4" fmla="*/ 8924 w 8924"/>
                <a:gd name="T5" fmla="*/ 0 h 8924"/>
                <a:gd name="T6" fmla="*/ 8924 w 8924"/>
                <a:gd name="T7" fmla="*/ 8924 h 8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24" h="8924">
                  <a:moveTo>
                    <a:pt x="8924" y="8924"/>
                  </a:moveTo>
                  <a:cubicBezTo>
                    <a:pt x="3996" y="8924"/>
                    <a:pt x="0" y="4929"/>
                    <a:pt x="0" y="0"/>
                  </a:cubicBezTo>
                  <a:lnTo>
                    <a:pt x="8924" y="0"/>
                  </a:lnTo>
                  <a:lnTo>
                    <a:pt x="8924" y="8924"/>
                  </a:lnTo>
                  <a:close/>
                </a:path>
              </a:pathLst>
            </a:custGeom>
            <a:noFill/>
            <a:ln w="184150" cap="flat">
              <a:solidFill>
                <a:srgbClr val="FFC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27F88B5-A707-3B2C-9468-2C41014A2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893" y="1895519"/>
              <a:ext cx="1368425" cy="1365250"/>
            </a:xfrm>
            <a:custGeom>
              <a:avLst/>
              <a:gdLst>
                <a:gd name="T0" fmla="*/ 0 w 8924"/>
                <a:gd name="T1" fmla="*/ 8924 h 8924"/>
                <a:gd name="T2" fmla="*/ 8924 w 8924"/>
                <a:gd name="T3" fmla="*/ 0 h 8924"/>
                <a:gd name="T4" fmla="*/ 8924 w 8924"/>
                <a:gd name="T5" fmla="*/ 8924 h 8924"/>
                <a:gd name="T6" fmla="*/ 0 w 8924"/>
                <a:gd name="T7" fmla="*/ 8924 h 8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24" h="8924">
                  <a:moveTo>
                    <a:pt x="0" y="8924"/>
                  </a:moveTo>
                  <a:cubicBezTo>
                    <a:pt x="0" y="3996"/>
                    <a:pt x="3996" y="0"/>
                    <a:pt x="8924" y="0"/>
                  </a:cubicBezTo>
                  <a:lnTo>
                    <a:pt x="8924" y="8924"/>
                  </a:lnTo>
                  <a:lnTo>
                    <a:pt x="0" y="8924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253C090-303B-E266-E204-28C6D72EC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893" y="1895519"/>
              <a:ext cx="1368425" cy="1365250"/>
            </a:xfrm>
            <a:custGeom>
              <a:avLst/>
              <a:gdLst>
                <a:gd name="T0" fmla="*/ 0 w 8924"/>
                <a:gd name="T1" fmla="*/ 8924 h 8924"/>
                <a:gd name="T2" fmla="*/ 8924 w 8924"/>
                <a:gd name="T3" fmla="*/ 0 h 8924"/>
                <a:gd name="T4" fmla="*/ 8924 w 8924"/>
                <a:gd name="T5" fmla="*/ 8924 h 8924"/>
                <a:gd name="T6" fmla="*/ 0 w 8924"/>
                <a:gd name="T7" fmla="*/ 8924 h 8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24" h="8924">
                  <a:moveTo>
                    <a:pt x="0" y="8924"/>
                  </a:moveTo>
                  <a:cubicBezTo>
                    <a:pt x="0" y="3996"/>
                    <a:pt x="3996" y="0"/>
                    <a:pt x="8924" y="0"/>
                  </a:cubicBezTo>
                  <a:lnTo>
                    <a:pt x="8924" y="8924"/>
                  </a:lnTo>
                  <a:lnTo>
                    <a:pt x="0" y="8924"/>
                  </a:lnTo>
                  <a:close/>
                </a:path>
              </a:pathLst>
            </a:custGeom>
            <a:noFill/>
            <a:ln w="184150" cap="flat">
              <a:solidFill>
                <a:srgbClr val="1575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Rectangle 17">
              <a:extLst>
                <a:ext uri="{FF2B5EF4-FFF2-40B4-BE49-F238E27FC236}">
                  <a16:creationId xmlns:a16="http://schemas.microsoft.com/office/drawing/2014/main" id="{02511177-2204-D73B-82C3-4FE2F62CD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4793" y="3565569"/>
              <a:ext cx="273050" cy="13668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Rectangle 22">
              <a:extLst>
                <a:ext uri="{FF2B5EF4-FFF2-40B4-BE49-F238E27FC236}">
                  <a16:creationId xmlns:a16="http://schemas.microsoft.com/office/drawing/2014/main" id="{DEF6B7E7-44BC-32FD-27ED-5DA0E71AF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4118" y="3140119"/>
              <a:ext cx="1206500" cy="25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C9EA6B6E-ABD7-9EF2-BD95-0884A8600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0094" y="3140119"/>
              <a:ext cx="1412718" cy="25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Oval 30">
              <a:extLst>
                <a:ext uri="{FF2B5EF4-FFF2-40B4-BE49-F238E27FC236}">
                  <a16:creationId xmlns:a16="http://schemas.microsoft.com/office/drawing/2014/main" id="{6FBA8989-6A6B-E862-2BC4-460B0FB5C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680" y="2773407"/>
              <a:ext cx="1079500" cy="1001713"/>
            </a:xfrm>
            <a:prstGeom prst="ellipse">
              <a:avLst/>
            </a:prstGeom>
            <a:solidFill>
              <a:srgbClr val="FFFFFF"/>
            </a:solidFill>
            <a:ln w="31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Oval 31">
              <a:extLst>
                <a:ext uri="{FF2B5EF4-FFF2-40B4-BE49-F238E27FC236}">
                  <a16:creationId xmlns:a16="http://schemas.microsoft.com/office/drawing/2014/main" id="{C6F46E64-631D-8152-84C6-228F42B2F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9518" y="2854369"/>
              <a:ext cx="892175" cy="830263"/>
            </a:xfrm>
            <a:prstGeom prst="ellipse">
              <a:avLst/>
            </a:prstGeom>
            <a:noFill/>
            <a:ln w="30163" cap="flat">
              <a:solidFill>
                <a:srgbClr val="92D05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3DFCE4EE-A525-5951-1371-3CBB37BB97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693" y="2417807"/>
              <a:ext cx="428625" cy="366713"/>
            </a:xfrm>
            <a:custGeom>
              <a:avLst/>
              <a:gdLst>
                <a:gd name="T0" fmla="*/ 2054 w 2800"/>
                <a:gd name="T1" fmla="*/ 1891 h 2392"/>
                <a:gd name="T2" fmla="*/ 2372 w 2800"/>
                <a:gd name="T3" fmla="*/ 2014 h 2392"/>
                <a:gd name="T4" fmla="*/ 2240 w 2800"/>
                <a:gd name="T5" fmla="*/ 1717 h 2392"/>
                <a:gd name="T6" fmla="*/ 2197 w 2800"/>
                <a:gd name="T7" fmla="*/ 1546 h 2392"/>
                <a:gd name="T8" fmla="*/ 2418 w 2800"/>
                <a:gd name="T9" fmla="*/ 1394 h 2392"/>
                <a:gd name="T10" fmla="*/ 2614 w 2800"/>
                <a:gd name="T11" fmla="*/ 1496 h 2392"/>
                <a:gd name="T12" fmla="*/ 2800 w 2800"/>
                <a:gd name="T13" fmla="*/ 1796 h 2392"/>
                <a:gd name="T14" fmla="*/ 2539 w 2800"/>
                <a:gd name="T15" fmla="*/ 2099 h 2392"/>
                <a:gd name="T16" fmla="*/ 2427 w 2800"/>
                <a:gd name="T17" fmla="*/ 2392 h 2392"/>
                <a:gd name="T18" fmla="*/ 2240 w 2800"/>
                <a:gd name="T19" fmla="*/ 2239 h 2392"/>
                <a:gd name="T20" fmla="*/ 2054 w 2800"/>
                <a:gd name="T21" fmla="*/ 2392 h 2392"/>
                <a:gd name="T22" fmla="*/ 1942 w 2800"/>
                <a:gd name="T23" fmla="*/ 2099 h 2392"/>
                <a:gd name="T24" fmla="*/ 1680 w 2800"/>
                <a:gd name="T25" fmla="*/ 1796 h 2392"/>
                <a:gd name="T26" fmla="*/ 1867 w 2800"/>
                <a:gd name="T27" fmla="*/ 1496 h 2392"/>
                <a:gd name="T28" fmla="*/ 2010 w 2800"/>
                <a:gd name="T29" fmla="*/ 1413 h 2392"/>
                <a:gd name="T30" fmla="*/ 670 w 2800"/>
                <a:gd name="T31" fmla="*/ 950 h 2392"/>
                <a:gd name="T32" fmla="*/ 934 w 2800"/>
                <a:gd name="T33" fmla="*/ 1544 h 2392"/>
                <a:gd name="T34" fmla="*/ 1198 w 2800"/>
                <a:gd name="T35" fmla="*/ 950 h 2392"/>
                <a:gd name="T36" fmla="*/ 2109 w 2800"/>
                <a:gd name="T37" fmla="*/ 378 h 2392"/>
                <a:gd name="T38" fmla="*/ 2240 w 2800"/>
                <a:gd name="T39" fmla="*/ 674 h 2392"/>
                <a:gd name="T40" fmla="*/ 2372 w 2800"/>
                <a:gd name="T41" fmla="*/ 378 h 2392"/>
                <a:gd name="T42" fmla="*/ 1069 w 2800"/>
                <a:gd name="T43" fmla="*/ 326 h 2392"/>
                <a:gd name="T44" fmla="*/ 1147 w 2800"/>
                <a:gd name="T45" fmla="*/ 568 h 2392"/>
                <a:gd name="T46" fmla="*/ 1457 w 2800"/>
                <a:gd name="T47" fmla="*/ 480 h 2392"/>
                <a:gd name="T48" fmla="*/ 1688 w 2800"/>
                <a:gd name="T49" fmla="*/ 734 h 2392"/>
                <a:gd name="T50" fmla="*/ 1610 w 2800"/>
                <a:gd name="T51" fmla="*/ 1000 h 2392"/>
                <a:gd name="T52" fmla="*/ 1867 w 2800"/>
                <a:gd name="T53" fmla="*/ 1072 h 2392"/>
                <a:gd name="T54" fmla="*/ 1834 w 2800"/>
                <a:gd name="T55" fmla="*/ 1364 h 2392"/>
                <a:gd name="T56" fmla="*/ 1692 w 2800"/>
                <a:gd name="T57" fmla="*/ 1656 h 2392"/>
                <a:gd name="T58" fmla="*/ 1572 w 2800"/>
                <a:gd name="T59" fmla="*/ 1831 h 2392"/>
                <a:gd name="T60" fmla="*/ 1259 w 2800"/>
                <a:gd name="T61" fmla="*/ 1780 h 2392"/>
                <a:gd name="T62" fmla="*/ 1069 w 2800"/>
                <a:gd name="T63" fmla="*/ 2065 h 2392"/>
                <a:gd name="T64" fmla="*/ 754 w 2800"/>
                <a:gd name="T65" fmla="*/ 2031 h 2392"/>
                <a:gd name="T66" fmla="*/ 439 w 2800"/>
                <a:gd name="T67" fmla="*/ 1902 h 2392"/>
                <a:gd name="T68" fmla="*/ 170 w 2800"/>
                <a:gd name="T69" fmla="*/ 1683 h 2392"/>
                <a:gd name="T70" fmla="*/ 308 w 2800"/>
                <a:gd name="T71" fmla="*/ 1503 h 2392"/>
                <a:gd name="T72" fmla="*/ 11 w 2800"/>
                <a:gd name="T73" fmla="*/ 1346 h 2392"/>
                <a:gd name="T74" fmla="*/ 11 w 2800"/>
                <a:gd name="T75" fmla="*/ 1042 h 2392"/>
                <a:gd name="T76" fmla="*/ 307 w 2800"/>
                <a:gd name="T77" fmla="*/ 892 h 2392"/>
                <a:gd name="T78" fmla="*/ 175 w 2800"/>
                <a:gd name="T79" fmla="*/ 681 h 2392"/>
                <a:gd name="T80" fmla="*/ 441 w 2800"/>
                <a:gd name="T81" fmla="*/ 489 h 2392"/>
                <a:gd name="T82" fmla="*/ 754 w 2800"/>
                <a:gd name="T83" fmla="*/ 359 h 2392"/>
                <a:gd name="T84" fmla="*/ 2121 w 2800"/>
                <a:gd name="T85" fmla="*/ 64 h 2392"/>
                <a:gd name="T86" fmla="*/ 2284 w 2800"/>
                <a:gd name="T87" fmla="*/ 155 h 2392"/>
                <a:gd name="T88" fmla="*/ 2608 w 2800"/>
                <a:gd name="T89" fmla="*/ 96 h 2392"/>
                <a:gd name="T90" fmla="*/ 2583 w 2800"/>
                <a:gd name="T91" fmla="*/ 363 h 2392"/>
                <a:gd name="T92" fmla="*/ 2583 w 2800"/>
                <a:gd name="T93" fmla="*/ 638 h 2392"/>
                <a:gd name="T94" fmla="*/ 2608 w 2800"/>
                <a:gd name="T95" fmla="*/ 905 h 2392"/>
                <a:gd name="T96" fmla="*/ 2284 w 2800"/>
                <a:gd name="T97" fmla="*/ 845 h 2392"/>
                <a:gd name="T98" fmla="*/ 2121 w 2800"/>
                <a:gd name="T99" fmla="*/ 938 h 2392"/>
                <a:gd name="T100" fmla="*/ 1867 w 2800"/>
                <a:gd name="T101" fmla="*/ 896 h 2392"/>
                <a:gd name="T102" fmla="*/ 1680 w 2800"/>
                <a:gd name="T103" fmla="*/ 595 h 2392"/>
                <a:gd name="T104" fmla="*/ 1942 w 2800"/>
                <a:gd name="T105" fmla="*/ 293 h 2392"/>
                <a:gd name="T106" fmla="*/ 1924 w 2800"/>
                <a:gd name="T107" fmla="*/ 68 h 2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00" h="2392">
                  <a:moveTo>
                    <a:pt x="2240" y="1717"/>
                  </a:moveTo>
                  <a:cubicBezTo>
                    <a:pt x="2190" y="1717"/>
                    <a:pt x="2146" y="1735"/>
                    <a:pt x="2109" y="1769"/>
                  </a:cubicBezTo>
                  <a:cubicBezTo>
                    <a:pt x="2072" y="1803"/>
                    <a:pt x="2054" y="1844"/>
                    <a:pt x="2054" y="1891"/>
                  </a:cubicBezTo>
                  <a:cubicBezTo>
                    <a:pt x="2054" y="1939"/>
                    <a:pt x="2072" y="1980"/>
                    <a:pt x="2108" y="2014"/>
                  </a:cubicBezTo>
                  <a:cubicBezTo>
                    <a:pt x="2145" y="2048"/>
                    <a:pt x="2189" y="2065"/>
                    <a:pt x="2240" y="2065"/>
                  </a:cubicBezTo>
                  <a:cubicBezTo>
                    <a:pt x="2292" y="2065"/>
                    <a:pt x="2336" y="2048"/>
                    <a:pt x="2372" y="2014"/>
                  </a:cubicBezTo>
                  <a:cubicBezTo>
                    <a:pt x="2409" y="1980"/>
                    <a:pt x="2427" y="1939"/>
                    <a:pt x="2427" y="1891"/>
                  </a:cubicBezTo>
                  <a:cubicBezTo>
                    <a:pt x="2427" y="1844"/>
                    <a:pt x="2409" y="1803"/>
                    <a:pt x="2372" y="1769"/>
                  </a:cubicBezTo>
                  <a:cubicBezTo>
                    <a:pt x="2335" y="1735"/>
                    <a:pt x="2291" y="1717"/>
                    <a:pt x="2240" y="1717"/>
                  </a:cubicBezTo>
                  <a:close/>
                  <a:moveTo>
                    <a:pt x="2054" y="1391"/>
                  </a:moveTo>
                  <a:cubicBezTo>
                    <a:pt x="2062" y="1391"/>
                    <a:pt x="2084" y="1412"/>
                    <a:pt x="2121" y="1455"/>
                  </a:cubicBezTo>
                  <a:cubicBezTo>
                    <a:pt x="2158" y="1497"/>
                    <a:pt x="2183" y="1527"/>
                    <a:pt x="2197" y="1546"/>
                  </a:cubicBezTo>
                  <a:cubicBezTo>
                    <a:pt x="2216" y="1544"/>
                    <a:pt x="2231" y="1544"/>
                    <a:pt x="2240" y="1544"/>
                  </a:cubicBezTo>
                  <a:cubicBezTo>
                    <a:pt x="2250" y="1544"/>
                    <a:pt x="2265" y="1544"/>
                    <a:pt x="2284" y="1546"/>
                  </a:cubicBezTo>
                  <a:cubicBezTo>
                    <a:pt x="2334" y="1482"/>
                    <a:pt x="2379" y="1431"/>
                    <a:pt x="2418" y="1394"/>
                  </a:cubicBezTo>
                  <a:lnTo>
                    <a:pt x="2427" y="1391"/>
                  </a:lnTo>
                  <a:cubicBezTo>
                    <a:pt x="2431" y="1391"/>
                    <a:pt x="2491" y="1423"/>
                    <a:pt x="2608" y="1486"/>
                  </a:cubicBezTo>
                  <a:cubicBezTo>
                    <a:pt x="2612" y="1489"/>
                    <a:pt x="2614" y="1492"/>
                    <a:pt x="2614" y="1496"/>
                  </a:cubicBezTo>
                  <a:cubicBezTo>
                    <a:pt x="2614" y="1519"/>
                    <a:pt x="2589" y="1581"/>
                    <a:pt x="2539" y="1683"/>
                  </a:cubicBezTo>
                  <a:cubicBezTo>
                    <a:pt x="2556" y="1704"/>
                    <a:pt x="2571" y="1728"/>
                    <a:pt x="2583" y="1754"/>
                  </a:cubicBezTo>
                  <a:cubicBezTo>
                    <a:pt x="2728" y="1768"/>
                    <a:pt x="2800" y="1782"/>
                    <a:pt x="2800" y="1796"/>
                  </a:cubicBezTo>
                  <a:lnTo>
                    <a:pt x="2800" y="1986"/>
                  </a:lnTo>
                  <a:cubicBezTo>
                    <a:pt x="2800" y="2001"/>
                    <a:pt x="2728" y="2015"/>
                    <a:pt x="2583" y="2028"/>
                  </a:cubicBezTo>
                  <a:cubicBezTo>
                    <a:pt x="2572" y="2053"/>
                    <a:pt x="2557" y="2076"/>
                    <a:pt x="2539" y="2099"/>
                  </a:cubicBezTo>
                  <a:cubicBezTo>
                    <a:pt x="2589" y="2201"/>
                    <a:pt x="2614" y="2264"/>
                    <a:pt x="2614" y="2287"/>
                  </a:cubicBezTo>
                  <a:cubicBezTo>
                    <a:pt x="2614" y="2290"/>
                    <a:pt x="2612" y="2293"/>
                    <a:pt x="2608" y="2296"/>
                  </a:cubicBezTo>
                  <a:cubicBezTo>
                    <a:pt x="2489" y="2360"/>
                    <a:pt x="2429" y="2392"/>
                    <a:pt x="2427" y="2392"/>
                  </a:cubicBezTo>
                  <a:cubicBezTo>
                    <a:pt x="2419" y="2392"/>
                    <a:pt x="2397" y="2371"/>
                    <a:pt x="2360" y="2329"/>
                  </a:cubicBezTo>
                  <a:cubicBezTo>
                    <a:pt x="2323" y="2286"/>
                    <a:pt x="2298" y="2255"/>
                    <a:pt x="2284" y="2236"/>
                  </a:cubicBezTo>
                  <a:cubicBezTo>
                    <a:pt x="2265" y="2238"/>
                    <a:pt x="2250" y="2239"/>
                    <a:pt x="2240" y="2239"/>
                  </a:cubicBezTo>
                  <a:cubicBezTo>
                    <a:pt x="2231" y="2239"/>
                    <a:pt x="2216" y="2238"/>
                    <a:pt x="2197" y="2236"/>
                  </a:cubicBezTo>
                  <a:cubicBezTo>
                    <a:pt x="2183" y="2255"/>
                    <a:pt x="2158" y="2286"/>
                    <a:pt x="2121" y="2329"/>
                  </a:cubicBezTo>
                  <a:cubicBezTo>
                    <a:pt x="2084" y="2371"/>
                    <a:pt x="2062" y="2392"/>
                    <a:pt x="2054" y="2392"/>
                  </a:cubicBezTo>
                  <a:cubicBezTo>
                    <a:pt x="2052" y="2392"/>
                    <a:pt x="1992" y="2360"/>
                    <a:pt x="1873" y="2296"/>
                  </a:cubicBezTo>
                  <a:cubicBezTo>
                    <a:pt x="1869" y="2293"/>
                    <a:pt x="1867" y="2290"/>
                    <a:pt x="1867" y="2287"/>
                  </a:cubicBezTo>
                  <a:cubicBezTo>
                    <a:pt x="1867" y="2264"/>
                    <a:pt x="1892" y="2201"/>
                    <a:pt x="1942" y="2099"/>
                  </a:cubicBezTo>
                  <a:cubicBezTo>
                    <a:pt x="1924" y="2076"/>
                    <a:pt x="1909" y="2053"/>
                    <a:pt x="1898" y="2028"/>
                  </a:cubicBezTo>
                  <a:cubicBezTo>
                    <a:pt x="1753" y="2015"/>
                    <a:pt x="1680" y="2001"/>
                    <a:pt x="1680" y="1986"/>
                  </a:cubicBezTo>
                  <a:lnTo>
                    <a:pt x="1680" y="1796"/>
                  </a:lnTo>
                  <a:cubicBezTo>
                    <a:pt x="1680" y="1782"/>
                    <a:pt x="1753" y="1768"/>
                    <a:pt x="1898" y="1754"/>
                  </a:cubicBezTo>
                  <a:cubicBezTo>
                    <a:pt x="1910" y="1728"/>
                    <a:pt x="1925" y="1704"/>
                    <a:pt x="1942" y="1683"/>
                  </a:cubicBezTo>
                  <a:cubicBezTo>
                    <a:pt x="1892" y="1581"/>
                    <a:pt x="1867" y="1519"/>
                    <a:pt x="1867" y="1496"/>
                  </a:cubicBezTo>
                  <a:cubicBezTo>
                    <a:pt x="1867" y="1492"/>
                    <a:pt x="1869" y="1489"/>
                    <a:pt x="1873" y="1486"/>
                  </a:cubicBezTo>
                  <a:cubicBezTo>
                    <a:pt x="1877" y="1485"/>
                    <a:pt x="1894" y="1476"/>
                    <a:pt x="1924" y="1459"/>
                  </a:cubicBezTo>
                  <a:cubicBezTo>
                    <a:pt x="1954" y="1443"/>
                    <a:pt x="1983" y="1428"/>
                    <a:pt x="2010" y="1413"/>
                  </a:cubicBezTo>
                  <a:cubicBezTo>
                    <a:pt x="2037" y="1399"/>
                    <a:pt x="2052" y="1391"/>
                    <a:pt x="2054" y="1391"/>
                  </a:cubicBezTo>
                  <a:close/>
                  <a:moveTo>
                    <a:pt x="934" y="848"/>
                  </a:moveTo>
                  <a:cubicBezTo>
                    <a:pt x="831" y="848"/>
                    <a:pt x="743" y="882"/>
                    <a:pt x="670" y="950"/>
                  </a:cubicBezTo>
                  <a:cubicBezTo>
                    <a:pt x="597" y="1018"/>
                    <a:pt x="560" y="1100"/>
                    <a:pt x="560" y="1196"/>
                  </a:cubicBezTo>
                  <a:cubicBezTo>
                    <a:pt x="560" y="1292"/>
                    <a:pt x="597" y="1374"/>
                    <a:pt x="670" y="1442"/>
                  </a:cubicBezTo>
                  <a:cubicBezTo>
                    <a:pt x="743" y="1510"/>
                    <a:pt x="831" y="1544"/>
                    <a:pt x="934" y="1544"/>
                  </a:cubicBezTo>
                  <a:cubicBezTo>
                    <a:pt x="1037" y="1544"/>
                    <a:pt x="1125" y="1510"/>
                    <a:pt x="1198" y="1442"/>
                  </a:cubicBezTo>
                  <a:cubicBezTo>
                    <a:pt x="1271" y="1374"/>
                    <a:pt x="1307" y="1292"/>
                    <a:pt x="1307" y="1196"/>
                  </a:cubicBezTo>
                  <a:cubicBezTo>
                    <a:pt x="1307" y="1100"/>
                    <a:pt x="1271" y="1018"/>
                    <a:pt x="1198" y="950"/>
                  </a:cubicBezTo>
                  <a:cubicBezTo>
                    <a:pt x="1125" y="882"/>
                    <a:pt x="1037" y="848"/>
                    <a:pt x="934" y="848"/>
                  </a:cubicBezTo>
                  <a:close/>
                  <a:moveTo>
                    <a:pt x="2240" y="326"/>
                  </a:moveTo>
                  <a:cubicBezTo>
                    <a:pt x="2190" y="326"/>
                    <a:pt x="2146" y="344"/>
                    <a:pt x="2109" y="378"/>
                  </a:cubicBezTo>
                  <a:cubicBezTo>
                    <a:pt x="2072" y="412"/>
                    <a:pt x="2054" y="453"/>
                    <a:pt x="2054" y="500"/>
                  </a:cubicBezTo>
                  <a:cubicBezTo>
                    <a:pt x="2054" y="548"/>
                    <a:pt x="2072" y="589"/>
                    <a:pt x="2108" y="623"/>
                  </a:cubicBezTo>
                  <a:cubicBezTo>
                    <a:pt x="2145" y="657"/>
                    <a:pt x="2189" y="674"/>
                    <a:pt x="2240" y="674"/>
                  </a:cubicBezTo>
                  <a:cubicBezTo>
                    <a:pt x="2292" y="674"/>
                    <a:pt x="2336" y="657"/>
                    <a:pt x="2372" y="623"/>
                  </a:cubicBezTo>
                  <a:cubicBezTo>
                    <a:pt x="2409" y="589"/>
                    <a:pt x="2427" y="548"/>
                    <a:pt x="2427" y="500"/>
                  </a:cubicBezTo>
                  <a:cubicBezTo>
                    <a:pt x="2427" y="453"/>
                    <a:pt x="2409" y="412"/>
                    <a:pt x="2372" y="378"/>
                  </a:cubicBezTo>
                  <a:cubicBezTo>
                    <a:pt x="2335" y="344"/>
                    <a:pt x="2291" y="326"/>
                    <a:pt x="2240" y="326"/>
                  </a:cubicBezTo>
                  <a:close/>
                  <a:moveTo>
                    <a:pt x="798" y="326"/>
                  </a:moveTo>
                  <a:lnTo>
                    <a:pt x="1069" y="326"/>
                  </a:lnTo>
                  <a:cubicBezTo>
                    <a:pt x="1080" y="326"/>
                    <a:pt x="1090" y="330"/>
                    <a:pt x="1099" y="337"/>
                  </a:cubicBezTo>
                  <a:cubicBezTo>
                    <a:pt x="1107" y="343"/>
                    <a:pt x="1112" y="351"/>
                    <a:pt x="1113" y="360"/>
                  </a:cubicBezTo>
                  <a:lnTo>
                    <a:pt x="1147" y="568"/>
                  </a:lnTo>
                  <a:cubicBezTo>
                    <a:pt x="1180" y="577"/>
                    <a:pt x="1216" y="591"/>
                    <a:pt x="1256" y="610"/>
                  </a:cubicBezTo>
                  <a:lnTo>
                    <a:pt x="1428" y="489"/>
                  </a:lnTo>
                  <a:cubicBezTo>
                    <a:pt x="1436" y="483"/>
                    <a:pt x="1446" y="480"/>
                    <a:pt x="1457" y="480"/>
                  </a:cubicBezTo>
                  <a:cubicBezTo>
                    <a:pt x="1468" y="480"/>
                    <a:pt x="1478" y="484"/>
                    <a:pt x="1488" y="491"/>
                  </a:cubicBezTo>
                  <a:cubicBezTo>
                    <a:pt x="1628" y="611"/>
                    <a:pt x="1698" y="684"/>
                    <a:pt x="1698" y="708"/>
                  </a:cubicBezTo>
                  <a:cubicBezTo>
                    <a:pt x="1698" y="716"/>
                    <a:pt x="1695" y="725"/>
                    <a:pt x="1688" y="734"/>
                  </a:cubicBezTo>
                  <a:cubicBezTo>
                    <a:pt x="1676" y="748"/>
                    <a:pt x="1656" y="773"/>
                    <a:pt x="1627" y="807"/>
                  </a:cubicBezTo>
                  <a:cubicBezTo>
                    <a:pt x="1597" y="842"/>
                    <a:pt x="1575" y="869"/>
                    <a:pt x="1561" y="889"/>
                  </a:cubicBezTo>
                  <a:cubicBezTo>
                    <a:pt x="1583" y="932"/>
                    <a:pt x="1600" y="969"/>
                    <a:pt x="1610" y="1000"/>
                  </a:cubicBezTo>
                  <a:lnTo>
                    <a:pt x="1832" y="1031"/>
                  </a:lnTo>
                  <a:cubicBezTo>
                    <a:pt x="1842" y="1033"/>
                    <a:pt x="1850" y="1038"/>
                    <a:pt x="1857" y="1046"/>
                  </a:cubicBezTo>
                  <a:cubicBezTo>
                    <a:pt x="1864" y="1053"/>
                    <a:pt x="1867" y="1062"/>
                    <a:pt x="1867" y="1072"/>
                  </a:cubicBezTo>
                  <a:lnTo>
                    <a:pt x="1867" y="1323"/>
                  </a:lnTo>
                  <a:cubicBezTo>
                    <a:pt x="1867" y="1333"/>
                    <a:pt x="1864" y="1341"/>
                    <a:pt x="1857" y="1350"/>
                  </a:cubicBezTo>
                  <a:cubicBezTo>
                    <a:pt x="1850" y="1359"/>
                    <a:pt x="1842" y="1363"/>
                    <a:pt x="1834" y="1364"/>
                  </a:cubicBezTo>
                  <a:lnTo>
                    <a:pt x="1608" y="1397"/>
                  </a:lnTo>
                  <a:cubicBezTo>
                    <a:pt x="1597" y="1429"/>
                    <a:pt x="1581" y="1463"/>
                    <a:pt x="1561" y="1500"/>
                  </a:cubicBezTo>
                  <a:cubicBezTo>
                    <a:pt x="1594" y="1544"/>
                    <a:pt x="1638" y="1596"/>
                    <a:pt x="1692" y="1656"/>
                  </a:cubicBezTo>
                  <a:cubicBezTo>
                    <a:pt x="1699" y="1665"/>
                    <a:pt x="1702" y="1674"/>
                    <a:pt x="1702" y="1683"/>
                  </a:cubicBezTo>
                  <a:cubicBezTo>
                    <a:pt x="1702" y="1694"/>
                    <a:pt x="1699" y="1703"/>
                    <a:pt x="1692" y="1709"/>
                  </a:cubicBezTo>
                  <a:cubicBezTo>
                    <a:pt x="1670" y="1736"/>
                    <a:pt x="1630" y="1777"/>
                    <a:pt x="1572" y="1831"/>
                  </a:cubicBezTo>
                  <a:cubicBezTo>
                    <a:pt x="1514" y="1885"/>
                    <a:pt x="1476" y="1912"/>
                    <a:pt x="1457" y="1912"/>
                  </a:cubicBezTo>
                  <a:cubicBezTo>
                    <a:pt x="1447" y="1912"/>
                    <a:pt x="1436" y="1908"/>
                    <a:pt x="1427" y="1902"/>
                  </a:cubicBezTo>
                  <a:lnTo>
                    <a:pt x="1259" y="1780"/>
                  </a:lnTo>
                  <a:cubicBezTo>
                    <a:pt x="1223" y="1797"/>
                    <a:pt x="1186" y="1811"/>
                    <a:pt x="1147" y="1822"/>
                  </a:cubicBezTo>
                  <a:cubicBezTo>
                    <a:pt x="1136" y="1920"/>
                    <a:pt x="1125" y="1990"/>
                    <a:pt x="1113" y="2033"/>
                  </a:cubicBezTo>
                  <a:cubicBezTo>
                    <a:pt x="1106" y="2054"/>
                    <a:pt x="1092" y="2065"/>
                    <a:pt x="1069" y="2065"/>
                  </a:cubicBezTo>
                  <a:lnTo>
                    <a:pt x="798" y="2065"/>
                  </a:lnTo>
                  <a:cubicBezTo>
                    <a:pt x="787" y="2065"/>
                    <a:pt x="778" y="2062"/>
                    <a:pt x="769" y="2055"/>
                  </a:cubicBezTo>
                  <a:cubicBezTo>
                    <a:pt x="760" y="2048"/>
                    <a:pt x="755" y="2040"/>
                    <a:pt x="754" y="2031"/>
                  </a:cubicBezTo>
                  <a:lnTo>
                    <a:pt x="721" y="1823"/>
                  </a:lnTo>
                  <a:cubicBezTo>
                    <a:pt x="688" y="1814"/>
                    <a:pt x="651" y="1800"/>
                    <a:pt x="612" y="1781"/>
                  </a:cubicBezTo>
                  <a:lnTo>
                    <a:pt x="439" y="1902"/>
                  </a:lnTo>
                  <a:cubicBezTo>
                    <a:pt x="433" y="1908"/>
                    <a:pt x="423" y="1912"/>
                    <a:pt x="410" y="1912"/>
                  </a:cubicBezTo>
                  <a:cubicBezTo>
                    <a:pt x="400" y="1912"/>
                    <a:pt x="389" y="1908"/>
                    <a:pt x="380" y="1901"/>
                  </a:cubicBezTo>
                  <a:cubicBezTo>
                    <a:pt x="240" y="1780"/>
                    <a:pt x="170" y="1708"/>
                    <a:pt x="170" y="1683"/>
                  </a:cubicBezTo>
                  <a:cubicBezTo>
                    <a:pt x="170" y="1675"/>
                    <a:pt x="173" y="1667"/>
                    <a:pt x="180" y="1658"/>
                  </a:cubicBezTo>
                  <a:cubicBezTo>
                    <a:pt x="190" y="1645"/>
                    <a:pt x="210" y="1621"/>
                    <a:pt x="240" y="1586"/>
                  </a:cubicBezTo>
                  <a:cubicBezTo>
                    <a:pt x="270" y="1550"/>
                    <a:pt x="293" y="1523"/>
                    <a:pt x="308" y="1503"/>
                  </a:cubicBezTo>
                  <a:cubicBezTo>
                    <a:pt x="286" y="1463"/>
                    <a:pt x="269" y="1426"/>
                    <a:pt x="257" y="1391"/>
                  </a:cubicBezTo>
                  <a:lnTo>
                    <a:pt x="35" y="1359"/>
                  </a:lnTo>
                  <a:cubicBezTo>
                    <a:pt x="26" y="1358"/>
                    <a:pt x="17" y="1354"/>
                    <a:pt x="11" y="1346"/>
                  </a:cubicBezTo>
                  <a:cubicBezTo>
                    <a:pt x="4" y="1338"/>
                    <a:pt x="0" y="1329"/>
                    <a:pt x="0" y="1319"/>
                  </a:cubicBezTo>
                  <a:lnTo>
                    <a:pt x="0" y="1068"/>
                  </a:lnTo>
                  <a:cubicBezTo>
                    <a:pt x="0" y="1059"/>
                    <a:pt x="4" y="1050"/>
                    <a:pt x="11" y="1042"/>
                  </a:cubicBezTo>
                  <a:cubicBezTo>
                    <a:pt x="17" y="1033"/>
                    <a:pt x="25" y="1028"/>
                    <a:pt x="34" y="1027"/>
                  </a:cubicBezTo>
                  <a:lnTo>
                    <a:pt x="260" y="995"/>
                  </a:lnTo>
                  <a:cubicBezTo>
                    <a:pt x="271" y="963"/>
                    <a:pt x="286" y="929"/>
                    <a:pt x="307" y="892"/>
                  </a:cubicBezTo>
                  <a:cubicBezTo>
                    <a:pt x="274" y="848"/>
                    <a:pt x="230" y="796"/>
                    <a:pt x="175" y="735"/>
                  </a:cubicBezTo>
                  <a:cubicBezTo>
                    <a:pt x="169" y="725"/>
                    <a:pt x="165" y="716"/>
                    <a:pt x="165" y="708"/>
                  </a:cubicBezTo>
                  <a:cubicBezTo>
                    <a:pt x="165" y="697"/>
                    <a:pt x="169" y="688"/>
                    <a:pt x="175" y="681"/>
                  </a:cubicBezTo>
                  <a:cubicBezTo>
                    <a:pt x="197" y="654"/>
                    <a:pt x="237" y="614"/>
                    <a:pt x="295" y="560"/>
                  </a:cubicBezTo>
                  <a:cubicBezTo>
                    <a:pt x="353" y="507"/>
                    <a:pt x="392" y="480"/>
                    <a:pt x="410" y="480"/>
                  </a:cubicBezTo>
                  <a:cubicBezTo>
                    <a:pt x="421" y="480"/>
                    <a:pt x="431" y="483"/>
                    <a:pt x="441" y="489"/>
                  </a:cubicBezTo>
                  <a:lnTo>
                    <a:pt x="609" y="612"/>
                  </a:lnTo>
                  <a:cubicBezTo>
                    <a:pt x="642" y="595"/>
                    <a:pt x="679" y="581"/>
                    <a:pt x="721" y="568"/>
                  </a:cubicBezTo>
                  <a:cubicBezTo>
                    <a:pt x="732" y="470"/>
                    <a:pt x="743" y="401"/>
                    <a:pt x="754" y="359"/>
                  </a:cubicBezTo>
                  <a:cubicBezTo>
                    <a:pt x="761" y="337"/>
                    <a:pt x="776" y="326"/>
                    <a:pt x="798" y="326"/>
                  </a:cubicBezTo>
                  <a:close/>
                  <a:moveTo>
                    <a:pt x="2054" y="0"/>
                  </a:moveTo>
                  <a:cubicBezTo>
                    <a:pt x="2062" y="0"/>
                    <a:pt x="2084" y="22"/>
                    <a:pt x="2121" y="64"/>
                  </a:cubicBezTo>
                  <a:cubicBezTo>
                    <a:pt x="2158" y="106"/>
                    <a:pt x="2183" y="136"/>
                    <a:pt x="2197" y="155"/>
                  </a:cubicBezTo>
                  <a:cubicBezTo>
                    <a:pt x="2216" y="154"/>
                    <a:pt x="2231" y="153"/>
                    <a:pt x="2240" y="153"/>
                  </a:cubicBezTo>
                  <a:cubicBezTo>
                    <a:pt x="2250" y="153"/>
                    <a:pt x="2265" y="154"/>
                    <a:pt x="2284" y="155"/>
                  </a:cubicBezTo>
                  <a:cubicBezTo>
                    <a:pt x="2334" y="91"/>
                    <a:pt x="2379" y="40"/>
                    <a:pt x="2418" y="3"/>
                  </a:cubicBezTo>
                  <a:lnTo>
                    <a:pt x="2427" y="0"/>
                  </a:lnTo>
                  <a:cubicBezTo>
                    <a:pt x="2431" y="0"/>
                    <a:pt x="2491" y="32"/>
                    <a:pt x="2608" y="96"/>
                  </a:cubicBezTo>
                  <a:cubicBezTo>
                    <a:pt x="2612" y="98"/>
                    <a:pt x="2614" y="101"/>
                    <a:pt x="2614" y="105"/>
                  </a:cubicBezTo>
                  <a:cubicBezTo>
                    <a:pt x="2614" y="128"/>
                    <a:pt x="2589" y="190"/>
                    <a:pt x="2539" y="293"/>
                  </a:cubicBezTo>
                  <a:cubicBezTo>
                    <a:pt x="2556" y="313"/>
                    <a:pt x="2571" y="337"/>
                    <a:pt x="2583" y="363"/>
                  </a:cubicBezTo>
                  <a:cubicBezTo>
                    <a:pt x="2728" y="377"/>
                    <a:pt x="2800" y="391"/>
                    <a:pt x="2800" y="405"/>
                  </a:cubicBezTo>
                  <a:lnTo>
                    <a:pt x="2800" y="595"/>
                  </a:lnTo>
                  <a:cubicBezTo>
                    <a:pt x="2800" y="610"/>
                    <a:pt x="2728" y="624"/>
                    <a:pt x="2583" y="638"/>
                  </a:cubicBezTo>
                  <a:cubicBezTo>
                    <a:pt x="2572" y="662"/>
                    <a:pt x="2557" y="686"/>
                    <a:pt x="2539" y="708"/>
                  </a:cubicBezTo>
                  <a:cubicBezTo>
                    <a:pt x="2589" y="810"/>
                    <a:pt x="2614" y="873"/>
                    <a:pt x="2614" y="896"/>
                  </a:cubicBezTo>
                  <a:cubicBezTo>
                    <a:pt x="2614" y="899"/>
                    <a:pt x="2612" y="902"/>
                    <a:pt x="2608" y="905"/>
                  </a:cubicBezTo>
                  <a:cubicBezTo>
                    <a:pt x="2489" y="969"/>
                    <a:pt x="2429" y="1002"/>
                    <a:pt x="2427" y="1002"/>
                  </a:cubicBezTo>
                  <a:cubicBezTo>
                    <a:pt x="2419" y="1002"/>
                    <a:pt x="2397" y="980"/>
                    <a:pt x="2360" y="938"/>
                  </a:cubicBezTo>
                  <a:cubicBezTo>
                    <a:pt x="2323" y="895"/>
                    <a:pt x="2298" y="864"/>
                    <a:pt x="2284" y="845"/>
                  </a:cubicBezTo>
                  <a:cubicBezTo>
                    <a:pt x="2265" y="847"/>
                    <a:pt x="2250" y="848"/>
                    <a:pt x="2240" y="848"/>
                  </a:cubicBezTo>
                  <a:cubicBezTo>
                    <a:pt x="2231" y="848"/>
                    <a:pt x="2216" y="847"/>
                    <a:pt x="2197" y="845"/>
                  </a:cubicBezTo>
                  <a:cubicBezTo>
                    <a:pt x="2183" y="864"/>
                    <a:pt x="2158" y="895"/>
                    <a:pt x="2121" y="938"/>
                  </a:cubicBezTo>
                  <a:cubicBezTo>
                    <a:pt x="2084" y="980"/>
                    <a:pt x="2062" y="1002"/>
                    <a:pt x="2054" y="1002"/>
                  </a:cubicBezTo>
                  <a:cubicBezTo>
                    <a:pt x="2052" y="1002"/>
                    <a:pt x="1992" y="969"/>
                    <a:pt x="1873" y="905"/>
                  </a:cubicBezTo>
                  <a:cubicBezTo>
                    <a:pt x="1869" y="902"/>
                    <a:pt x="1867" y="899"/>
                    <a:pt x="1867" y="896"/>
                  </a:cubicBezTo>
                  <a:cubicBezTo>
                    <a:pt x="1867" y="873"/>
                    <a:pt x="1892" y="810"/>
                    <a:pt x="1942" y="708"/>
                  </a:cubicBezTo>
                  <a:cubicBezTo>
                    <a:pt x="1924" y="686"/>
                    <a:pt x="1909" y="662"/>
                    <a:pt x="1898" y="638"/>
                  </a:cubicBezTo>
                  <a:cubicBezTo>
                    <a:pt x="1753" y="624"/>
                    <a:pt x="1680" y="610"/>
                    <a:pt x="1680" y="595"/>
                  </a:cubicBezTo>
                  <a:lnTo>
                    <a:pt x="1680" y="405"/>
                  </a:lnTo>
                  <a:cubicBezTo>
                    <a:pt x="1680" y="391"/>
                    <a:pt x="1753" y="377"/>
                    <a:pt x="1898" y="363"/>
                  </a:cubicBezTo>
                  <a:cubicBezTo>
                    <a:pt x="1910" y="337"/>
                    <a:pt x="1925" y="313"/>
                    <a:pt x="1942" y="293"/>
                  </a:cubicBezTo>
                  <a:cubicBezTo>
                    <a:pt x="1892" y="190"/>
                    <a:pt x="1867" y="128"/>
                    <a:pt x="1867" y="105"/>
                  </a:cubicBezTo>
                  <a:cubicBezTo>
                    <a:pt x="1867" y="101"/>
                    <a:pt x="1869" y="98"/>
                    <a:pt x="1873" y="96"/>
                  </a:cubicBezTo>
                  <a:cubicBezTo>
                    <a:pt x="1877" y="94"/>
                    <a:pt x="1894" y="85"/>
                    <a:pt x="1924" y="68"/>
                  </a:cubicBezTo>
                  <a:cubicBezTo>
                    <a:pt x="1954" y="52"/>
                    <a:pt x="1983" y="37"/>
                    <a:pt x="2010" y="22"/>
                  </a:cubicBezTo>
                  <a:cubicBezTo>
                    <a:pt x="2037" y="8"/>
                    <a:pt x="2052" y="0"/>
                    <a:pt x="2054" y="0"/>
                  </a:cubicBezTo>
                  <a:close/>
                </a:path>
              </a:pathLst>
            </a:custGeom>
            <a:solidFill>
              <a:srgbClr val="31393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33">
              <a:extLst>
                <a:ext uri="{FF2B5EF4-FFF2-40B4-BE49-F238E27FC236}">
                  <a16:creationId xmlns:a16="http://schemas.microsoft.com/office/drawing/2014/main" id="{AB293469-B83D-CBC6-4CD9-C3840B7BD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693" y="3654469"/>
              <a:ext cx="392113" cy="344488"/>
            </a:xfrm>
            <a:custGeom>
              <a:avLst/>
              <a:gdLst>
                <a:gd name="T0" fmla="*/ 971 w 2552"/>
                <a:gd name="T1" fmla="*/ 273 h 2256"/>
                <a:gd name="T2" fmla="*/ 765 w 2552"/>
                <a:gd name="T3" fmla="*/ 352 h 2256"/>
                <a:gd name="T4" fmla="*/ 680 w 2552"/>
                <a:gd name="T5" fmla="*/ 545 h 2256"/>
                <a:gd name="T6" fmla="*/ 709 w 2552"/>
                <a:gd name="T7" fmla="*/ 662 h 2256"/>
                <a:gd name="T8" fmla="*/ 583 w 2552"/>
                <a:gd name="T9" fmla="*/ 635 h 2256"/>
                <a:gd name="T10" fmla="*/ 377 w 2552"/>
                <a:gd name="T11" fmla="*/ 715 h 2256"/>
                <a:gd name="T12" fmla="*/ 292 w 2552"/>
                <a:gd name="T13" fmla="*/ 907 h 2256"/>
                <a:gd name="T14" fmla="*/ 377 w 2552"/>
                <a:gd name="T15" fmla="*/ 1100 h 2256"/>
                <a:gd name="T16" fmla="*/ 583 w 2552"/>
                <a:gd name="T17" fmla="*/ 1179 h 2256"/>
                <a:gd name="T18" fmla="*/ 789 w 2552"/>
                <a:gd name="T19" fmla="*/ 1100 h 2256"/>
                <a:gd name="T20" fmla="*/ 874 w 2552"/>
                <a:gd name="T21" fmla="*/ 907 h 2256"/>
                <a:gd name="T22" fmla="*/ 845 w 2552"/>
                <a:gd name="T23" fmla="*/ 790 h 2256"/>
                <a:gd name="T24" fmla="*/ 971 w 2552"/>
                <a:gd name="T25" fmla="*/ 817 h 2256"/>
                <a:gd name="T26" fmla="*/ 1177 w 2552"/>
                <a:gd name="T27" fmla="*/ 737 h 2256"/>
                <a:gd name="T28" fmla="*/ 1262 w 2552"/>
                <a:gd name="T29" fmla="*/ 545 h 2256"/>
                <a:gd name="T30" fmla="*/ 1177 w 2552"/>
                <a:gd name="T31" fmla="*/ 352 h 2256"/>
                <a:gd name="T32" fmla="*/ 971 w 2552"/>
                <a:gd name="T33" fmla="*/ 273 h 2256"/>
                <a:gd name="T34" fmla="*/ 995 w 2552"/>
                <a:gd name="T35" fmla="*/ 0 h 2256"/>
                <a:gd name="T36" fmla="*/ 1398 w 2552"/>
                <a:gd name="T37" fmla="*/ 146 h 2256"/>
                <a:gd name="T38" fmla="*/ 1553 w 2552"/>
                <a:gd name="T39" fmla="*/ 522 h 2256"/>
                <a:gd name="T40" fmla="*/ 1355 w 2552"/>
                <a:gd name="T41" fmla="*/ 1039 h 2256"/>
                <a:gd name="T42" fmla="*/ 1893 w 2552"/>
                <a:gd name="T43" fmla="*/ 1542 h 2256"/>
                <a:gd name="T44" fmla="*/ 2038 w 2552"/>
                <a:gd name="T45" fmla="*/ 1406 h 2256"/>
                <a:gd name="T46" fmla="*/ 1999 w 2552"/>
                <a:gd name="T47" fmla="*/ 1372 h 2256"/>
                <a:gd name="T48" fmla="*/ 1938 w 2552"/>
                <a:gd name="T49" fmla="*/ 1317 h 2256"/>
                <a:gd name="T50" fmla="*/ 1888 w 2552"/>
                <a:gd name="T51" fmla="*/ 1265 h 2256"/>
                <a:gd name="T52" fmla="*/ 1864 w 2552"/>
                <a:gd name="T53" fmla="*/ 1225 h 2256"/>
                <a:gd name="T54" fmla="*/ 1938 w 2552"/>
                <a:gd name="T55" fmla="*/ 1131 h 2256"/>
                <a:gd name="T56" fmla="*/ 2038 w 2552"/>
                <a:gd name="T57" fmla="*/ 1062 h 2256"/>
                <a:gd name="T58" fmla="*/ 2073 w 2552"/>
                <a:gd name="T59" fmla="*/ 1076 h 2256"/>
                <a:gd name="T60" fmla="*/ 2143 w 2552"/>
                <a:gd name="T61" fmla="*/ 1139 h 2256"/>
                <a:gd name="T62" fmla="*/ 2267 w 2552"/>
                <a:gd name="T63" fmla="*/ 1252 h 2256"/>
                <a:gd name="T64" fmla="*/ 2399 w 2552"/>
                <a:gd name="T65" fmla="*/ 1374 h 2256"/>
                <a:gd name="T66" fmla="*/ 2509 w 2552"/>
                <a:gd name="T67" fmla="*/ 1484 h 2256"/>
                <a:gd name="T68" fmla="*/ 2552 w 2552"/>
                <a:gd name="T69" fmla="*/ 1542 h 2256"/>
                <a:gd name="T70" fmla="*/ 2478 w 2552"/>
                <a:gd name="T71" fmla="*/ 1636 h 2256"/>
                <a:gd name="T72" fmla="*/ 2378 w 2552"/>
                <a:gd name="T73" fmla="*/ 1705 h 2256"/>
                <a:gd name="T74" fmla="*/ 2335 w 2552"/>
                <a:gd name="T75" fmla="*/ 1683 h 2256"/>
                <a:gd name="T76" fmla="*/ 2280 w 2552"/>
                <a:gd name="T77" fmla="*/ 1636 h 2256"/>
                <a:gd name="T78" fmla="*/ 2221 w 2552"/>
                <a:gd name="T79" fmla="*/ 1579 h 2256"/>
                <a:gd name="T80" fmla="*/ 2184 w 2552"/>
                <a:gd name="T81" fmla="*/ 1542 h 2256"/>
                <a:gd name="T82" fmla="*/ 2038 w 2552"/>
                <a:gd name="T83" fmla="*/ 1678 h 2256"/>
                <a:gd name="T84" fmla="*/ 2372 w 2552"/>
                <a:gd name="T85" fmla="*/ 1990 h 2256"/>
                <a:gd name="T86" fmla="*/ 2414 w 2552"/>
                <a:gd name="T87" fmla="*/ 2086 h 2256"/>
                <a:gd name="T88" fmla="*/ 2355 w 2552"/>
                <a:gd name="T89" fmla="*/ 2201 h 2256"/>
                <a:gd name="T90" fmla="*/ 2233 w 2552"/>
                <a:gd name="T91" fmla="*/ 2256 h 2256"/>
                <a:gd name="T92" fmla="*/ 2129 w 2552"/>
                <a:gd name="T93" fmla="*/ 2217 h 2256"/>
                <a:gd name="T94" fmla="*/ 1112 w 2552"/>
                <a:gd name="T95" fmla="*/ 1266 h 2256"/>
                <a:gd name="T96" fmla="*/ 558 w 2552"/>
                <a:gd name="T97" fmla="*/ 1452 h 2256"/>
                <a:gd name="T98" fmla="*/ 156 w 2552"/>
                <a:gd name="T99" fmla="*/ 1306 h 2256"/>
                <a:gd name="T100" fmla="*/ 0 w 2552"/>
                <a:gd name="T101" fmla="*/ 930 h 2256"/>
                <a:gd name="T102" fmla="*/ 145 w 2552"/>
                <a:gd name="T103" fmla="*/ 487 h 2256"/>
                <a:gd name="T104" fmla="*/ 521 w 2552"/>
                <a:gd name="T105" fmla="*/ 135 h 2256"/>
                <a:gd name="T106" fmla="*/ 995 w 2552"/>
                <a:gd name="T107" fmla="*/ 0 h 2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2" h="2256">
                  <a:moveTo>
                    <a:pt x="971" y="273"/>
                  </a:moveTo>
                  <a:cubicBezTo>
                    <a:pt x="890" y="273"/>
                    <a:pt x="821" y="299"/>
                    <a:pt x="765" y="352"/>
                  </a:cubicBezTo>
                  <a:cubicBezTo>
                    <a:pt x="708" y="405"/>
                    <a:pt x="680" y="469"/>
                    <a:pt x="680" y="545"/>
                  </a:cubicBezTo>
                  <a:cubicBezTo>
                    <a:pt x="680" y="584"/>
                    <a:pt x="689" y="624"/>
                    <a:pt x="709" y="662"/>
                  </a:cubicBezTo>
                  <a:cubicBezTo>
                    <a:pt x="667" y="644"/>
                    <a:pt x="625" y="635"/>
                    <a:pt x="583" y="635"/>
                  </a:cubicBezTo>
                  <a:cubicBezTo>
                    <a:pt x="502" y="635"/>
                    <a:pt x="433" y="662"/>
                    <a:pt x="377" y="715"/>
                  </a:cubicBezTo>
                  <a:cubicBezTo>
                    <a:pt x="320" y="768"/>
                    <a:pt x="292" y="832"/>
                    <a:pt x="292" y="907"/>
                  </a:cubicBezTo>
                  <a:cubicBezTo>
                    <a:pt x="292" y="983"/>
                    <a:pt x="320" y="1047"/>
                    <a:pt x="377" y="1100"/>
                  </a:cubicBezTo>
                  <a:cubicBezTo>
                    <a:pt x="433" y="1153"/>
                    <a:pt x="502" y="1179"/>
                    <a:pt x="583" y="1179"/>
                  </a:cubicBezTo>
                  <a:cubicBezTo>
                    <a:pt x="664" y="1179"/>
                    <a:pt x="732" y="1153"/>
                    <a:pt x="789" y="1100"/>
                  </a:cubicBezTo>
                  <a:cubicBezTo>
                    <a:pt x="846" y="1047"/>
                    <a:pt x="874" y="983"/>
                    <a:pt x="874" y="907"/>
                  </a:cubicBezTo>
                  <a:cubicBezTo>
                    <a:pt x="874" y="868"/>
                    <a:pt x="864" y="829"/>
                    <a:pt x="845" y="790"/>
                  </a:cubicBezTo>
                  <a:cubicBezTo>
                    <a:pt x="887" y="808"/>
                    <a:pt x="928" y="817"/>
                    <a:pt x="971" y="817"/>
                  </a:cubicBezTo>
                  <a:cubicBezTo>
                    <a:pt x="1052" y="817"/>
                    <a:pt x="1121" y="790"/>
                    <a:pt x="1177" y="737"/>
                  </a:cubicBezTo>
                  <a:cubicBezTo>
                    <a:pt x="1234" y="684"/>
                    <a:pt x="1262" y="620"/>
                    <a:pt x="1262" y="545"/>
                  </a:cubicBezTo>
                  <a:cubicBezTo>
                    <a:pt x="1262" y="469"/>
                    <a:pt x="1234" y="405"/>
                    <a:pt x="1177" y="352"/>
                  </a:cubicBezTo>
                  <a:cubicBezTo>
                    <a:pt x="1121" y="299"/>
                    <a:pt x="1052" y="273"/>
                    <a:pt x="971" y="273"/>
                  </a:cubicBezTo>
                  <a:close/>
                  <a:moveTo>
                    <a:pt x="995" y="0"/>
                  </a:moveTo>
                  <a:cubicBezTo>
                    <a:pt x="1160" y="0"/>
                    <a:pt x="1294" y="49"/>
                    <a:pt x="1398" y="146"/>
                  </a:cubicBezTo>
                  <a:cubicBezTo>
                    <a:pt x="1501" y="243"/>
                    <a:pt x="1553" y="368"/>
                    <a:pt x="1553" y="522"/>
                  </a:cubicBezTo>
                  <a:cubicBezTo>
                    <a:pt x="1553" y="701"/>
                    <a:pt x="1487" y="873"/>
                    <a:pt x="1355" y="1039"/>
                  </a:cubicBezTo>
                  <a:lnTo>
                    <a:pt x="1893" y="1542"/>
                  </a:lnTo>
                  <a:lnTo>
                    <a:pt x="2038" y="1406"/>
                  </a:lnTo>
                  <a:cubicBezTo>
                    <a:pt x="2035" y="1403"/>
                    <a:pt x="2022" y="1392"/>
                    <a:pt x="1999" y="1372"/>
                  </a:cubicBezTo>
                  <a:cubicBezTo>
                    <a:pt x="1976" y="1351"/>
                    <a:pt x="1956" y="1333"/>
                    <a:pt x="1938" y="1317"/>
                  </a:cubicBezTo>
                  <a:cubicBezTo>
                    <a:pt x="1921" y="1301"/>
                    <a:pt x="1904" y="1284"/>
                    <a:pt x="1888" y="1265"/>
                  </a:cubicBezTo>
                  <a:cubicBezTo>
                    <a:pt x="1872" y="1247"/>
                    <a:pt x="1864" y="1233"/>
                    <a:pt x="1864" y="1225"/>
                  </a:cubicBezTo>
                  <a:cubicBezTo>
                    <a:pt x="1864" y="1209"/>
                    <a:pt x="1889" y="1178"/>
                    <a:pt x="1938" y="1131"/>
                  </a:cubicBezTo>
                  <a:cubicBezTo>
                    <a:pt x="1988" y="1085"/>
                    <a:pt x="2021" y="1062"/>
                    <a:pt x="2038" y="1062"/>
                  </a:cubicBezTo>
                  <a:cubicBezTo>
                    <a:pt x="2052" y="1062"/>
                    <a:pt x="2063" y="1067"/>
                    <a:pt x="2073" y="1076"/>
                  </a:cubicBezTo>
                  <a:cubicBezTo>
                    <a:pt x="2079" y="1082"/>
                    <a:pt x="2103" y="1103"/>
                    <a:pt x="2143" y="1139"/>
                  </a:cubicBezTo>
                  <a:cubicBezTo>
                    <a:pt x="2183" y="1175"/>
                    <a:pt x="2225" y="1213"/>
                    <a:pt x="2267" y="1252"/>
                  </a:cubicBezTo>
                  <a:cubicBezTo>
                    <a:pt x="2310" y="1290"/>
                    <a:pt x="2354" y="1331"/>
                    <a:pt x="2399" y="1374"/>
                  </a:cubicBezTo>
                  <a:cubicBezTo>
                    <a:pt x="2444" y="1416"/>
                    <a:pt x="2480" y="1453"/>
                    <a:pt x="2509" y="1484"/>
                  </a:cubicBezTo>
                  <a:cubicBezTo>
                    <a:pt x="2538" y="1515"/>
                    <a:pt x="2552" y="1535"/>
                    <a:pt x="2552" y="1542"/>
                  </a:cubicBezTo>
                  <a:cubicBezTo>
                    <a:pt x="2552" y="1558"/>
                    <a:pt x="2528" y="1589"/>
                    <a:pt x="2478" y="1636"/>
                  </a:cubicBezTo>
                  <a:cubicBezTo>
                    <a:pt x="2429" y="1682"/>
                    <a:pt x="2395" y="1705"/>
                    <a:pt x="2378" y="1705"/>
                  </a:cubicBezTo>
                  <a:cubicBezTo>
                    <a:pt x="2369" y="1705"/>
                    <a:pt x="2355" y="1698"/>
                    <a:pt x="2335" y="1683"/>
                  </a:cubicBezTo>
                  <a:cubicBezTo>
                    <a:pt x="2315" y="1667"/>
                    <a:pt x="2297" y="1652"/>
                    <a:pt x="2280" y="1636"/>
                  </a:cubicBezTo>
                  <a:cubicBezTo>
                    <a:pt x="2262" y="1620"/>
                    <a:pt x="2243" y="1601"/>
                    <a:pt x="2221" y="1579"/>
                  </a:cubicBezTo>
                  <a:cubicBezTo>
                    <a:pt x="2199" y="1557"/>
                    <a:pt x="2187" y="1545"/>
                    <a:pt x="2184" y="1542"/>
                  </a:cubicBezTo>
                  <a:lnTo>
                    <a:pt x="2038" y="1678"/>
                  </a:lnTo>
                  <a:lnTo>
                    <a:pt x="2372" y="1990"/>
                  </a:lnTo>
                  <a:cubicBezTo>
                    <a:pt x="2400" y="2017"/>
                    <a:pt x="2414" y="2049"/>
                    <a:pt x="2414" y="2086"/>
                  </a:cubicBezTo>
                  <a:cubicBezTo>
                    <a:pt x="2414" y="2126"/>
                    <a:pt x="2395" y="2164"/>
                    <a:pt x="2355" y="2201"/>
                  </a:cubicBezTo>
                  <a:cubicBezTo>
                    <a:pt x="2316" y="2238"/>
                    <a:pt x="2275" y="2256"/>
                    <a:pt x="2233" y="2256"/>
                  </a:cubicBezTo>
                  <a:cubicBezTo>
                    <a:pt x="2192" y="2256"/>
                    <a:pt x="2158" y="2243"/>
                    <a:pt x="2129" y="2217"/>
                  </a:cubicBezTo>
                  <a:lnTo>
                    <a:pt x="1112" y="1266"/>
                  </a:lnTo>
                  <a:cubicBezTo>
                    <a:pt x="934" y="1390"/>
                    <a:pt x="750" y="1452"/>
                    <a:pt x="558" y="1452"/>
                  </a:cubicBezTo>
                  <a:cubicBezTo>
                    <a:pt x="394" y="1452"/>
                    <a:pt x="260" y="1403"/>
                    <a:pt x="156" y="1306"/>
                  </a:cubicBezTo>
                  <a:cubicBezTo>
                    <a:pt x="52" y="1209"/>
                    <a:pt x="0" y="1084"/>
                    <a:pt x="0" y="930"/>
                  </a:cubicBezTo>
                  <a:cubicBezTo>
                    <a:pt x="0" y="779"/>
                    <a:pt x="48" y="631"/>
                    <a:pt x="145" y="487"/>
                  </a:cubicBezTo>
                  <a:cubicBezTo>
                    <a:pt x="241" y="342"/>
                    <a:pt x="366" y="225"/>
                    <a:pt x="521" y="135"/>
                  </a:cubicBezTo>
                  <a:cubicBezTo>
                    <a:pt x="675" y="45"/>
                    <a:pt x="833" y="0"/>
                    <a:pt x="995" y="0"/>
                  </a:cubicBezTo>
                  <a:close/>
                </a:path>
              </a:pathLst>
            </a:custGeom>
            <a:solidFill>
              <a:srgbClr val="31393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2726663B-39AA-D6AC-7B76-E683012AED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4405" y="3689394"/>
              <a:ext cx="323850" cy="276225"/>
            </a:xfrm>
            <a:custGeom>
              <a:avLst/>
              <a:gdLst>
                <a:gd name="T0" fmla="*/ 943 w 2111"/>
                <a:gd name="T1" fmla="*/ 1252 h 1808"/>
                <a:gd name="T2" fmla="*/ 917 w 2111"/>
                <a:gd name="T3" fmla="*/ 1262 h 1808"/>
                <a:gd name="T4" fmla="*/ 906 w 2111"/>
                <a:gd name="T5" fmla="*/ 1288 h 1808"/>
                <a:gd name="T6" fmla="*/ 906 w 2111"/>
                <a:gd name="T7" fmla="*/ 1494 h 1808"/>
                <a:gd name="T8" fmla="*/ 917 w 2111"/>
                <a:gd name="T9" fmla="*/ 1520 h 1808"/>
                <a:gd name="T10" fmla="*/ 943 w 2111"/>
                <a:gd name="T11" fmla="*/ 1530 h 1808"/>
                <a:gd name="T12" fmla="*/ 1168 w 2111"/>
                <a:gd name="T13" fmla="*/ 1530 h 1808"/>
                <a:gd name="T14" fmla="*/ 1194 w 2111"/>
                <a:gd name="T15" fmla="*/ 1520 h 1808"/>
                <a:gd name="T16" fmla="*/ 1205 w 2111"/>
                <a:gd name="T17" fmla="*/ 1494 h 1808"/>
                <a:gd name="T18" fmla="*/ 1205 w 2111"/>
                <a:gd name="T19" fmla="*/ 1288 h 1808"/>
                <a:gd name="T20" fmla="*/ 1194 w 2111"/>
                <a:gd name="T21" fmla="*/ 1262 h 1808"/>
                <a:gd name="T22" fmla="*/ 1168 w 2111"/>
                <a:gd name="T23" fmla="*/ 1252 h 1808"/>
                <a:gd name="T24" fmla="*/ 943 w 2111"/>
                <a:gd name="T25" fmla="*/ 1252 h 1808"/>
                <a:gd name="T26" fmla="*/ 927 w 2111"/>
                <a:gd name="T27" fmla="*/ 557 h 1808"/>
                <a:gd name="T28" fmla="*/ 899 w 2111"/>
                <a:gd name="T29" fmla="*/ 569 h 1808"/>
                <a:gd name="T30" fmla="*/ 887 w 2111"/>
                <a:gd name="T31" fmla="*/ 592 h 1808"/>
                <a:gd name="T32" fmla="*/ 907 w 2111"/>
                <a:gd name="T33" fmla="*/ 1088 h 1808"/>
                <a:gd name="T34" fmla="*/ 919 w 2111"/>
                <a:gd name="T35" fmla="*/ 1106 h 1808"/>
                <a:gd name="T36" fmla="*/ 947 w 2111"/>
                <a:gd name="T37" fmla="*/ 1113 h 1808"/>
                <a:gd name="T38" fmla="*/ 1163 w 2111"/>
                <a:gd name="T39" fmla="*/ 1113 h 1808"/>
                <a:gd name="T40" fmla="*/ 1190 w 2111"/>
                <a:gd name="T41" fmla="*/ 1106 h 1808"/>
                <a:gd name="T42" fmla="*/ 1203 w 2111"/>
                <a:gd name="T43" fmla="*/ 1088 h 1808"/>
                <a:gd name="T44" fmla="*/ 1224 w 2111"/>
                <a:gd name="T45" fmla="*/ 589 h 1808"/>
                <a:gd name="T46" fmla="*/ 1212 w 2111"/>
                <a:gd name="T47" fmla="*/ 569 h 1808"/>
                <a:gd name="T48" fmla="*/ 1184 w 2111"/>
                <a:gd name="T49" fmla="*/ 557 h 1808"/>
                <a:gd name="T50" fmla="*/ 927 w 2111"/>
                <a:gd name="T51" fmla="*/ 557 h 1808"/>
                <a:gd name="T52" fmla="*/ 1055 w 2111"/>
                <a:gd name="T53" fmla="*/ 0 h 1808"/>
                <a:gd name="T54" fmla="*/ 1131 w 2111"/>
                <a:gd name="T55" fmla="*/ 20 h 1808"/>
                <a:gd name="T56" fmla="*/ 1186 w 2111"/>
                <a:gd name="T57" fmla="*/ 73 h 1808"/>
                <a:gd name="T58" fmla="*/ 2084 w 2111"/>
                <a:gd name="T59" fmla="*/ 1603 h 1808"/>
                <a:gd name="T60" fmla="*/ 2081 w 2111"/>
                <a:gd name="T61" fmla="*/ 1740 h 1808"/>
                <a:gd name="T62" fmla="*/ 2027 w 2111"/>
                <a:gd name="T63" fmla="*/ 1790 h 1808"/>
                <a:gd name="T64" fmla="*/ 1953 w 2111"/>
                <a:gd name="T65" fmla="*/ 1808 h 1808"/>
                <a:gd name="T66" fmla="*/ 158 w 2111"/>
                <a:gd name="T67" fmla="*/ 1808 h 1808"/>
                <a:gd name="T68" fmla="*/ 84 w 2111"/>
                <a:gd name="T69" fmla="*/ 1790 h 1808"/>
                <a:gd name="T70" fmla="*/ 30 w 2111"/>
                <a:gd name="T71" fmla="*/ 1740 h 1808"/>
                <a:gd name="T72" fmla="*/ 27 w 2111"/>
                <a:gd name="T73" fmla="*/ 1603 h 1808"/>
                <a:gd name="T74" fmla="*/ 925 w 2111"/>
                <a:gd name="T75" fmla="*/ 73 h 1808"/>
                <a:gd name="T76" fmla="*/ 980 w 2111"/>
                <a:gd name="T77" fmla="*/ 20 h 1808"/>
                <a:gd name="T78" fmla="*/ 1055 w 2111"/>
                <a:gd name="T79" fmla="*/ 0 h 1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11" h="1808">
                  <a:moveTo>
                    <a:pt x="943" y="1252"/>
                  </a:moveTo>
                  <a:cubicBezTo>
                    <a:pt x="933" y="1252"/>
                    <a:pt x="924" y="1256"/>
                    <a:pt x="917" y="1262"/>
                  </a:cubicBezTo>
                  <a:cubicBezTo>
                    <a:pt x="910" y="1269"/>
                    <a:pt x="906" y="1278"/>
                    <a:pt x="906" y="1288"/>
                  </a:cubicBezTo>
                  <a:lnTo>
                    <a:pt x="906" y="1494"/>
                  </a:lnTo>
                  <a:cubicBezTo>
                    <a:pt x="906" y="1505"/>
                    <a:pt x="910" y="1513"/>
                    <a:pt x="917" y="1520"/>
                  </a:cubicBezTo>
                  <a:cubicBezTo>
                    <a:pt x="924" y="1527"/>
                    <a:pt x="933" y="1530"/>
                    <a:pt x="943" y="1530"/>
                  </a:cubicBezTo>
                  <a:lnTo>
                    <a:pt x="1168" y="1530"/>
                  </a:lnTo>
                  <a:cubicBezTo>
                    <a:pt x="1178" y="1530"/>
                    <a:pt x="1187" y="1527"/>
                    <a:pt x="1194" y="1520"/>
                  </a:cubicBezTo>
                  <a:cubicBezTo>
                    <a:pt x="1201" y="1513"/>
                    <a:pt x="1205" y="1505"/>
                    <a:pt x="1205" y="1494"/>
                  </a:cubicBezTo>
                  <a:lnTo>
                    <a:pt x="1205" y="1288"/>
                  </a:lnTo>
                  <a:cubicBezTo>
                    <a:pt x="1205" y="1278"/>
                    <a:pt x="1201" y="1269"/>
                    <a:pt x="1194" y="1262"/>
                  </a:cubicBezTo>
                  <a:cubicBezTo>
                    <a:pt x="1187" y="1256"/>
                    <a:pt x="1178" y="1252"/>
                    <a:pt x="1168" y="1252"/>
                  </a:cubicBezTo>
                  <a:lnTo>
                    <a:pt x="943" y="1252"/>
                  </a:lnTo>
                  <a:close/>
                  <a:moveTo>
                    <a:pt x="927" y="557"/>
                  </a:moveTo>
                  <a:cubicBezTo>
                    <a:pt x="918" y="557"/>
                    <a:pt x="909" y="561"/>
                    <a:pt x="899" y="569"/>
                  </a:cubicBezTo>
                  <a:cubicBezTo>
                    <a:pt x="891" y="574"/>
                    <a:pt x="887" y="581"/>
                    <a:pt x="887" y="592"/>
                  </a:cubicBezTo>
                  <a:lnTo>
                    <a:pt x="907" y="1088"/>
                  </a:lnTo>
                  <a:cubicBezTo>
                    <a:pt x="907" y="1095"/>
                    <a:pt x="911" y="1101"/>
                    <a:pt x="919" y="1106"/>
                  </a:cubicBezTo>
                  <a:cubicBezTo>
                    <a:pt x="927" y="1111"/>
                    <a:pt x="936" y="1113"/>
                    <a:pt x="947" y="1113"/>
                  </a:cubicBezTo>
                  <a:lnTo>
                    <a:pt x="1163" y="1113"/>
                  </a:lnTo>
                  <a:cubicBezTo>
                    <a:pt x="1174" y="1113"/>
                    <a:pt x="1183" y="1111"/>
                    <a:pt x="1190" y="1106"/>
                  </a:cubicBezTo>
                  <a:cubicBezTo>
                    <a:pt x="1198" y="1101"/>
                    <a:pt x="1202" y="1095"/>
                    <a:pt x="1203" y="1088"/>
                  </a:cubicBezTo>
                  <a:lnTo>
                    <a:pt x="1224" y="589"/>
                  </a:lnTo>
                  <a:cubicBezTo>
                    <a:pt x="1224" y="581"/>
                    <a:pt x="1220" y="574"/>
                    <a:pt x="1212" y="569"/>
                  </a:cubicBezTo>
                  <a:cubicBezTo>
                    <a:pt x="1202" y="561"/>
                    <a:pt x="1193" y="557"/>
                    <a:pt x="1184" y="557"/>
                  </a:cubicBezTo>
                  <a:lnTo>
                    <a:pt x="927" y="557"/>
                  </a:lnTo>
                  <a:close/>
                  <a:moveTo>
                    <a:pt x="1055" y="0"/>
                  </a:moveTo>
                  <a:cubicBezTo>
                    <a:pt x="1083" y="0"/>
                    <a:pt x="1108" y="7"/>
                    <a:pt x="1131" y="20"/>
                  </a:cubicBezTo>
                  <a:cubicBezTo>
                    <a:pt x="1155" y="33"/>
                    <a:pt x="1173" y="51"/>
                    <a:pt x="1186" y="73"/>
                  </a:cubicBezTo>
                  <a:lnTo>
                    <a:pt x="2084" y="1603"/>
                  </a:lnTo>
                  <a:cubicBezTo>
                    <a:pt x="2111" y="1649"/>
                    <a:pt x="2110" y="1694"/>
                    <a:pt x="2081" y="1740"/>
                  </a:cubicBezTo>
                  <a:cubicBezTo>
                    <a:pt x="2068" y="1761"/>
                    <a:pt x="2050" y="1778"/>
                    <a:pt x="2027" y="1790"/>
                  </a:cubicBezTo>
                  <a:cubicBezTo>
                    <a:pt x="2004" y="1802"/>
                    <a:pt x="1979" y="1808"/>
                    <a:pt x="1953" y="1808"/>
                  </a:cubicBezTo>
                  <a:lnTo>
                    <a:pt x="158" y="1808"/>
                  </a:lnTo>
                  <a:cubicBezTo>
                    <a:pt x="132" y="1808"/>
                    <a:pt x="107" y="1802"/>
                    <a:pt x="84" y="1790"/>
                  </a:cubicBezTo>
                  <a:cubicBezTo>
                    <a:pt x="61" y="1778"/>
                    <a:pt x="43" y="1761"/>
                    <a:pt x="30" y="1740"/>
                  </a:cubicBezTo>
                  <a:cubicBezTo>
                    <a:pt x="1" y="1694"/>
                    <a:pt x="0" y="1649"/>
                    <a:pt x="27" y="1603"/>
                  </a:cubicBezTo>
                  <a:lnTo>
                    <a:pt x="925" y="73"/>
                  </a:lnTo>
                  <a:cubicBezTo>
                    <a:pt x="938" y="51"/>
                    <a:pt x="956" y="33"/>
                    <a:pt x="980" y="20"/>
                  </a:cubicBezTo>
                  <a:cubicBezTo>
                    <a:pt x="1003" y="7"/>
                    <a:pt x="1028" y="0"/>
                    <a:pt x="1055" y="0"/>
                  </a:cubicBezTo>
                  <a:close/>
                </a:path>
              </a:pathLst>
            </a:custGeom>
            <a:solidFill>
              <a:srgbClr val="31393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35">
              <a:extLst>
                <a:ext uri="{FF2B5EF4-FFF2-40B4-BE49-F238E27FC236}">
                  <a16:creationId xmlns:a16="http://schemas.microsoft.com/office/drawing/2014/main" id="{0A81A8A3-7A97-85F0-E0E6-4F291A02B0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23455" y="2455907"/>
              <a:ext cx="277813" cy="309563"/>
            </a:xfrm>
            <a:custGeom>
              <a:avLst/>
              <a:gdLst>
                <a:gd name="T0" fmla="*/ 904 w 1808"/>
                <a:gd name="T1" fmla="*/ 278 h 2032"/>
                <a:gd name="T2" fmla="*/ 620 w 1808"/>
                <a:gd name="T3" fmla="*/ 386 h 2032"/>
                <a:gd name="T4" fmla="*/ 503 w 1808"/>
                <a:gd name="T5" fmla="*/ 647 h 2032"/>
                <a:gd name="T6" fmla="*/ 503 w 1808"/>
                <a:gd name="T7" fmla="*/ 924 h 2032"/>
                <a:gd name="T8" fmla="*/ 1306 w 1808"/>
                <a:gd name="T9" fmla="*/ 924 h 2032"/>
                <a:gd name="T10" fmla="*/ 1306 w 1808"/>
                <a:gd name="T11" fmla="*/ 647 h 2032"/>
                <a:gd name="T12" fmla="*/ 1189 w 1808"/>
                <a:gd name="T13" fmla="*/ 386 h 2032"/>
                <a:gd name="T14" fmla="*/ 904 w 1808"/>
                <a:gd name="T15" fmla="*/ 278 h 2032"/>
                <a:gd name="T16" fmla="*/ 904 w 1808"/>
                <a:gd name="T17" fmla="*/ 0 h 2032"/>
                <a:gd name="T18" fmla="*/ 1400 w 1808"/>
                <a:gd name="T19" fmla="*/ 191 h 2032"/>
                <a:gd name="T20" fmla="*/ 1608 w 1808"/>
                <a:gd name="T21" fmla="*/ 647 h 2032"/>
                <a:gd name="T22" fmla="*/ 1608 w 1808"/>
                <a:gd name="T23" fmla="*/ 924 h 2032"/>
                <a:gd name="T24" fmla="*/ 1658 w 1808"/>
                <a:gd name="T25" fmla="*/ 924 h 2032"/>
                <a:gd name="T26" fmla="*/ 1765 w 1808"/>
                <a:gd name="T27" fmla="*/ 965 h 2032"/>
                <a:gd name="T28" fmla="*/ 1808 w 1808"/>
                <a:gd name="T29" fmla="*/ 1063 h 2032"/>
                <a:gd name="T30" fmla="*/ 1808 w 1808"/>
                <a:gd name="T31" fmla="*/ 1894 h 2032"/>
                <a:gd name="T32" fmla="*/ 1765 w 1808"/>
                <a:gd name="T33" fmla="*/ 1992 h 2032"/>
                <a:gd name="T34" fmla="*/ 1658 w 1808"/>
                <a:gd name="T35" fmla="*/ 2032 h 2032"/>
                <a:gd name="T36" fmla="*/ 151 w 1808"/>
                <a:gd name="T37" fmla="*/ 2032 h 2032"/>
                <a:gd name="T38" fmla="*/ 44 w 1808"/>
                <a:gd name="T39" fmla="*/ 1992 h 2032"/>
                <a:gd name="T40" fmla="*/ 0 w 1808"/>
                <a:gd name="T41" fmla="*/ 1894 h 2032"/>
                <a:gd name="T42" fmla="*/ 0 w 1808"/>
                <a:gd name="T43" fmla="*/ 1063 h 2032"/>
                <a:gd name="T44" fmla="*/ 44 w 1808"/>
                <a:gd name="T45" fmla="*/ 965 h 2032"/>
                <a:gd name="T46" fmla="*/ 151 w 1808"/>
                <a:gd name="T47" fmla="*/ 924 h 2032"/>
                <a:gd name="T48" fmla="*/ 201 w 1808"/>
                <a:gd name="T49" fmla="*/ 924 h 2032"/>
                <a:gd name="T50" fmla="*/ 201 w 1808"/>
                <a:gd name="T51" fmla="*/ 647 h 2032"/>
                <a:gd name="T52" fmla="*/ 409 w 1808"/>
                <a:gd name="T53" fmla="*/ 191 h 2032"/>
                <a:gd name="T54" fmla="*/ 904 w 1808"/>
                <a:gd name="T55" fmla="*/ 0 h 2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8" h="2032">
                  <a:moveTo>
                    <a:pt x="904" y="278"/>
                  </a:moveTo>
                  <a:cubicBezTo>
                    <a:pt x="794" y="278"/>
                    <a:pt x="699" y="314"/>
                    <a:pt x="620" y="386"/>
                  </a:cubicBezTo>
                  <a:cubicBezTo>
                    <a:pt x="542" y="458"/>
                    <a:pt x="503" y="545"/>
                    <a:pt x="503" y="647"/>
                  </a:cubicBezTo>
                  <a:lnTo>
                    <a:pt x="503" y="924"/>
                  </a:lnTo>
                  <a:lnTo>
                    <a:pt x="1306" y="924"/>
                  </a:lnTo>
                  <a:lnTo>
                    <a:pt x="1306" y="647"/>
                  </a:lnTo>
                  <a:cubicBezTo>
                    <a:pt x="1306" y="545"/>
                    <a:pt x="1267" y="458"/>
                    <a:pt x="1189" y="386"/>
                  </a:cubicBezTo>
                  <a:cubicBezTo>
                    <a:pt x="1110" y="314"/>
                    <a:pt x="1015" y="278"/>
                    <a:pt x="904" y="278"/>
                  </a:cubicBezTo>
                  <a:close/>
                  <a:moveTo>
                    <a:pt x="904" y="0"/>
                  </a:moveTo>
                  <a:cubicBezTo>
                    <a:pt x="1097" y="0"/>
                    <a:pt x="1262" y="64"/>
                    <a:pt x="1400" y="191"/>
                  </a:cubicBezTo>
                  <a:cubicBezTo>
                    <a:pt x="1539" y="318"/>
                    <a:pt x="1608" y="470"/>
                    <a:pt x="1608" y="647"/>
                  </a:cubicBezTo>
                  <a:lnTo>
                    <a:pt x="1608" y="924"/>
                  </a:lnTo>
                  <a:lnTo>
                    <a:pt x="1658" y="924"/>
                  </a:lnTo>
                  <a:cubicBezTo>
                    <a:pt x="1700" y="924"/>
                    <a:pt x="1735" y="938"/>
                    <a:pt x="1765" y="965"/>
                  </a:cubicBezTo>
                  <a:cubicBezTo>
                    <a:pt x="1794" y="991"/>
                    <a:pt x="1808" y="1024"/>
                    <a:pt x="1808" y="1063"/>
                  </a:cubicBezTo>
                  <a:lnTo>
                    <a:pt x="1808" y="1894"/>
                  </a:lnTo>
                  <a:cubicBezTo>
                    <a:pt x="1808" y="1932"/>
                    <a:pt x="1794" y="1965"/>
                    <a:pt x="1765" y="1992"/>
                  </a:cubicBezTo>
                  <a:cubicBezTo>
                    <a:pt x="1735" y="2019"/>
                    <a:pt x="1700" y="2032"/>
                    <a:pt x="1658" y="2032"/>
                  </a:cubicBezTo>
                  <a:lnTo>
                    <a:pt x="151" y="2032"/>
                  </a:lnTo>
                  <a:cubicBezTo>
                    <a:pt x="109" y="2032"/>
                    <a:pt x="74" y="2019"/>
                    <a:pt x="44" y="1992"/>
                  </a:cubicBezTo>
                  <a:cubicBezTo>
                    <a:pt x="15" y="1965"/>
                    <a:pt x="0" y="1932"/>
                    <a:pt x="0" y="1894"/>
                  </a:cubicBezTo>
                  <a:lnTo>
                    <a:pt x="0" y="1063"/>
                  </a:lnTo>
                  <a:cubicBezTo>
                    <a:pt x="0" y="1024"/>
                    <a:pt x="15" y="991"/>
                    <a:pt x="44" y="965"/>
                  </a:cubicBezTo>
                  <a:cubicBezTo>
                    <a:pt x="74" y="938"/>
                    <a:pt x="109" y="924"/>
                    <a:pt x="151" y="924"/>
                  </a:cubicBezTo>
                  <a:lnTo>
                    <a:pt x="201" y="924"/>
                  </a:lnTo>
                  <a:lnTo>
                    <a:pt x="201" y="647"/>
                  </a:lnTo>
                  <a:cubicBezTo>
                    <a:pt x="201" y="470"/>
                    <a:pt x="270" y="318"/>
                    <a:pt x="409" y="191"/>
                  </a:cubicBezTo>
                  <a:cubicBezTo>
                    <a:pt x="547" y="64"/>
                    <a:pt x="712" y="0"/>
                    <a:pt x="904" y="0"/>
                  </a:cubicBezTo>
                  <a:close/>
                </a:path>
              </a:pathLst>
            </a:custGeom>
            <a:solidFill>
              <a:srgbClr val="31393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Rectangle 36">
              <a:extLst>
                <a:ext uri="{FF2B5EF4-FFF2-40B4-BE49-F238E27FC236}">
                  <a16:creationId xmlns:a16="http://schemas.microsoft.com/office/drawing/2014/main" id="{AA81E140-CCC6-FB78-626D-7116578EA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1080" y="2638469"/>
              <a:ext cx="180975" cy="90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Rectangle 37">
              <a:extLst>
                <a:ext uri="{FF2B5EF4-FFF2-40B4-BE49-F238E27FC236}">
                  <a16:creationId xmlns:a16="http://schemas.microsoft.com/office/drawing/2014/main" id="{5AE3EDF5-D568-04B3-B054-B6844E728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1930" y="3022644"/>
              <a:ext cx="5111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>
                  <a:ln>
                    <a:noFill/>
                  </a:ln>
                  <a:solidFill>
                    <a:srgbClr val="595959"/>
                  </a:solidFill>
                  <a:effectLst/>
                  <a:latin typeface="Roboto Condensed" panose="02000000000000000000" pitchFamily="2" charset="0"/>
                </a:rPr>
                <a:t>DROC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38">
              <a:extLst>
                <a:ext uri="{FF2B5EF4-FFF2-40B4-BE49-F238E27FC236}">
                  <a16:creationId xmlns:a16="http://schemas.microsoft.com/office/drawing/2014/main" id="{68E1CF07-E5A6-E6A8-B108-F8133C703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5405" y="3217907"/>
              <a:ext cx="766763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92D050"/>
                  </a:solidFill>
                  <a:effectLst/>
                  <a:latin typeface="Roboto Condensed" panose="02000000000000000000" pitchFamily="2" charset="0"/>
                </a:rPr>
                <a:t>ANALYSIS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DDE9004B-390C-4FA7-5504-2CB63F1D3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976" y="1906631"/>
              <a:ext cx="1829833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Rising construction activities increasing nationwide demand for advanced elevated access equipment.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Condensed" panose="020000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Strict safety regulations accelerating adoption of modern, compliant aerial work platforms.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Condensed" panose="020000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Condensed" panose="02000000000000000000" pitchFamily="2" charset="0"/>
              </a:endParaRPr>
            </a:p>
          </p:txBody>
        </p:sp>
        <p:sp>
          <p:nvSpPr>
            <p:cNvPr id="28" name="Rectangle 50">
              <a:extLst>
                <a:ext uri="{FF2B5EF4-FFF2-40B4-BE49-F238E27FC236}">
                  <a16:creationId xmlns:a16="http://schemas.microsoft.com/office/drawing/2014/main" id="{1AA696BE-BAF8-642C-080C-282377C91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8200" y="1590719"/>
              <a:ext cx="586699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>
                  <a:ln>
                    <a:noFill/>
                  </a:ln>
                  <a:solidFill>
                    <a:srgbClr val="1575A8"/>
                  </a:solidFill>
                  <a:effectLst/>
                  <a:latin typeface="Poppins SemiBold" panose="00000700000000000000" pitchFamily="2" charset="0"/>
                  <a:cs typeface="Poppins SemiBold" panose="00000700000000000000" pitchFamily="2" charset="0"/>
                </a:rPr>
                <a:t>DRIVERS</a:t>
              </a:r>
              <a:endPara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29" name="Rectangle 52">
              <a:extLst>
                <a:ext uri="{FF2B5EF4-FFF2-40B4-BE49-F238E27FC236}">
                  <a16:creationId xmlns:a16="http://schemas.microsoft.com/office/drawing/2014/main" id="{7F2C48B1-52C2-1F2A-5102-4EA24D79A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0375" y="1880729"/>
              <a:ext cx="1556537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High upfront equipment costs limiting adoption among small contractors and rental startups</a:t>
              </a:r>
            </a:p>
          </p:txBody>
        </p:sp>
        <p:sp>
          <p:nvSpPr>
            <p:cNvPr id="30" name="Rectangle 55">
              <a:extLst>
                <a:ext uri="{FF2B5EF4-FFF2-40B4-BE49-F238E27FC236}">
                  <a16:creationId xmlns:a16="http://schemas.microsoft.com/office/drawing/2014/main" id="{FAC67579-BE59-802B-4466-B83397892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6393" y="1628819"/>
              <a:ext cx="836768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rgbClr val="E30656"/>
                  </a:solidFill>
                  <a:effectLst/>
                  <a:latin typeface="Poppins SemiBold" panose="00000700000000000000" pitchFamily="2" charset="0"/>
                  <a:cs typeface="Poppins SemiBold" panose="00000700000000000000" pitchFamily="2" charset="0"/>
                </a:rPr>
                <a:t>RESTRAINTS</a:t>
              </a:r>
              <a:endPara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E30656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1" name="Rectangle 57">
              <a:extLst>
                <a:ext uri="{FF2B5EF4-FFF2-40B4-BE49-F238E27FC236}">
                  <a16:creationId xmlns:a16="http://schemas.microsoft.com/office/drawing/2014/main" id="{6640F736-078D-19BA-FC45-75A982C3B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094" y="3916407"/>
              <a:ext cx="1643193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Growing demand for eco-efficient electric platforms opening wide market expansion potential.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66">
              <a:extLst>
                <a:ext uri="{FF2B5EF4-FFF2-40B4-BE49-F238E27FC236}">
                  <a16:creationId xmlns:a16="http://schemas.microsoft.com/office/drawing/2014/main" id="{3863FD5E-875B-C30C-3012-BE88D631F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455" y="3654469"/>
              <a:ext cx="1091646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rgbClr val="FFC000"/>
                  </a:solidFill>
                  <a:effectLst/>
                  <a:latin typeface="Poppins SemiBold" panose="00000700000000000000" pitchFamily="2" charset="0"/>
                  <a:cs typeface="Poppins SemiBold" panose="00000700000000000000" pitchFamily="2" charset="0"/>
                </a:rPr>
                <a:t>OPPORTUNITIES</a:t>
              </a:r>
              <a:endPara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91963336-472E-7792-B0A4-C30539465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6269" y="4052932"/>
              <a:ext cx="1587368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0" lang="en-US" altLang="en-US" sz="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Roboto Condensed" panose="02000000000000000000" pitchFamily="2" charset="0"/>
                </a:rPr>
                <a:t>Skilled operator shortage reducing utilization efficiency and increasing operational safety risks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71">
              <a:extLst>
                <a:ext uri="{FF2B5EF4-FFF2-40B4-BE49-F238E27FC236}">
                  <a16:creationId xmlns:a16="http://schemas.microsoft.com/office/drawing/2014/main" id="{730A2674-7C43-BA77-6609-DA851FDDD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1980" y="3783057"/>
              <a:ext cx="896079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rgbClr val="31393D"/>
                  </a:solidFill>
                  <a:effectLst/>
                  <a:latin typeface="Poppins SemiBold" panose="00000700000000000000" pitchFamily="2" charset="0"/>
                  <a:cs typeface="Poppins SemiBold" panose="00000700000000000000" pitchFamily="2" charset="0"/>
                </a:rPr>
                <a:t>CHALLENGES</a:t>
              </a:r>
              <a:endPara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1393D"/>
                </a:solidFill>
                <a:effectLst/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6" name="Rectangle 76">
              <a:extLst>
                <a:ext uri="{FF2B5EF4-FFF2-40B4-BE49-F238E27FC236}">
                  <a16:creationId xmlns:a16="http://schemas.microsoft.com/office/drawing/2014/main" id="{7C619305-7888-8234-2EBA-78FDA36D7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4793" y="1697082"/>
              <a:ext cx="27305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81448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018C-4283-253D-C464-34BBB4C9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D047D3-0AF0-B26A-A574-0506CDFF9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83" y="183063"/>
            <a:ext cx="2028083" cy="315203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284C063-4FF4-AE23-45C9-6A7FA9492F94}"/>
              </a:ext>
            </a:extLst>
          </p:cNvPr>
          <p:cNvGrpSpPr/>
          <p:nvPr/>
        </p:nvGrpSpPr>
        <p:grpSpPr>
          <a:xfrm>
            <a:off x="2914455" y="1643084"/>
            <a:ext cx="6518912" cy="3391903"/>
            <a:chOff x="2552311" y="255450"/>
            <a:chExt cx="6363089" cy="357183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18C8666-E3BB-5CEC-BCB5-219C7047514E}"/>
                </a:ext>
              </a:extLst>
            </p:cNvPr>
            <p:cNvSpPr/>
            <p:nvPr/>
          </p:nvSpPr>
          <p:spPr>
            <a:xfrm>
              <a:off x="2552311" y="255450"/>
              <a:ext cx="6363089" cy="3571831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A912FCE-A064-1AAF-3490-D7E7CEF4322D}"/>
                </a:ext>
              </a:extLst>
            </p:cNvPr>
            <p:cNvGrpSpPr/>
            <p:nvPr/>
          </p:nvGrpSpPr>
          <p:grpSpPr>
            <a:xfrm>
              <a:off x="2741024" y="1536369"/>
              <a:ext cx="6005209" cy="2160256"/>
              <a:chOff x="2741024" y="1536369"/>
              <a:chExt cx="6005209" cy="2160256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094344DB-A07D-7F99-6B0F-8076C2028CD0}"/>
                  </a:ext>
                </a:extLst>
              </p:cNvPr>
              <p:cNvSpPr/>
              <p:nvPr/>
            </p:nvSpPr>
            <p:spPr>
              <a:xfrm>
                <a:off x="2741024" y="3274030"/>
                <a:ext cx="6005209" cy="422595"/>
              </a:xfrm>
              <a:prstGeom prst="roundRect">
                <a:avLst>
                  <a:gd name="adj" fmla="val 5397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82E2B2-3E8F-56EC-AF89-B9C559C3BB90}"/>
                  </a:ext>
                </a:extLst>
              </p:cNvPr>
              <p:cNvSpPr txBox="1"/>
              <p:nvPr/>
            </p:nvSpPr>
            <p:spPr>
              <a:xfrm>
                <a:off x="3510477" y="3367611"/>
                <a:ext cx="47801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HIGH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1AA2220-2412-4914-6AC3-A93B593D4ABF}"/>
                  </a:ext>
                </a:extLst>
              </p:cNvPr>
              <p:cNvSpPr txBox="1"/>
              <p:nvPr/>
            </p:nvSpPr>
            <p:spPr>
              <a:xfrm>
                <a:off x="5263496" y="3367611"/>
                <a:ext cx="66717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MEDIUM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51B00DB-3F76-47FD-4545-2A59C01B592F}"/>
                  </a:ext>
                </a:extLst>
              </p:cNvPr>
              <p:cNvSpPr txBox="1"/>
              <p:nvPr/>
            </p:nvSpPr>
            <p:spPr>
              <a:xfrm>
                <a:off x="7078010" y="3367611"/>
                <a:ext cx="78435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LOW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03E2360-8DFF-0DDB-D77E-FCECA95DA2A2}"/>
                  </a:ext>
                </a:extLst>
              </p:cNvPr>
              <p:cNvSpPr/>
              <p:nvPr/>
            </p:nvSpPr>
            <p:spPr>
              <a:xfrm>
                <a:off x="4049570" y="3371141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8D2692B-95DF-0CFE-631F-B6E24B610637}"/>
                  </a:ext>
                </a:extLst>
              </p:cNvPr>
              <p:cNvSpPr/>
              <p:nvPr/>
            </p:nvSpPr>
            <p:spPr>
              <a:xfrm>
                <a:off x="5995766" y="3371141"/>
                <a:ext cx="228371" cy="228371"/>
              </a:xfrm>
              <a:prstGeom prst="ellipse">
                <a:avLst/>
              </a:prstGeom>
              <a:solidFill>
                <a:srgbClr val="E2AF3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D830EAF-41EB-3F48-27B1-52AB20F3E205}"/>
                  </a:ext>
                </a:extLst>
              </p:cNvPr>
              <p:cNvSpPr/>
              <p:nvPr/>
            </p:nvSpPr>
            <p:spPr>
              <a:xfrm>
                <a:off x="7748184" y="3371141"/>
                <a:ext cx="228371" cy="228371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E5C2377-D9B8-A828-3689-DD3DE776E7A6}"/>
                  </a:ext>
                </a:extLst>
              </p:cNvPr>
              <p:cNvSpPr/>
              <p:nvPr/>
            </p:nvSpPr>
            <p:spPr>
              <a:xfrm>
                <a:off x="5482895" y="1536369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50760F5-3995-1F9B-88FC-456BEEE78054}"/>
                  </a:ext>
                </a:extLst>
              </p:cNvPr>
              <p:cNvSpPr/>
              <p:nvPr/>
            </p:nvSpPr>
            <p:spPr>
              <a:xfrm>
                <a:off x="6754175" y="1650554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D8F22F1-9641-C17D-0C8E-9603E0CE9162}"/>
                  </a:ext>
                </a:extLst>
              </p:cNvPr>
              <p:cNvSpPr/>
              <p:nvPr/>
            </p:nvSpPr>
            <p:spPr>
              <a:xfrm>
                <a:off x="8025455" y="1764739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1FDE677-D658-6348-E3C7-D35C70BE1E43}"/>
                  </a:ext>
                </a:extLst>
              </p:cNvPr>
              <p:cNvSpPr/>
              <p:nvPr/>
            </p:nvSpPr>
            <p:spPr>
              <a:xfrm>
                <a:off x="5515257" y="2188782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17A03CC-FCBC-5634-51BB-E4BD89483F18}"/>
                  </a:ext>
                </a:extLst>
              </p:cNvPr>
              <p:cNvSpPr/>
              <p:nvPr/>
            </p:nvSpPr>
            <p:spPr>
              <a:xfrm>
                <a:off x="6754175" y="2253385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69331E6-7274-FEF8-02D0-3F3CF42E4C33}"/>
                  </a:ext>
                </a:extLst>
              </p:cNvPr>
              <p:cNvSpPr/>
              <p:nvPr/>
            </p:nvSpPr>
            <p:spPr>
              <a:xfrm>
                <a:off x="7993093" y="2317988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CA451A57-DCA4-BEFE-DC80-A1AD920FB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314033"/>
              </p:ext>
            </p:extLst>
          </p:nvPr>
        </p:nvGraphicFramePr>
        <p:xfrm>
          <a:off x="3093395" y="1791831"/>
          <a:ext cx="6005208" cy="2217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944">
                  <a:extLst>
                    <a:ext uri="{9D8B030D-6E8A-4147-A177-3AD203B41FA5}">
                      <a16:colId xmlns:a16="http://schemas.microsoft.com/office/drawing/2014/main" val="2299567409"/>
                    </a:ext>
                  </a:extLst>
                </a:gridCol>
                <a:gridCol w="1318088">
                  <a:extLst>
                    <a:ext uri="{9D8B030D-6E8A-4147-A177-3AD203B41FA5}">
                      <a16:colId xmlns:a16="http://schemas.microsoft.com/office/drawing/2014/main" val="1111658841"/>
                    </a:ext>
                  </a:extLst>
                </a:gridCol>
                <a:gridCol w="1318088">
                  <a:extLst>
                    <a:ext uri="{9D8B030D-6E8A-4147-A177-3AD203B41FA5}">
                      <a16:colId xmlns:a16="http://schemas.microsoft.com/office/drawing/2014/main" val="3082036886"/>
                    </a:ext>
                  </a:extLst>
                </a:gridCol>
                <a:gridCol w="1318088">
                  <a:extLst>
                    <a:ext uri="{9D8B030D-6E8A-4147-A177-3AD203B41FA5}">
                      <a16:colId xmlns:a16="http://schemas.microsoft.com/office/drawing/2014/main" val="2606020928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</a:rPr>
                        <a:t>DRIVERS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</a:rPr>
                        <a:t>2019–2022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</a:rPr>
                        <a:t>2023–2026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</a:rPr>
                        <a:t>2027–2030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11616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</a:rPr>
                        <a:t>IMPACT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2934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N" sz="1050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</a:rPr>
                        <a:t>Rising construction activities increasing nationwide demand for advanced elevated access equipment	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2281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IN" sz="1050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  <a:cs typeface="Arial" panose="020B0604020202020204" pitchFamily="34" charset="0"/>
                        </a:rPr>
                        <a:t>Strict safety regulations accelerating adoption of modern, compliant aerial work platforms.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888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040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01654-A008-BFEC-A43D-BE4BBE43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E8948B-4F7A-B73F-0229-8F696E586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83" y="183063"/>
            <a:ext cx="2028083" cy="31520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D412F10-6514-110D-B464-A1791DA4BDBE}"/>
              </a:ext>
            </a:extLst>
          </p:cNvPr>
          <p:cNvGrpSpPr/>
          <p:nvPr/>
        </p:nvGrpSpPr>
        <p:grpSpPr>
          <a:xfrm>
            <a:off x="2523736" y="1646314"/>
            <a:ext cx="6400800" cy="2387146"/>
            <a:chOff x="2523736" y="1646314"/>
            <a:chExt cx="6400800" cy="238714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12165BD-EF1D-AF6D-36EF-BE985BE34019}"/>
                </a:ext>
              </a:extLst>
            </p:cNvPr>
            <p:cNvSpPr/>
            <p:nvPr/>
          </p:nvSpPr>
          <p:spPr>
            <a:xfrm>
              <a:off x="2523736" y="1646314"/>
              <a:ext cx="6400800" cy="2387146"/>
            </a:xfrm>
            <a:prstGeom prst="rect">
              <a:avLst/>
            </a:prstGeom>
            <a:solidFill>
              <a:srgbClr val="3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39E2F76-FCE1-F379-06F0-D96A32D818FB}"/>
                </a:ext>
              </a:extLst>
            </p:cNvPr>
            <p:cNvGrpSpPr/>
            <p:nvPr/>
          </p:nvGrpSpPr>
          <p:grpSpPr>
            <a:xfrm>
              <a:off x="2731597" y="2783650"/>
              <a:ext cx="6005209" cy="991265"/>
              <a:chOff x="2731597" y="2783650"/>
              <a:chExt cx="6005209" cy="991265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B2F3EEB-1784-4A0C-3CE4-F8DEC2E5329C}"/>
                  </a:ext>
                </a:extLst>
              </p:cNvPr>
              <p:cNvSpPr/>
              <p:nvPr/>
            </p:nvSpPr>
            <p:spPr>
              <a:xfrm>
                <a:off x="2731597" y="3352320"/>
                <a:ext cx="6005209" cy="422595"/>
              </a:xfrm>
              <a:prstGeom prst="roundRect">
                <a:avLst>
                  <a:gd name="adj" fmla="val 5397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78F093-A4FD-B813-4546-A75DAD23E4E2}"/>
                  </a:ext>
                </a:extLst>
              </p:cNvPr>
              <p:cNvSpPr txBox="1"/>
              <p:nvPr/>
            </p:nvSpPr>
            <p:spPr>
              <a:xfrm>
                <a:off x="3501050" y="3445901"/>
                <a:ext cx="47801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HIGH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13425F-FAE0-D012-085E-B6F851834067}"/>
                  </a:ext>
                </a:extLst>
              </p:cNvPr>
              <p:cNvSpPr txBox="1"/>
              <p:nvPr/>
            </p:nvSpPr>
            <p:spPr>
              <a:xfrm>
                <a:off x="5254069" y="3445901"/>
                <a:ext cx="66717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MEDIUM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EEF314-28DC-3D20-0586-F2A6A42545F0}"/>
                  </a:ext>
                </a:extLst>
              </p:cNvPr>
              <p:cNvSpPr txBox="1"/>
              <p:nvPr/>
            </p:nvSpPr>
            <p:spPr>
              <a:xfrm>
                <a:off x="6998911" y="3445901"/>
                <a:ext cx="78435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LOW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808AE69-97E6-8432-46D4-4D95DFEFDCB3}"/>
                  </a:ext>
                </a:extLst>
              </p:cNvPr>
              <p:cNvSpPr/>
              <p:nvPr/>
            </p:nvSpPr>
            <p:spPr>
              <a:xfrm>
                <a:off x="4040143" y="3449431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DC372A1-4EB8-E0C8-FD7E-F5482129EA23}"/>
                  </a:ext>
                </a:extLst>
              </p:cNvPr>
              <p:cNvSpPr/>
              <p:nvPr/>
            </p:nvSpPr>
            <p:spPr>
              <a:xfrm>
                <a:off x="5986339" y="3449431"/>
                <a:ext cx="228371" cy="228371"/>
              </a:xfrm>
              <a:prstGeom prst="ellipse">
                <a:avLst/>
              </a:prstGeom>
              <a:solidFill>
                <a:srgbClr val="E2AF3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D9551DE-DE6F-0ABC-397A-8DC6ABDBC494}"/>
                  </a:ext>
                </a:extLst>
              </p:cNvPr>
              <p:cNvSpPr/>
              <p:nvPr/>
            </p:nvSpPr>
            <p:spPr>
              <a:xfrm>
                <a:off x="7669085" y="3449431"/>
                <a:ext cx="228371" cy="228371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0F02637-6AFA-2499-C7CC-60B9F947D747}"/>
                  </a:ext>
                </a:extLst>
              </p:cNvPr>
              <p:cNvSpPr/>
              <p:nvPr/>
            </p:nvSpPr>
            <p:spPr>
              <a:xfrm>
                <a:off x="5335460" y="2783650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BEB1049-421D-D359-5EF6-AD675C70A54A}"/>
                  </a:ext>
                </a:extLst>
              </p:cNvPr>
              <p:cNvSpPr/>
              <p:nvPr/>
            </p:nvSpPr>
            <p:spPr>
              <a:xfrm>
                <a:off x="6648005" y="2783650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341928D-0833-A141-00E1-D27357DADCB3}"/>
                  </a:ext>
                </a:extLst>
              </p:cNvPr>
              <p:cNvSpPr/>
              <p:nvPr/>
            </p:nvSpPr>
            <p:spPr>
              <a:xfrm>
                <a:off x="7983410" y="2783650"/>
                <a:ext cx="228371" cy="228371"/>
              </a:xfrm>
              <a:prstGeom prst="ellipse">
                <a:avLst/>
              </a:prstGeom>
              <a:solidFill>
                <a:srgbClr val="E90052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E946F8D-32F0-F45E-C377-23149A2AF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564918"/>
              </p:ext>
            </p:extLst>
          </p:nvPr>
        </p:nvGraphicFramePr>
        <p:xfrm>
          <a:off x="2732390" y="1782286"/>
          <a:ext cx="6005208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944">
                  <a:extLst>
                    <a:ext uri="{9D8B030D-6E8A-4147-A177-3AD203B41FA5}">
                      <a16:colId xmlns:a16="http://schemas.microsoft.com/office/drawing/2014/main" val="2299567409"/>
                    </a:ext>
                  </a:extLst>
                </a:gridCol>
                <a:gridCol w="1318088">
                  <a:extLst>
                    <a:ext uri="{9D8B030D-6E8A-4147-A177-3AD203B41FA5}">
                      <a16:colId xmlns:a16="http://schemas.microsoft.com/office/drawing/2014/main" val="1111658841"/>
                    </a:ext>
                  </a:extLst>
                </a:gridCol>
                <a:gridCol w="1318088">
                  <a:extLst>
                    <a:ext uri="{9D8B030D-6E8A-4147-A177-3AD203B41FA5}">
                      <a16:colId xmlns:a16="http://schemas.microsoft.com/office/drawing/2014/main" val="3082036886"/>
                    </a:ext>
                  </a:extLst>
                </a:gridCol>
                <a:gridCol w="1318088">
                  <a:extLst>
                    <a:ext uri="{9D8B030D-6E8A-4147-A177-3AD203B41FA5}">
                      <a16:colId xmlns:a16="http://schemas.microsoft.com/office/drawing/2014/main" val="2606020928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  <a:cs typeface="+mn-cs"/>
                        </a:rPr>
                        <a:t>RESTRAINT</a:t>
                      </a:r>
                    </a:p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</a:rPr>
                        <a:t>2019–2022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</a:rPr>
                        <a:t>2023–2026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</a:rPr>
                        <a:t>2027–2030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116162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 Condensed" pitchFamily="2" charset="0"/>
                          <a:ea typeface="Roboto Condensed" pitchFamily="2" charset="0"/>
                        </a:rPr>
                        <a:t>IMPACT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2934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Roboto Condensed" pitchFamily="2" charset="0"/>
                          <a:ea typeface="Roboto Condensed" pitchFamily="2" charset="0"/>
                          <a:cs typeface="+mn-cs"/>
                        </a:rPr>
                        <a:t>High upfront equipment costs limiting adoption among small contractors and rental startups.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1"/>
                        </a:solidFill>
                        <a:latin typeface="Roboto Condensed" pitchFamily="2" charset="0"/>
                        <a:ea typeface="Roboto Condensed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228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807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5DD3E-F9B0-4A48-51D2-424FADC70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EE2ACC-19BD-4C67-2F59-557C116B9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383" y="183063"/>
            <a:ext cx="2028083" cy="315203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4612D0BE-A270-9B8E-E547-625E138656EF}"/>
              </a:ext>
            </a:extLst>
          </p:cNvPr>
          <p:cNvGrpSpPr/>
          <p:nvPr/>
        </p:nvGrpSpPr>
        <p:grpSpPr>
          <a:xfrm>
            <a:off x="389062" y="498266"/>
            <a:ext cx="9865096" cy="6021855"/>
            <a:chOff x="3455607" y="2957512"/>
            <a:chExt cx="6526594" cy="4480560"/>
          </a:xfrm>
        </p:grpSpPr>
        <p:grpSp>
          <p:nvGrpSpPr>
            <p:cNvPr id="69" name="Group 89">
              <a:extLst>
                <a:ext uri="{FF2B5EF4-FFF2-40B4-BE49-F238E27FC236}">
                  <a16:creationId xmlns:a16="http://schemas.microsoft.com/office/drawing/2014/main" id="{0F9E2C20-CC09-A882-BF43-C7CEE261B27F}"/>
                </a:ext>
              </a:extLst>
            </p:cNvPr>
            <p:cNvGrpSpPr/>
            <p:nvPr/>
          </p:nvGrpSpPr>
          <p:grpSpPr>
            <a:xfrm>
              <a:off x="3540866" y="2957512"/>
              <a:ext cx="6441335" cy="4480560"/>
              <a:chOff x="3540866" y="2957512"/>
              <a:chExt cx="6441335" cy="4480560"/>
            </a:xfrm>
          </p:grpSpPr>
          <p:sp>
            <p:nvSpPr>
              <p:cNvPr id="71" name="Freeform: Shape 119">
                <a:extLst>
                  <a:ext uri="{FF2B5EF4-FFF2-40B4-BE49-F238E27FC236}">
                    <a16:creationId xmlns:a16="http://schemas.microsoft.com/office/drawing/2014/main" id="{5DCDE1B0-0672-9A94-DDC6-46AA32A4E224}"/>
                  </a:ext>
                </a:extLst>
              </p:cNvPr>
              <p:cNvSpPr/>
              <p:nvPr/>
            </p:nvSpPr>
            <p:spPr>
              <a:xfrm>
                <a:off x="6660255" y="3922086"/>
                <a:ext cx="152442" cy="171923"/>
              </a:xfrm>
              <a:custGeom>
                <a:avLst/>
                <a:gdLst>
                  <a:gd name="connsiteX0" fmla="*/ 0 w 221834"/>
                  <a:gd name="connsiteY0" fmla="*/ 174542 h 344551"/>
                  <a:gd name="connsiteX1" fmla="*/ 174542 w 221834"/>
                  <a:gd name="connsiteY1" fmla="*/ 349083 h 344551"/>
                  <a:gd name="connsiteX2" fmla="*/ 223298 w 221834"/>
                  <a:gd name="connsiteY2" fmla="*/ 349083 h 344551"/>
                  <a:gd name="connsiteX3" fmla="*/ 223298 w 221834"/>
                  <a:gd name="connsiteY3" fmla="*/ 0 h 344551"/>
                  <a:gd name="connsiteX4" fmla="*/ 174542 w 221834"/>
                  <a:gd name="connsiteY4" fmla="*/ 0 h 344551"/>
                  <a:gd name="connsiteX5" fmla="*/ 0 w 221834"/>
                  <a:gd name="connsiteY5" fmla="*/ 174542 h 344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1834" h="344551">
                    <a:moveTo>
                      <a:pt x="0" y="174542"/>
                    </a:moveTo>
                    <a:cubicBezTo>
                      <a:pt x="0" y="270922"/>
                      <a:pt x="78161" y="349083"/>
                      <a:pt x="174542" y="349083"/>
                    </a:cubicBezTo>
                    <a:lnTo>
                      <a:pt x="223298" y="349083"/>
                    </a:lnTo>
                    <a:lnTo>
                      <a:pt x="223298" y="0"/>
                    </a:lnTo>
                    <a:lnTo>
                      <a:pt x="174542" y="0"/>
                    </a:lnTo>
                    <a:cubicBezTo>
                      <a:pt x="78161" y="0"/>
                      <a:pt x="0" y="78161"/>
                      <a:pt x="0" y="174542"/>
                    </a:cubicBezTo>
                    <a:close/>
                  </a:path>
                </a:pathLst>
              </a:custGeom>
              <a:solidFill>
                <a:srgbClr val="A77105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72" name="Freeform: Shape 125">
                <a:extLst>
                  <a:ext uri="{FF2B5EF4-FFF2-40B4-BE49-F238E27FC236}">
                    <a16:creationId xmlns:a16="http://schemas.microsoft.com/office/drawing/2014/main" id="{AB68A036-0BDA-EB1E-1C87-C59D6A0295A3}"/>
                  </a:ext>
                </a:extLst>
              </p:cNvPr>
              <p:cNvSpPr/>
              <p:nvPr/>
            </p:nvSpPr>
            <p:spPr>
              <a:xfrm>
                <a:off x="6660255" y="4777737"/>
                <a:ext cx="152442" cy="171923"/>
              </a:xfrm>
              <a:custGeom>
                <a:avLst/>
                <a:gdLst>
                  <a:gd name="connsiteX0" fmla="*/ 0 w 221834"/>
                  <a:gd name="connsiteY0" fmla="*/ 174542 h 344551"/>
                  <a:gd name="connsiteX1" fmla="*/ 174542 w 221834"/>
                  <a:gd name="connsiteY1" fmla="*/ 349083 h 344551"/>
                  <a:gd name="connsiteX2" fmla="*/ 223298 w 221834"/>
                  <a:gd name="connsiteY2" fmla="*/ 349083 h 344551"/>
                  <a:gd name="connsiteX3" fmla="*/ 223298 w 221834"/>
                  <a:gd name="connsiteY3" fmla="*/ 0 h 344551"/>
                  <a:gd name="connsiteX4" fmla="*/ 174542 w 221834"/>
                  <a:gd name="connsiteY4" fmla="*/ 0 h 344551"/>
                  <a:gd name="connsiteX5" fmla="*/ 0 w 221834"/>
                  <a:gd name="connsiteY5" fmla="*/ 174542 h 344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1834" h="344551">
                    <a:moveTo>
                      <a:pt x="0" y="174542"/>
                    </a:moveTo>
                    <a:cubicBezTo>
                      <a:pt x="0" y="270922"/>
                      <a:pt x="78161" y="349083"/>
                      <a:pt x="174542" y="349083"/>
                    </a:cubicBezTo>
                    <a:lnTo>
                      <a:pt x="223298" y="349083"/>
                    </a:lnTo>
                    <a:lnTo>
                      <a:pt x="223298" y="0"/>
                    </a:lnTo>
                    <a:lnTo>
                      <a:pt x="174542" y="0"/>
                    </a:lnTo>
                    <a:cubicBezTo>
                      <a:pt x="78161" y="0"/>
                      <a:pt x="0" y="78161"/>
                      <a:pt x="0" y="174542"/>
                    </a:cubicBezTo>
                    <a:close/>
                  </a:path>
                </a:pathLst>
              </a:custGeom>
              <a:solidFill>
                <a:srgbClr val="9D1B2A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6B21C810-E24B-5BE9-B8DF-BDB89B1FCB31}"/>
                  </a:ext>
                </a:extLst>
              </p:cNvPr>
              <p:cNvSpPr/>
              <p:nvPr/>
            </p:nvSpPr>
            <p:spPr>
              <a:xfrm>
                <a:off x="6660255" y="5634728"/>
                <a:ext cx="152442" cy="171923"/>
              </a:xfrm>
              <a:custGeom>
                <a:avLst/>
                <a:gdLst>
                  <a:gd name="connsiteX0" fmla="*/ 0 w 221834"/>
                  <a:gd name="connsiteY0" fmla="*/ 174542 h 344551"/>
                  <a:gd name="connsiteX1" fmla="*/ 174542 w 221834"/>
                  <a:gd name="connsiteY1" fmla="*/ 349083 h 344551"/>
                  <a:gd name="connsiteX2" fmla="*/ 223298 w 221834"/>
                  <a:gd name="connsiteY2" fmla="*/ 349083 h 344551"/>
                  <a:gd name="connsiteX3" fmla="*/ 223298 w 221834"/>
                  <a:gd name="connsiteY3" fmla="*/ 0 h 344551"/>
                  <a:gd name="connsiteX4" fmla="*/ 174542 w 221834"/>
                  <a:gd name="connsiteY4" fmla="*/ 0 h 344551"/>
                  <a:gd name="connsiteX5" fmla="*/ 0 w 221834"/>
                  <a:gd name="connsiteY5" fmla="*/ 174542 h 344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1834" h="344551">
                    <a:moveTo>
                      <a:pt x="0" y="174542"/>
                    </a:moveTo>
                    <a:cubicBezTo>
                      <a:pt x="0" y="270922"/>
                      <a:pt x="78161" y="349083"/>
                      <a:pt x="174542" y="349083"/>
                    </a:cubicBezTo>
                    <a:lnTo>
                      <a:pt x="223298" y="349083"/>
                    </a:lnTo>
                    <a:lnTo>
                      <a:pt x="223298" y="0"/>
                    </a:lnTo>
                    <a:lnTo>
                      <a:pt x="174542" y="0"/>
                    </a:lnTo>
                    <a:cubicBezTo>
                      <a:pt x="78161" y="0"/>
                      <a:pt x="0" y="78161"/>
                      <a:pt x="0" y="174542"/>
                    </a:cubicBezTo>
                    <a:close/>
                  </a:path>
                </a:pathLst>
              </a:custGeom>
              <a:solidFill>
                <a:srgbClr val="186E55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74" name="Freeform: Shape 137">
                <a:extLst>
                  <a:ext uri="{FF2B5EF4-FFF2-40B4-BE49-F238E27FC236}">
                    <a16:creationId xmlns:a16="http://schemas.microsoft.com/office/drawing/2014/main" id="{2AA83269-4229-8A60-3C83-CE877A803878}"/>
                  </a:ext>
                </a:extLst>
              </p:cNvPr>
              <p:cNvSpPr/>
              <p:nvPr/>
            </p:nvSpPr>
            <p:spPr>
              <a:xfrm>
                <a:off x="6660255" y="6504037"/>
                <a:ext cx="152442" cy="171923"/>
              </a:xfrm>
              <a:custGeom>
                <a:avLst/>
                <a:gdLst>
                  <a:gd name="connsiteX0" fmla="*/ 0 w 221834"/>
                  <a:gd name="connsiteY0" fmla="*/ 174542 h 344551"/>
                  <a:gd name="connsiteX1" fmla="*/ 174542 w 221834"/>
                  <a:gd name="connsiteY1" fmla="*/ 349083 h 344551"/>
                  <a:gd name="connsiteX2" fmla="*/ 223298 w 221834"/>
                  <a:gd name="connsiteY2" fmla="*/ 349083 h 344551"/>
                  <a:gd name="connsiteX3" fmla="*/ 223298 w 221834"/>
                  <a:gd name="connsiteY3" fmla="*/ 0 h 344551"/>
                  <a:gd name="connsiteX4" fmla="*/ 174542 w 221834"/>
                  <a:gd name="connsiteY4" fmla="*/ 0 h 344551"/>
                  <a:gd name="connsiteX5" fmla="*/ 0 w 221834"/>
                  <a:gd name="connsiteY5" fmla="*/ 174542 h 344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1834" h="344551">
                    <a:moveTo>
                      <a:pt x="0" y="174542"/>
                    </a:moveTo>
                    <a:cubicBezTo>
                      <a:pt x="0" y="270922"/>
                      <a:pt x="78161" y="349083"/>
                      <a:pt x="174542" y="349083"/>
                    </a:cubicBezTo>
                    <a:lnTo>
                      <a:pt x="223298" y="349083"/>
                    </a:lnTo>
                    <a:lnTo>
                      <a:pt x="223298" y="0"/>
                    </a:lnTo>
                    <a:lnTo>
                      <a:pt x="174542" y="0"/>
                    </a:lnTo>
                    <a:cubicBezTo>
                      <a:pt x="78161" y="0"/>
                      <a:pt x="0" y="78161"/>
                      <a:pt x="0" y="174542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75" name="Freeform: Shape 91">
                <a:extLst>
                  <a:ext uri="{FF2B5EF4-FFF2-40B4-BE49-F238E27FC236}">
                    <a16:creationId xmlns:a16="http://schemas.microsoft.com/office/drawing/2014/main" id="{2892C160-8A2D-0E19-2FA8-24273996900C}"/>
                  </a:ext>
                </a:extLst>
              </p:cNvPr>
              <p:cNvSpPr/>
              <p:nvPr/>
            </p:nvSpPr>
            <p:spPr>
              <a:xfrm>
                <a:off x="6660255" y="3074480"/>
                <a:ext cx="152442" cy="171923"/>
              </a:xfrm>
              <a:custGeom>
                <a:avLst/>
                <a:gdLst>
                  <a:gd name="connsiteX0" fmla="*/ 0 w 221834"/>
                  <a:gd name="connsiteY0" fmla="*/ 174542 h 344551"/>
                  <a:gd name="connsiteX1" fmla="*/ 174542 w 221834"/>
                  <a:gd name="connsiteY1" fmla="*/ 349083 h 344551"/>
                  <a:gd name="connsiteX2" fmla="*/ 223298 w 221834"/>
                  <a:gd name="connsiteY2" fmla="*/ 349083 h 344551"/>
                  <a:gd name="connsiteX3" fmla="*/ 223298 w 221834"/>
                  <a:gd name="connsiteY3" fmla="*/ 0 h 344551"/>
                  <a:gd name="connsiteX4" fmla="*/ 174542 w 221834"/>
                  <a:gd name="connsiteY4" fmla="*/ 0 h 344551"/>
                  <a:gd name="connsiteX5" fmla="*/ 0 w 221834"/>
                  <a:gd name="connsiteY5" fmla="*/ 174542 h 344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1834" h="344551">
                    <a:moveTo>
                      <a:pt x="0" y="174542"/>
                    </a:moveTo>
                    <a:cubicBezTo>
                      <a:pt x="0" y="270922"/>
                      <a:pt x="78161" y="349083"/>
                      <a:pt x="174542" y="349083"/>
                    </a:cubicBezTo>
                    <a:lnTo>
                      <a:pt x="223298" y="349083"/>
                    </a:lnTo>
                    <a:lnTo>
                      <a:pt x="223298" y="0"/>
                    </a:lnTo>
                    <a:lnTo>
                      <a:pt x="174542" y="0"/>
                    </a:lnTo>
                    <a:cubicBezTo>
                      <a:pt x="78161" y="0"/>
                      <a:pt x="0" y="78161"/>
                      <a:pt x="0" y="174542"/>
                    </a:cubicBezTo>
                    <a:close/>
                  </a:path>
                </a:pathLst>
              </a:custGeom>
              <a:solidFill>
                <a:srgbClr val="0F547B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grpSp>
            <p:nvGrpSpPr>
              <p:cNvPr id="76" name="Group 81">
                <a:extLst>
                  <a:ext uri="{FF2B5EF4-FFF2-40B4-BE49-F238E27FC236}">
                    <a16:creationId xmlns:a16="http://schemas.microsoft.com/office/drawing/2014/main" id="{585EBD7A-C319-2FEC-428B-89D24E527FE3}"/>
                  </a:ext>
                </a:extLst>
              </p:cNvPr>
              <p:cNvGrpSpPr/>
              <p:nvPr/>
            </p:nvGrpSpPr>
            <p:grpSpPr>
              <a:xfrm>
                <a:off x="4356568" y="4808047"/>
                <a:ext cx="914400" cy="914400"/>
                <a:chOff x="4356568" y="4808047"/>
                <a:chExt cx="914400" cy="914400"/>
              </a:xfrm>
            </p:grpSpPr>
            <p:sp>
              <p:nvSpPr>
                <p:cNvPr id="135" name="Oval 55">
                  <a:extLst>
                    <a:ext uri="{FF2B5EF4-FFF2-40B4-BE49-F238E27FC236}">
                      <a16:creationId xmlns:a16="http://schemas.microsoft.com/office/drawing/2014/main" id="{5C7A48C6-9D17-E92B-D72A-02A7D4D63D67}"/>
                    </a:ext>
                  </a:extLst>
                </p:cNvPr>
                <p:cNvSpPr/>
                <p:nvPr/>
              </p:nvSpPr>
              <p:spPr>
                <a:xfrm>
                  <a:off x="4356568" y="4808047"/>
                  <a:ext cx="914400" cy="9144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36" name="Oval 135">
                  <a:extLst>
                    <a:ext uri="{FF2B5EF4-FFF2-40B4-BE49-F238E27FC236}">
                      <a16:creationId xmlns:a16="http://schemas.microsoft.com/office/drawing/2014/main" id="{126EA44C-F524-2A2F-D8F8-BBDC5B099B05}"/>
                    </a:ext>
                  </a:extLst>
                </p:cNvPr>
                <p:cNvSpPr/>
                <p:nvPr/>
              </p:nvSpPr>
              <p:spPr>
                <a:xfrm>
                  <a:off x="4421555" y="4866564"/>
                  <a:ext cx="784542" cy="784542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</p:grpSp>
          <p:grpSp>
            <p:nvGrpSpPr>
              <p:cNvPr id="77" name="Group 40">
                <a:extLst>
                  <a:ext uri="{FF2B5EF4-FFF2-40B4-BE49-F238E27FC236}">
                    <a16:creationId xmlns:a16="http://schemas.microsoft.com/office/drawing/2014/main" id="{A673C4B0-5079-3CCB-6ED6-AE024BE4E3D1}"/>
                  </a:ext>
                </a:extLst>
              </p:cNvPr>
              <p:cNvGrpSpPr/>
              <p:nvPr/>
            </p:nvGrpSpPr>
            <p:grpSpPr>
              <a:xfrm>
                <a:off x="3540866" y="4016647"/>
                <a:ext cx="2510548" cy="2510548"/>
                <a:chOff x="2843364" y="3311525"/>
                <a:chExt cx="3920792" cy="3920792"/>
              </a:xfrm>
            </p:grpSpPr>
            <p:sp>
              <p:nvSpPr>
                <p:cNvPr id="129" name="Circle: Hollow 26">
                  <a:extLst>
                    <a:ext uri="{FF2B5EF4-FFF2-40B4-BE49-F238E27FC236}">
                      <a16:creationId xmlns:a16="http://schemas.microsoft.com/office/drawing/2014/main" id="{4000D242-6F0F-A1A2-8CF0-B53E830A3770}"/>
                    </a:ext>
                  </a:extLst>
                </p:cNvPr>
                <p:cNvSpPr/>
                <p:nvPr/>
              </p:nvSpPr>
              <p:spPr>
                <a:xfrm>
                  <a:off x="2935982" y="3394590"/>
                  <a:ext cx="3754662" cy="3754662"/>
                </a:xfrm>
                <a:prstGeom prst="donut">
                  <a:avLst/>
                </a:prstGeom>
                <a:gradFill flip="none" rotWithShape="1">
                  <a:gsLst>
                    <a:gs pos="37000">
                      <a:schemeClr val="bg1">
                        <a:lumMod val="75000"/>
                      </a:schemeClr>
                    </a:gs>
                    <a:gs pos="52000">
                      <a:schemeClr val="bg1"/>
                    </a:gs>
                    <a:gs pos="68000">
                      <a:schemeClr val="bg1">
                        <a:lumMod val="85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Flowchart: Manual Operation 33">
                  <a:extLst>
                    <a:ext uri="{FF2B5EF4-FFF2-40B4-BE49-F238E27FC236}">
                      <a16:creationId xmlns:a16="http://schemas.microsoft.com/office/drawing/2014/main" id="{51376C74-16EE-E4F5-52E1-B3299A182B3E}"/>
                    </a:ext>
                  </a:extLst>
                </p:cNvPr>
                <p:cNvSpPr/>
                <p:nvPr/>
              </p:nvSpPr>
              <p:spPr>
                <a:xfrm>
                  <a:off x="4415516" y="3311525"/>
                  <a:ext cx="773610" cy="1136650"/>
                </a:xfrm>
                <a:custGeom>
                  <a:avLst/>
                  <a:gdLst>
                    <a:gd name="connsiteX0" fmla="*/ 0 w 10000"/>
                    <a:gd name="connsiteY0" fmla="*/ 0 h 10000"/>
                    <a:gd name="connsiteX1" fmla="*/ 10000 w 10000"/>
                    <a:gd name="connsiteY1" fmla="*/ 0 h 10000"/>
                    <a:gd name="connsiteX2" fmla="*/ 8000 w 10000"/>
                    <a:gd name="connsiteY2" fmla="*/ 10000 h 10000"/>
                    <a:gd name="connsiteX3" fmla="*/ 2000 w 10000"/>
                    <a:gd name="connsiteY3" fmla="*/ 10000 h 10000"/>
                    <a:gd name="connsiteX4" fmla="*/ 0 w 10000"/>
                    <a:gd name="connsiteY4" fmla="*/ 0 h 10000"/>
                    <a:gd name="connsiteX0" fmla="*/ 0 w 10000"/>
                    <a:gd name="connsiteY0" fmla="*/ 392 h 10392"/>
                    <a:gd name="connsiteX1" fmla="*/ 10000 w 10000"/>
                    <a:gd name="connsiteY1" fmla="*/ 392 h 10392"/>
                    <a:gd name="connsiteX2" fmla="*/ 8000 w 10000"/>
                    <a:gd name="connsiteY2" fmla="*/ 10392 h 10392"/>
                    <a:gd name="connsiteX3" fmla="*/ 2000 w 10000"/>
                    <a:gd name="connsiteY3" fmla="*/ 10392 h 10392"/>
                    <a:gd name="connsiteX4" fmla="*/ 0 w 10000"/>
                    <a:gd name="connsiteY4" fmla="*/ 392 h 10392"/>
                    <a:gd name="connsiteX0" fmla="*/ 0 w 10000"/>
                    <a:gd name="connsiteY0" fmla="*/ 862 h 10862"/>
                    <a:gd name="connsiteX1" fmla="*/ 10000 w 10000"/>
                    <a:gd name="connsiteY1" fmla="*/ 862 h 10862"/>
                    <a:gd name="connsiteX2" fmla="*/ 8000 w 10000"/>
                    <a:gd name="connsiteY2" fmla="*/ 10862 h 10862"/>
                    <a:gd name="connsiteX3" fmla="*/ 2000 w 10000"/>
                    <a:gd name="connsiteY3" fmla="*/ 10862 h 10862"/>
                    <a:gd name="connsiteX4" fmla="*/ 0 w 10000"/>
                    <a:gd name="connsiteY4" fmla="*/ 862 h 10862"/>
                    <a:gd name="connsiteX0" fmla="*/ 0 w 10000"/>
                    <a:gd name="connsiteY0" fmla="*/ 862 h 11451"/>
                    <a:gd name="connsiteX1" fmla="*/ 10000 w 10000"/>
                    <a:gd name="connsiteY1" fmla="*/ 862 h 11451"/>
                    <a:gd name="connsiteX2" fmla="*/ 8000 w 10000"/>
                    <a:gd name="connsiteY2" fmla="*/ 10862 h 11451"/>
                    <a:gd name="connsiteX3" fmla="*/ 2000 w 10000"/>
                    <a:gd name="connsiteY3" fmla="*/ 10862 h 11451"/>
                    <a:gd name="connsiteX4" fmla="*/ 0 w 10000"/>
                    <a:gd name="connsiteY4" fmla="*/ 862 h 11451"/>
                    <a:gd name="connsiteX0" fmla="*/ 0 w 10000"/>
                    <a:gd name="connsiteY0" fmla="*/ 862 h 11764"/>
                    <a:gd name="connsiteX1" fmla="*/ 10000 w 10000"/>
                    <a:gd name="connsiteY1" fmla="*/ 862 h 11764"/>
                    <a:gd name="connsiteX2" fmla="*/ 8000 w 10000"/>
                    <a:gd name="connsiteY2" fmla="*/ 10862 h 11764"/>
                    <a:gd name="connsiteX3" fmla="*/ 2000 w 10000"/>
                    <a:gd name="connsiteY3" fmla="*/ 10862 h 11764"/>
                    <a:gd name="connsiteX4" fmla="*/ 0 w 10000"/>
                    <a:gd name="connsiteY4" fmla="*/ 862 h 11764"/>
                    <a:gd name="connsiteX0" fmla="*/ 0 w 10000"/>
                    <a:gd name="connsiteY0" fmla="*/ 862 h 11809"/>
                    <a:gd name="connsiteX1" fmla="*/ 10000 w 10000"/>
                    <a:gd name="connsiteY1" fmla="*/ 862 h 11809"/>
                    <a:gd name="connsiteX2" fmla="*/ 8000 w 10000"/>
                    <a:gd name="connsiteY2" fmla="*/ 10862 h 11809"/>
                    <a:gd name="connsiteX3" fmla="*/ 2000 w 10000"/>
                    <a:gd name="connsiteY3" fmla="*/ 10862 h 11809"/>
                    <a:gd name="connsiteX4" fmla="*/ 0 w 10000"/>
                    <a:gd name="connsiteY4" fmla="*/ 862 h 11809"/>
                    <a:gd name="connsiteX0" fmla="*/ 0 w 10000"/>
                    <a:gd name="connsiteY0" fmla="*/ 927 h 11874"/>
                    <a:gd name="connsiteX1" fmla="*/ 10000 w 10000"/>
                    <a:gd name="connsiteY1" fmla="*/ 927 h 11874"/>
                    <a:gd name="connsiteX2" fmla="*/ 8000 w 10000"/>
                    <a:gd name="connsiteY2" fmla="*/ 10927 h 11874"/>
                    <a:gd name="connsiteX3" fmla="*/ 2000 w 10000"/>
                    <a:gd name="connsiteY3" fmla="*/ 10927 h 11874"/>
                    <a:gd name="connsiteX4" fmla="*/ 0 w 10000"/>
                    <a:gd name="connsiteY4" fmla="*/ 927 h 11874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2239">
                      <a:moveTo>
                        <a:pt x="0" y="1292"/>
                      </a:moveTo>
                      <a:cubicBezTo>
                        <a:pt x="4744" y="-981"/>
                        <a:pt x="7759" y="219"/>
                        <a:pt x="10000" y="1292"/>
                      </a:cubicBezTo>
                      <a:cubicBezTo>
                        <a:pt x="9005" y="1974"/>
                        <a:pt x="8749" y="4034"/>
                        <a:pt x="8000" y="11292"/>
                      </a:cubicBezTo>
                      <a:cubicBezTo>
                        <a:pt x="5590" y="12618"/>
                        <a:pt x="3727" y="12492"/>
                        <a:pt x="2000" y="11292"/>
                      </a:cubicBezTo>
                      <a:cubicBezTo>
                        <a:pt x="1333" y="4422"/>
                        <a:pt x="1488" y="2146"/>
                        <a:pt x="0" y="129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4000">
                      <a:srgbClr val="1D6481"/>
                    </a:gs>
                    <a:gs pos="51000">
                      <a:srgbClr val="6FBFDF"/>
                    </a:gs>
                    <a:gs pos="92000">
                      <a:srgbClr val="1D6481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31" name="Flowchart: Manual Operation 33">
                  <a:extLst>
                    <a:ext uri="{FF2B5EF4-FFF2-40B4-BE49-F238E27FC236}">
                      <a16:creationId xmlns:a16="http://schemas.microsoft.com/office/drawing/2014/main" id="{00FA04E3-589D-4F55-45FA-275ADDDB681E}"/>
                    </a:ext>
                  </a:extLst>
                </p:cNvPr>
                <p:cNvSpPr/>
                <p:nvPr/>
              </p:nvSpPr>
              <p:spPr>
                <a:xfrm flipV="1">
                  <a:off x="4415516" y="6095667"/>
                  <a:ext cx="773610" cy="1136650"/>
                </a:xfrm>
                <a:custGeom>
                  <a:avLst/>
                  <a:gdLst>
                    <a:gd name="connsiteX0" fmla="*/ 0 w 10000"/>
                    <a:gd name="connsiteY0" fmla="*/ 0 h 10000"/>
                    <a:gd name="connsiteX1" fmla="*/ 10000 w 10000"/>
                    <a:gd name="connsiteY1" fmla="*/ 0 h 10000"/>
                    <a:gd name="connsiteX2" fmla="*/ 8000 w 10000"/>
                    <a:gd name="connsiteY2" fmla="*/ 10000 h 10000"/>
                    <a:gd name="connsiteX3" fmla="*/ 2000 w 10000"/>
                    <a:gd name="connsiteY3" fmla="*/ 10000 h 10000"/>
                    <a:gd name="connsiteX4" fmla="*/ 0 w 10000"/>
                    <a:gd name="connsiteY4" fmla="*/ 0 h 10000"/>
                    <a:gd name="connsiteX0" fmla="*/ 0 w 10000"/>
                    <a:gd name="connsiteY0" fmla="*/ 392 h 10392"/>
                    <a:gd name="connsiteX1" fmla="*/ 10000 w 10000"/>
                    <a:gd name="connsiteY1" fmla="*/ 392 h 10392"/>
                    <a:gd name="connsiteX2" fmla="*/ 8000 w 10000"/>
                    <a:gd name="connsiteY2" fmla="*/ 10392 h 10392"/>
                    <a:gd name="connsiteX3" fmla="*/ 2000 w 10000"/>
                    <a:gd name="connsiteY3" fmla="*/ 10392 h 10392"/>
                    <a:gd name="connsiteX4" fmla="*/ 0 w 10000"/>
                    <a:gd name="connsiteY4" fmla="*/ 392 h 10392"/>
                    <a:gd name="connsiteX0" fmla="*/ 0 w 10000"/>
                    <a:gd name="connsiteY0" fmla="*/ 862 h 10862"/>
                    <a:gd name="connsiteX1" fmla="*/ 10000 w 10000"/>
                    <a:gd name="connsiteY1" fmla="*/ 862 h 10862"/>
                    <a:gd name="connsiteX2" fmla="*/ 8000 w 10000"/>
                    <a:gd name="connsiteY2" fmla="*/ 10862 h 10862"/>
                    <a:gd name="connsiteX3" fmla="*/ 2000 w 10000"/>
                    <a:gd name="connsiteY3" fmla="*/ 10862 h 10862"/>
                    <a:gd name="connsiteX4" fmla="*/ 0 w 10000"/>
                    <a:gd name="connsiteY4" fmla="*/ 862 h 10862"/>
                    <a:gd name="connsiteX0" fmla="*/ 0 w 10000"/>
                    <a:gd name="connsiteY0" fmla="*/ 862 h 11451"/>
                    <a:gd name="connsiteX1" fmla="*/ 10000 w 10000"/>
                    <a:gd name="connsiteY1" fmla="*/ 862 h 11451"/>
                    <a:gd name="connsiteX2" fmla="*/ 8000 w 10000"/>
                    <a:gd name="connsiteY2" fmla="*/ 10862 h 11451"/>
                    <a:gd name="connsiteX3" fmla="*/ 2000 w 10000"/>
                    <a:gd name="connsiteY3" fmla="*/ 10862 h 11451"/>
                    <a:gd name="connsiteX4" fmla="*/ 0 w 10000"/>
                    <a:gd name="connsiteY4" fmla="*/ 862 h 11451"/>
                    <a:gd name="connsiteX0" fmla="*/ 0 w 10000"/>
                    <a:gd name="connsiteY0" fmla="*/ 862 h 11764"/>
                    <a:gd name="connsiteX1" fmla="*/ 10000 w 10000"/>
                    <a:gd name="connsiteY1" fmla="*/ 862 h 11764"/>
                    <a:gd name="connsiteX2" fmla="*/ 8000 w 10000"/>
                    <a:gd name="connsiteY2" fmla="*/ 10862 h 11764"/>
                    <a:gd name="connsiteX3" fmla="*/ 2000 w 10000"/>
                    <a:gd name="connsiteY3" fmla="*/ 10862 h 11764"/>
                    <a:gd name="connsiteX4" fmla="*/ 0 w 10000"/>
                    <a:gd name="connsiteY4" fmla="*/ 862 h 11764"/>
                    <a:gd name="connsiteX0" fmla="*/ 0 w 10000"/>
                    <a:gd name="connsiteY0" fmla="*/ 862 h 11809"/>
                    <a:gd name="connsiteX1" fmla="*/ 10000 w 10000"/>
                    <a:gd name="connsiteY1" fmla="*/ 862 h 11809"/>
                    <a:gd name="connsiteX2" fmla="*/ 8000 w 10000"/>
                    <a:gd name="connsiteY2" fmla="*/ 10862 h 11809"/>
                    <a:gd name="connsiteX3" fmla="*/ 2000 w 10000"/>
                    <a:gd name="connsiteY3" fmla="*/ 10862 h 11809"/>
                    <a:gd name="connsiteX4" fmla="*/ 0 w 10000"/>
                    <a:gd name="connsiteY4" fmla="*/ 862 h 11809"/>
                    <a:gd name="connsiteX0" fmla="*/ 0 w 10000"/>
                    <a:gd name="connsiteY0" fmla="*/ 927 h 11874"/>
                    <a:gd name="connsiteX1" fmla="*/ 10000 w 10000"/>
                    <a:gd name="connsiteY1" fmla="*/ 927 h 11874"/>
                    <a:gd name="connsiteX2" fmla="*/ 8000 w 10000"/>
                    <a:gd name="connsiteY2" fmla="*/ 10927 h 11874"/>
                    <a:gd name="connsiteX3" fmla="*/ 2000 w 10000"/>
                    <a:gd name="connsiteY3" fmla="*/ 10927 h 11874"/>
                    <a:gd name="connsiteX4" fmla="*/ 0 w 10000"/>
                    <a:gd name="connsiteY4" fmla="*/ 927 h 11874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  <a:gd name="connsiteX0" fmla="*/ 0 w 10000"/>
                    <a:gd name="connsiteY0" fmla="*/ 1292 h 12239"/>
                    <a:gd name="connsiteX1" fmla="*/ 10000 w 10000"/>
                    <a:gd name="connsiteY1" fmla="*/ 1292 h 12239"/>
                    <a:gd name="connsiteX2" fmla="*/ 8000 w 10000"/>
                    <a:gd name="connsiteY2" fmla="*/ 11292 h 12239"/>
                    <a:gd name="connsiteX3" fmla="*/ 2000 w 10000"/>
                    <a:gd name="connsiteY3" fmla="*/ 11292 h 12239"/>
                    <a:gd name="connsiteX4" fmla="*/ 0 w 10000"/>
                    <a:gd name="connsiteY4" fmla="*/ 1292 h 12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2239">
                      <a:moveTo>
                        <a:pt x="0" y="1292"/>
                      </a:moveTo>
                      <a:cubicBezTo>
                        <a:pt x="4744" y="-981"/>
                        <a:pt x="7759" y="219"/>
                        <a:pt x="10000" y="1292"/>
                      </a:cubicBezTo>
                      <a:cubicBezTo>
                        <a:pt x="9005" y="1974"/>
                        <a:pt x="8749" y="4034"/>
                        <a:pt x="8000" y="11292"/>
                      </a:cubicBezTo>
                      <a:cubicBezTo>
                        <a:pt x="5590" y="12618"/>
                        <a:pt x="3727" y="12492"/>
                        <a:pt x="2000" y="11292"/>
                      </a:cubicBezTo>
                      <a:cubicBezTo>
                        <a:pt x="1333" y="4422"/>
                        <a:pt x="1488" y="2146"/>
                        <a:pt x="0" y="129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4000">
                      <a:srgbClr val="DC3044"/>
                    </a:gs>
                    <a:gs pos="51000">
                      <a:srgbClr val="F0AAB2"/>
                    </a:gs>
                    <a:gs pos="92000">
                      <a:srgbClr val="DC3044"/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grpSp>
              <p:nvGrpSpPr>
                <p:cNvPr id="132" name="Group 39">
                  <a:extLst>
                    <a:ext uri="{FF2B5EF4-FFF2-40B4-BE49-F238E27FC236}">
                      <a16:creationId xmlns:a16="http://schemas.microsoft.com/office/drawing/2014/main" id="{C4D40620-C46B-B0BE-E76E-C0E5DD436AB0}"/>
                    </a:ext>
                  </a:extLst>
                </p:cNvPr>
                <p:cNvGrpSpPr/>
                <p:nvPr/>
              </p:nvGrpSpPr>
              <p:grpSpPr>
                <a:xfrm rot="16200000">
                  <a:off x="4416955" y="3311525"/>
                  <a:ext cx="773610" cy="3920792"/>
                  <a:chOff x="7123744" y="3311525"/>
                  <a:chExt cx="773610" cy="3920792"/>
                </a:xfrm>
              </p:grpSpPr>
              <p:sp>
                <p:nvSpPr>
                  <p:cNvPr id="133" name="Flowchart: Manual Operation 33">
                    <a:extLst>
                      <a:ext uri="{FF2B5EF4-FFF2-40B4-BE49-F238E27FC236}">
                        <a16:creationId xmlns:a16="http://schemas.microsoft.com/office/drawing/2014/main" id="{A9145578-B0F5-D8DF-5319-9D05D3E10411}"/>
                      </a:ext>
                    </a:extLst>
                  </p:cNvPr>
                  <p:cNvSpPr/>
                  <p:nvPr/>
                </p:nvSpPr>
                <p:spPr>
                  <a:xfrm>
                    <a:off x="7123744" y="3311525"/>
                    <a:ext cx="773610" cy="1136650"/>
                  </a:xfrm>
                  <a:custGeom>
                    <a:avLst/>
                    <a:gdLst>
                      <a:gd name="connsiteX0" fmla="*/ 0 w 10000"/>
                      <a:gd name="connsiteY0" fmla="*/ 0 h 10000"/>
                      <a:gd name="connsiteX1" fmla="*/ 10000 w 10000"/>
                      <a:gd name="connsiteY1" fmla="*/ 0 h 10000"/>
                      <a:gd name="connsiteX2" fmla="*/ 8000 w 10000"/>
                      <a:gd name="connsiteY2" fmla="*/ 10000 h 10000"/>
                      <a:gd name="connsiteX3" fmla="*/ 2000 w 10000"/>
                      <a:gd name="connsiteY3" fmla="*/ 10000 h 10000"/>
                      <a:gd name="connsiteX4" fmla="*/ 0 w 10000"/>
                      <a:gd name="connsiteY4" fmla="*/ 0 h 10000"/>
                      <a:gd name="connsiteX0" fmla="*/ 0 w 10000"/>
                      <a:gd name="connsiteY0" fmla="*/ 392 h 10392"/>
                      <a:gd name="connsiteX1" fmla="*/ 10000 w 10000"/>
                      <a:gd name="connsiteY1" fmla="*/ 392 h 10392"/>
                      <a:gd name="connsiteX2" fmla="*/ 8000 w 10000"/>
                      <a:gd name="connsiteY2" fmla="*/ 10392 h 10392"/>
                      <a:gd name="connsiteX3" fmla="*/ 2000 w 10000"/>
                      <a:gd name="connsiteY3" fmla="*/ 10392 h 10392"/>
                      <a:gd name="connsiteX4" fmla="*/ 0 w 10000"/>
                      <a:gd name="connsiteY4" fmla="*/ 392 h 10392"/>
                      <a:gd name="connsiteX0" fmla="*/ 0 w 10000"/>
                      <a:gd name="connsiteY0" fmla="*/ 862 h 10862"/>
                      <a:gd name="connsiteX1" fmla="*/ 10000 w 10000"/>
                      <a:gd name="connsiteY1" fmla="*/ 862 h 10862"/>
                      <a:gd name="connsiteX2" fmla="*/ 8000 w 10000"/>
                      <a:gd name="connsiteY2" fmla="*/ 10862 h 10862"/>
                      <a:gd name="connsiteX3" fmla="*/ 2000 w 10000"/>
                      <a:gd name="connsiteY3" fmla="*/ 10862 h 10862"/>
                      <a:gd name="connsiteX4" fmla="*/ 0 w 10000"/>
                      <a:gd name="connsiteY4" fmla="*/ 862 h 10862"/>
                      <a:gd name="connsiteX0" fmla="*/ 0 w 10000"/>
                      <a:gd name="connsiteY0" fmla="*/ 862 h 11451"/>
                      <a:gd name="connsiteX1" fmla="*/ 10000 w 10000"/>
                      <a:gd name="connsiteY1" fmla="*/ 862 h 11451"/>
                      <a:gd name="connsiteX2" fmla="*/ 8000 w 10000"/>
                      <a:gd name="connsiteY2" fmla="*/ 10862 h 11451"/>
                      <a:gd name="connsiteX3" fmla="*/ 2000 w 10000"/>
                      <a:gd name="connsiteY3" fmla="*/ 10862 h 11451"/>
                      <a:gd name="connsiteX4" fmla="*/ 0 w 10000"/>
                      <a:gd name="connsiteY4" fmla="*/ 862 h 11451"/>
                      <a:gd name="connsiteX0" fmla="*/ 0 w 10000"/>
                      <a:gd name="connsiteY0" fmla="*/ 862 h 11764"/>
                      <a:gd name="connsiteX1" fmla="*/ 10000 w 10000"/>
                      <a:gd name="connsiteY1" fmla="*/ 862 h 11764"/>
                      <a:gd name="connsiteX2" fmla="*/ 8000 w 10000"/>
                      <a:gd name="connsiteY2" fmla="*/ 10862 h 11764"/>
                      <a:gd name="connsiteX3" fmla="*/ 2000 w 10000"/>
                      <a:gd name="connsiteY3" fmla="*/ 10862 h 11764"/>
                      <a:gd name="connsiteX4" fmla="*/ 0 w 10000"/>
                      <a:gd name="connsiteY4" fmla="*/ 862 h 11764"/>
                      <a:gd name="connsiteX0" fmla="*/ 0 w 10000"/>
                      <a:gd name="connsiteY0" fmla="*/ 862 h 11809"/>
                      <a:gd name="connsiteX1" fmla="*/ 10000 w 10000"/>
                      <a:gd name="connsiteY1" fmla="*/ 862 h 11809"/>
                      <a:gd name="connsiteX2" fmla="*/ 8000 w 10000"/>
                      <a:gd name="connsiteY2" fmla="*/ 10862 h 11809"/>
                      <a:gd name="connsiteX3" fmla="*/ 2000 w 10000"/>
                      <a:gd name="connsiteY3" fmla="*/ 10862 h 11809"/>
                      <a:gd name="connsiteX4" fmla="*/ 0 w 10000"/>
                      <a:gd name="connsiteY4" fmla="*/ 862 h 11809"/>
                      <a:gd name="connsiteX0" fmla="*/ 0 w 10000"/>
                      <a:gd name="connsiteY0" fmla="*/ 927 h 11874"/>
                      <a:gd name="connsiteX1" fmla="*/ 10000 w 10000"/>
                      <a:gd name="connsiteY1" fmla="*/ 927 h 11874"/>
                      <a:gd name="connsiteX2" fmla="*/ 8000 w 10000"/>
                      <a:gd name="connsiteY2" fmla="*/ 10927 h 11874"/>
                      <a:gd name="connsiteX3" fmla="*/ 2000 w 10000"/>
                      <a:gd name="connsiteY3" fmla="*/ 10927 h 11874"/>
                      <a:gd name="connsiteX4" fmla="*/ 0 w 10000"/>
                      <a:gd name="connsiteY4" fmla="*/ 927 h 11874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000" h="12239">
                        <a:moveTo>
                          <a:pt x="0" y="1292"/>
                        </a:moveTo>
                        <a:cubicBezTo>
                          <a:pt x="4744" y="-981"/>
                          <a:pt x="7759" y="219"/>
                          <a:pt x="10000" y="1292"/>
                        </a:cubicBezTo>
                        <a:cubicBezTo>
                          <a:pt x="9005" y="1974"/>
                          <a:pt x="8749" y="4034"/>
                          <a:pt x="8000" y="11292"/>
                        </a:cubicBezTo>
                        <a:cubicBezTo>
                          <a:pt x="5590" y="12618"/>
                          <a:pt x="3727" y="12492"/>
                          <a:pt x="2000" y="11292"/>
                        </a:cubicBezTo>
                        <a:cubicBezTo>
                          <a:pt x="1333" y="4422"/>
                          <a:pt x="1488" y="2146"/>
                          <a:pt x="0" y="1292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4000">
                        <a:srgbClr val="1E8A6B"/>
                      </a:gs>
                      <a:gs pos="51000">
                        <a:srgbClr val="91E7CE"/>
                      </a:gs>
                      <a:gs pos="92000">
                        <a:srgbClr val="1E8A6B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  <p:sp>
                <p:nvSpPr>
                  <p:cNvPr id="134" name="Flowchart: Manual Operation 33">
                    <a:extLst>
                      <a:ext uri="{FF2B5EF4-FFF2-40B4-BE49-F238E27FC236}">
                        <a16:creationId xmlns:a16="http://schemas.microsoft.com/office/drawing/2014/main" id="{9C85BE14-B82E-1A21-724E-4BB32A143992}"/>
                      </a:ext>
                    </a:extLst>
                  </p:cNvPr>
                  <p:cNvSpPr/>
                  <p:nvPr/>
                </p:nvSpPr>
                <p:spPr>
                  <a:xfrm flipV="1">
                    <a:off x="7123744" y="6095667"/>
                    <a:ext cx="773610" cy="1136650"/>
                  </a:xfrm>
                  <a:custGeom>
                    <a:avLst/>
                    <a:gdLst>
                      <a:gd name="connsiteX0" fmla="*/ 0 w 10000"/>
                      <a:gd name="connsiteY0" fmla="*/ 0 h 10000"/>
                      <a:gd name="connsiteX1" fmla="*/ 10000 w 10000"/>
                      <a:gd name="connsiteY1" fmla="*/ 0 h 10000"/>
                      <a:gd name="connsiteX2" fmla="*/ 8000 w 10000"/>
                      <a:gd name="connsiteY2" fmla="*/ 10000 h 10000"/>
                      <a:gd name="connsiteX3" fmla="*/ 2000 w 10000"/>
                      <a:gd name="connsiteY3" fmla="*/ 10000 h 10000"/>
                      <a:gd name="connsiteX4" fmla="*/ 0 w 10000"/>
                      <a:gd name="connsiteY4" fmla="*/ 0 h 10000"/>
                      <a:gd name="connsiteX0" fmla="*/ 0 w 10000"/>
                      <a:gd name="connsiteY0" fmla="*/ 392 h 10392"/>
                      <a:gd name="connsiteX1" fmla="*/ 10000 w 10000"/>
                      <a:gd name="connsiteY1" fmla="*/ 392 h 10392"/>
                      <a:gd name="connsiteX2" fmla="*/ 8000 w 10000"/>
                      <a:gd name="connsiteY2" fmla="*/ 10392 h 10392"/>
                      <a:gd name="connsiteX3" fmla="*/ 2000 w 10000"/>
                      <a:gd name="connsiteY3" fmla="*/ 10392 h 10392"/>
                      <a:gd name="connsiteX4" fmla="*/ 0 w 10000"/>
                      <a:gd name="connsiteY4" fmla="*/ 392 h 10392"/>
                      <a:gd name="connsiteX0" fmla="*/ 0 w 10000"/>
                      <a:gd name="connsiteY0" fmla="*/ 862 h 10862"/>
                      <a:gd name="connsiteX1" fmla="*/ 10000 w 10000"/>
                      <a:gd name="connsiteY1" fmla="*/ 862 h 10862"/>
                      <a:gd name="connsiteX2" fmla="*/ 8000 w 10000"/>
                      <a:gd name="connsiteY2" fmla="*/ 10862 h 10862"/>
                      <a:gd name="connsiteX3" fmla="*/ 2000 w 10000"/>
                      <a:gd name="connsiteY3" fmla="*/ 10862 h 10862"/>
                      <a:gd name="connsiteX4" fmla="*/ 0 w 10000"/>
                      <a:gd name="connsiteY4" fmla="*/ 862 h 10862"/>
                      <a:gd name="connsiteX0" fmla="*/ 0 w 10000"/>
                      <a:gd name="connsiteY0" fmla="*/ 862 h 11451"/>
                      <a:gd name="connsiteX1" fmla="*/ 10000 w 10000"/>
                      <a:gd name="connsiteY1" fmla="*/ 862 h 11451"/>
                      <a:gd name="connsiteX2" fmla="*/ 8000 w 10000"/>
                      <a:gd name="connsiteY2" fmla="*/ 10862 h 11451"/>
                      <a:gd name="connsiteX3" fmla="*/ 2000 w 10000"/>
                      <a:gd name="connsiteY3" fmla="*/ 10862 h 11451"/>
                      <a:gd name="connsiteX4" fmla="*/ 0 w 10000"/>
                      <a:gd name="connsiteY4" fmla="*/ 862 h 11451"/>
                      <a:gd name="connsiteX0" fmla="*/ 0 w 10000"/>
                      <a:gd name="connsiteY0" fmla="*/ 862 h 11764"/>
                      <a:gd name="connsiteX1" fmla="*/ 10000 w 10000"/>
                      <a:gd name="connsiteY1" fmla="*/ 862 h 11764"/>
                      <a:gd name="connsiteX2" fmla="*/ 8000 w 10000"/>
                      <a:gd name="connsiteY2" fmla="*/ 10862 h 11764"/>
                      <a:gd name="connsiteX3" fmla="*/ 2000 w 10000"/>
                      <a:gd name="connsiteY3" fmla="*/ 10862 h 11764"/>
                      <a:gd name="connsiteX4" fmla="*/ 0 w 10000"/>
                      <a:gd name="connsiteY4" fmla="*/ 862 h 11764"/>
                      <a:gd name="connsiteX0" fmla="*/ 0 w 10000"/>
                      <a:gd name="connsiteY0" fmla="*/ 862 h 11809"/>
                      <a:gd name="connsiteX1" fmla="*/ 10000 w 10000"/>
                      <a:gd name="connsiteY1" fmla="*/ 862 h 11809"/>
                      <a:gd name="connsiteX2" fmla="*/ 8000 w 10000"/>
                      <a:gd name="connsiteY2" fmla="*/ 10862 h 11809"/>
                      <a:gd name="connsiteX3" fmla="*/ 2000 w 10000"/>
                      <a:gd name="connsiteY3" fmla="*/ 10862 h 11809"/>
                      <a:gd name="connsiteX4" fmla="*/ 0 w 10000"/>
                      <a:gd name="connsiteY4" fmla="*/ 862 h 11809"/>
                      <a:gd name="connsiteX0" fmla="*/ 0 w 10000"/>
                      <a:gd name="connsiteY0" fmla="*/ 927 h 11874"/>
                      <a:gd name="connsiteX1" fmla="*/ 10000 w 10000"/>
                      <a:gd name="connsiteY1" fmla="*/ 927 h 11874"/>
                      <a:gd name="connsiteX2" fmla="*/ 8000 w 10000"/>
                      <a:gd name="connsiteY2" fmla="*/ 10927 h 11874"/>
                      <a:gd name="connsiteX3" fmla="*/ 2000 w 10000"/>
                      <a:gd name="connsiteY3" fmla="*/ 10927 h 11874"/>
                      <a:gd name="connsiteX4" fmla="*/ 0 w 10000"/>
                      <a:gd name="connsiteY4" fmla="*/ 927 h 11874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  <a:gd name="connsiteX0" fmla="*/ 0 w 10000"/>
                      <a:gd name="connsiteY0" fmla="*/ 1292 h 12239"/>
                      <a:gd name="connsiteX1" fmla="*/ 10000 w 10000"/>
                      <a:gd name="connsiteY1" fmla="*/ 1292 h 12239"/>
                      <a:gd name="connsiteX2" fmla="*/ 8000 w 10000"/>
                      <a:gd name="connsiteY2" fmla="*/ 11292 h 12239"/>
                      <a:gd name="connsiteX3" fmla="*/ 2000 w 10000"/>
                      <a:gd name="connsiteY3" fmla="*/ 11292 h 12239"/>
                      <a:gd name="connsiteX4" fmla="*/ 0 w 10000"/>
                      <a:gd name="connsiteY4" fmla="*/ 1292 h 122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000" h="12239">
                        <a:moveTo>
                          <a:pt x="0" y="1292"/>
                        </a:moveTo>
                        <a:cubicBezTo>
                          <a:pt x="4744" y="-981"/>
                          <a:pt x="7759" y="219"/>
                          <a:pt x="10000" y="1292"/>
                        </a:cubicBezTo>
                        <a:cubicBezTo>
                          <a:pt x="9005" y="1974"/>
                          <a:pt x="8749" y="4034"/>
                          <a:pt x="8000" y="11292"/>
                        </a:cubicBezTo>
                        <a:cubicBezTo>
                          <a:pt x="5590" y="12618"/>
                          <a:pt x="3727" y="12492"/>
                          <a:pt x="2000" y="11292"/>
                        </a:cubicBezTo>
                        <a:cubicBezTo>
                          <a:pt x="1333" y="4422"/>
                          <a:pt x="1488" y="2146"/>
                          <a:pt x="0" y="1292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4000">
                        <a:srgbClr val="C68606"/>
                      </a:gs>
                      <a:gs pos="51000">
                        <a:srgbClr val="FCDA96"/>
                      </a:gs>
                      <a:gs pos="92000">
                        <a:srgbClr val="C68606"/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 dirty="0"/>
                  </a:p>
                </p:txBody>
              </p:sp>
            </p:grpSp>
          </p:grpSp>
          <p:grpSp>
            <p:nvGrpSpPr>
              <p:cNvPr id="78" name="Group 56">
                <a:extLst>
                  <a:ext uri="{FF2B5EF4-FFF2-40B4-BE49-F238E27FC236}">
                    <a16:creationId xmlns:a16="http://schemas.microsoft.com/office/drawing/2014/main" id="{68CBCB99-EC55-A424-24A3-6E113882A728}"/>
                  </a:ext>
                </a:extLst>
              </p:cNvPr>
              <p:cNvGrpSpPr/>
              <p:nvPr/>
            </p:nvGrpSpPr>
            <p:grpSpPr>
              <a:xfrm rot="18770731">
                <a:off x="4532984" y="4990244"/>
                <a:ext cx="562680" cy="552718"/>
                <a:chOff x="2006583" y="2881951"/>
                <a:chExt cx="786589" cy="793732"/>
              </a:xfrm>
            </p:grpSpPr>
            <p:grpSp>
              <p:nvGrpSpPr>
                <p:cNvPr id="122" name="Group 57">
                  <a:extLst>
                    <a:ext uri="{FF2B5EF4-FFF2-40B4-BE49-F238E27FC236}">
                      <a16:creationId xmlns:a16="http://schemas.microsoft.com/office/drawing/2014/main" id="{CD90ACE4-7613-69D9-2E6A-8E1D6676B3F1}"/>
                    </a:ext>
                  </a:extLst>
                </p:cNvPr>
                <p:cNvGrpSpPr/>
                <p:nvPr/>
              </p:nvGrpSpPr>
              <p:grpSpPr>
                <a:xfrm>
                  <a:off x="2006583" y="2961973"/>
                  <a:ext cx="786589" cy="629517"/>
                  <a:chOff x="2006583" y="2961973"/>
                  <a:chExt cx="786589" cy="629517"/>
                </a:xfrm>
              </p:grpSpPr>
              <p:sp>
                <p:nvSpPr>
                  <p:cNvPr id="127" name="Down Arrow 21">
                    <a:extLst>
                      <a:ext uri="{FF2B5EF4-FFF2-40B4-BE49-F238E27FC236}">
                        <a16:creationId xmlns:a16="http://schemas.microsoft.com/office/drawing/2014/main" id="{65758F81-ECB0-6C26-8CE5-F1868B3E7FDD}"/>
                      </a:ext>
                    </a:extLst>
                  </p:cNvPr>
                  <p:cNvSpPr/>
                  <p:nvPr/>
                </p:nvSpPr>
                <p:spPr>
                  <a:xfrm rot="2808166">
                    <a:off x="2491294" y="2895044"/>
                    <a:ext cx="234950" cy="36880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128" name="Down Arrow 22">
                    <a:extLst>
                      <a:ext uri="{FF2B5EF4-FFF2-40B4-BE49-F238E27FC236}">
                        <a16:creationId xmlns:a16="http://schemas.microsoft.com/office/drawing/2014/main" id="{DFE492CF-8B79-1844-4FCC-48F8C488627A}"/>
                      </a:ext>
                    </a:extLst>
                  </p:cNvPr>
                  <p:cNvSpPr/>
                  <p:nvPr/>
                </p:nvSpPr>
                <p:spPr>
                  <a:xfrm rot="13535201">
                    <a:off x="2073512" y="3289611"/>
                    <a:ext cx="234950" cy="36880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</p:grpSp>
            <p:grpSp>
              <p:nvGrpSpPr>
                <p:cNvPr id="123" name="Group 58">
                  <a:extLst>
                    <a:ext uri="{FF2B5EF4-FFF2-40B4-BE49-F238E27FC236}">
                      <a16:creationId xmlns:a16="http://schemas.microsoft.com/office/drawing/2014/main" id="{6D9E2129-CF17-393A-B10F-DBA518E6739A}"/>
                    </a:ext>
                  </a:extLst>
                </p:cNvPr>
                <p:cNvGrpSpPr/>
                <p:nvPr/>
              </p:nvGrpSpPr>
              <p:grpSpPr>
                <a:xfrm rot="5400000">
                  <a:off x="1999798" y="2966439"/>
                  <a:ext cx="793732" cy="624755"/>
                  <a:chOff x="2006583" y="2966735"/>
                  <a:chExt cx="793732" cy="624755"/>
                </a:xfrm>
              </p:grpSpPr>
              <p:sp>
                <p:nvSpPr>
                  <p:cNvPr id="125" name="Down Arrow 19">
                    <a:extLst>
                      <a:ext uri="{FF2B5EF4-FFF2-40B4-BE49-F238E27FC236}">
                        <a16:creationId xmlns:a16="http://schemas.microsoft.com/office/drawing/2014/main" id="{A47B03B0-FE8F-FDCC-6F8F-008349EEED52}"/>
                      </a:ext>
                    </a:extLst>
                  </p:cNvPr>
                  <p:cNvSpPr/>
                  <p:nvPr/>
                </p:nvSpPr>
                <p:spPr>
                  <a:xfrm rot="2808166">
                    <a:off x="2498437" y="2899806"/>
                    <a:ext cx="234950" cy="36880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126" name="Down Arrow 20">
                    <a:extLst>
                      <a:ext uri="{FF2B5EF4-FFF2-40B4-BE49-F238E27FC236}">
                        <a16:creationId xmlns:a16="http://schemas.microsoft.com/office/drawing/2014/main" id="{183D64ED-D681-30B1-F1F7-E72F187BAB16}"/>
                      </a:ext>
                    </a:extLst>
                  </p:cNvPr>
                  <p:cNvSpPr/>
                  <p:nvPr/>
                </p:nvSpPr>
                <p:spPr>
                  <a:xfrm rot="13535201">
                    <a:off x="2073512" y="3289611"/>
                    <a:ext cx="234950" cy="36880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</p:grp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D3986B70-C6BB-C7FE-A4CE-B76C88401300}"/>
                    </a:ext>
                  </a:extLst>
                </p:cNvPr>
                <p:cNvSpPr/>
                <p:nvPr/>
              </p:nvSpPr>
              <p:spPr>
                <a:xfrm>
                  <a:off x="2314573" y="3187560"/>
                  <a:ext cx="167621" cy="16762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sp>
            <p:nvSpPr>
              <p:cNvPr id="79" name="Cylinder 97">
                <a:extLst>
                  <a:ext uri="{FF2B5EF4-FFF2-40B4-BE49-F238E27FC236}">
                    <a16:creationId xmlns:a16="http://schemas.microsoft.com/office/drawing/2014/main" id="{955E486C-ED4D-B1DB-4C6E-3574D3A751F0}"/>
                  </a:ext>
                </a:extLst>
              </p:cNvPr>
              <p:cNvSpPr/>
              <p:nvPr/>
            </p:nvSpPr>
            <p:spPr>
              <a:xfrm>
                <a:off x="6689866" y="2957512"/>
                <a:ext cx="83568" cy="4480560"/>
              </a:xfrm>
              <a:prstGeom prst="can">
                <a:avLst>
                  <a:gd name="adj" fmla="val 68349"/>
                </a:avLst>
              </a:prstGeom>
              <a:gradFill flip="none" rotWithShape="1">
                <a:gsLst>
                  <a:gs pos="6195">
                    <a:schemeClr val="tx1">
                      <a:lumMod val="75000"/>
                      <a:lumOff val="25000"/>
                    </a:schemeClr>
                  </a:gs>
                  <a:gs pos="51000">
                    <a:schemeClr val="bg1">
                      <a:lumMod val="8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25400" dist="139700" dir="5400000" sx="1000" sy="1000" algn="ctr" rotWithShape="0">
                  <a:srgbClr val="000000">
                    <a:alpha val="43137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0" name="Freeform: Shape 90">
                <a:extLst>
                  <a:ext uri="{FF2B5EF4-FFF2-40B4-BE49-F238E27FC236}">
                    <a16:creationId xmlns:a16="http://schemas.microsoft.com/office/drawing/2014/main" id="{73F2BE1B-36CB-3D78-C590-F26E5041080B}"/>
                  </a:ext>
                </a:extLst>
              </p:cNvPr>
              <p:cNvSpPr/>
              <p:nvPr/>
            </p:nvSpPr>
            <p:spPr>
              <a:xfrm>
                <a:off x="6813734" y="3074480"/>
                <a:ext cx="3155766" cy="715955"/>
              </a:xfrm>
              <a:custGeom>
                <a:avLst/>
                <a:gdLst>
                  <a:gd name="connsiteX0" fmla="*/ 0 w 5852663"/>
                  <a:gd name="connsiteY0" fmla="*/ 0 h 1434846"/>
                  <a:gd name="connsiteX1" fmla="*/ 5857053 w 5852663"/>
                  <a:gd name="connsiteY1" fmla="*/ 0 h 1434846"/>
                  <a:gd name="connsiteX2" fmla="*/ 5857053 w 5852663"/>
                  <a:gd name="connsiteY2" fmla="*/ 1439519 h 1434846"/>
                  <a:gd name="connsiteX3" fmla="*/ 0 w 5852663"/>
                  <a:gd name="connsiteY3" fmla="*/ 1439519 h 143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2663" h="1434846">
                    <a:moveTo>
                      <a:pt x="0" y="0"/>
                    </a:moveTo>
                    <a:lnTo>
                      <a:pt x="5857053" y="0"/>
                    </a:lnTo>
                    <a:lnTo>
                      <a:pt x="5857053" y="1439519"/>
                    </a:lnTo>
                    <a:lnTo>
                      <a:pt x="0" y="1439519"/>
                    </a:lnTo>
                    <a:close/>
                  </a:path>
                </a:pathLst>
              </a:custGeom>
              <a:solidFill>
                <a:srgbClr val="F2F2F2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81" name="Freeform: Shape 92">
                <a:extLst>
                  <a:ext uri="{FF2B5EF4-FFF2-40B4-BE49-F238E27FC236}">
                    <a16:creationId xmlns:a16="http://schemas.microsoft.com/office/drawing/2014/main" id="{CE71997B-B2E6-AC00-7738-FF8E84121181}"/>
                  </a:ext>
                </a:extLst>
              </p:cNvPr>
              <p:cNvSpPr/>
              <p:nvPr/>
            </p:nvSpPr>
            <p:spPr>
              <a:xfrm>
                <a:off x="9910157" y="3074480"/>
                <a:ext cx="72043" cy="715955"/>
              </a:xfrm>
              <a:custGeom>
                <a:avLst/>
                <a:gdLst>
                  <a:gd name="connsiteX0" fmla="*/ 0 w 608865"/>
                  <a:gd name="connsiteY0" fmla="*/ 0 h 1434846"/>
                  <a:gd name="connsiteX1" fmla="*/ 612311 w 608865"/>
                  <a:gd name="connsiteY1" fmla="*/ 0 h 1434846"/>
                  <a:gd name="connsiteX2" fmla="*/ 612311 w 608865"/>
                  <a:gd name="connsiteY2" fmla="*/ 1439519 h 1434846"/>
                  <a:gd name="connsiteX3" fmla="*/ 0 w 608865"/>
                  <a:gd name="connsiteY3" fmla="*/ 1439519 h 143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8865" h="1434846">
                    <a:moveTo>
                      <a:pt x="0" y="0"/>
                    </a:moveTo>
                    <a:lnTo>
                      <a:pt x="612311" y="0"/>
                    </a:lnTo>
                    <a:lnTo>
                      <a:pt x="612311" y="1439519"/>
                    </a:lnTo>
                    <a:lnTo>
                      <a:pt x="0" y="1439519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 dirty="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F7A5871-2FE5-BE4E-D87C-8AC875DF51A5}"/>
                  </a:ext>
                </a:extLst>
              </p:cNvPr>
              <p:cNvSpPr txBox="1"/>
              <p:nvPr/>
            </p:nvSpPr>
            <p:spPr>
              <a:xfrm>
                <a:off x="7589257" y="3281197"/>
                <a:ext cx="2380243" cy="408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Raw Material Differentiation (High)</a:t>
                </a:r>
              </a:p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Switching Costs (Moderate)</a:t>
                </a:r>
              </a:p>
            </p:txBody>
          </p:sp>
          <p:sp>
            <p:nvSpPr>
              <p:cNvPr id="83" name="Freeform: Shape 105">
                <a:extLst>
                  <a:ext uri="{FF2B5EF4-FFF2-40B4-BE49-F238E27FC236}">
                    <a16:creationId xmlns:a16="http://schemas.microsoft.com/office/drawing/2014/main" id="{E050BBAE-E9B8-A713-D658-3AB5AE71E67D}"/>
                  </a:ext>
                </a:extLst>
              </p:cNvPr>
              <p:cNvSpPr/>
              <p:nvPr/>
            </p:nvSpPr>
            <p:spPr>
              <a:xfrm>
                <a:off x="6660255" y="3161573"/>
                <a:ext cx="888702" cy="713600"/>
              </a:xfrm>
              <a:custGeom>
                <a:avLst/>
                <a:gdLst>
                  <a:gd name="connsiteX0" fmla="*/ 0 w 1293249"/>
                  <a:gd name="connsiteY0" fmla="*/ 1095015 h 1430126"/>
                  <a:gd name="connsiteX1" fmla="*/ 270638 w 1293249"/>
                  <a:gd name="connsiteY1" fmla="*/ 1432864 h 1430126"/>
                  <a:gd name="connsiteX2" fmla="*/ 934491 w 1293249"/>
                  <a:gd name="connsiteY2" fmla="*/ 1432864 h 1430126"/>
                  <a:gd name="connsiteX3" fmla="*/ 1297734 w 1293249"/>
                  <a:gd name="connsiteY3" fmla="*/ 803703 h 1430126"/>
                  <a:gd name="connsiteX4" fmla="*/ 934491 w 1293249"/>
                  <a:gd name="connsiteY4" fmla="*/ 174542 h 1430126"/>
                  <a:gd name="connsiteX5" fmla="*/ 223345 w 1293249"/>
                  <a:gd name="connsiteY5" fmla="*/ 174542 h 1430126"/>
                  <a:gd name="connsiteX6" fmla="*/ 174542 w 1293249"/>
                  <a:gd name="connsiteY6" fmla="*/ 174542 h 1430126"/>
                  <a:gd name="connsiteX7" fmla="*/ 0 w 1293249"/>
                  <a:gd name="connsiteY7" fmla="*/ 0 h 1430126"/>
                  <a:gd name="connsiteX8" fmla="*/ 0 w 1293249"/>
                  <a:gd name="connsiteY8" fmla="*/ 1095015 h 143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249" h="1430126">
                    <a:moveTo>
                      <a:pt x="0" y="1095015"/>
                    </a:moveTo>
                    <a:cubicBezTo>
                      <a:pt x="0" y="1281592"/>
                      <a:pt x="121160" y="1432864"/>
                      <a:pt x="270638" y="1432864"/>
                    </a:cubicBezTo>
                    <a:lnTo>
                      <a:pt x="934491" y="1432864"/>
                    </a:lnTo>
                    <a:lnTo>
                      <a:pt x="1297734" y="803703"/>
                    </a:lnTo>
                    <a:lnTo>
                      <a:pt x="934491" y="174542"/>
                    </a:lnTo>
                    <a:lnTo>
                      <a:pt x="223345" y="174542"/>
                    </a:lnTo>
                    <a:lnTo>
                      <a:pt x="174542" y="174542"/>
                    </a:lnTo>
                    <a:cubicBezTo>
                      <a:pt x="78161" y="174542"/>
                      <a:pt x="0" y="96380"/>
                      <a:pt x="0" y="0"/>
                    </a:cubicBezTo>
                    <a:lnTo>
                      <a:pt x="0" y="1095015"/>
                    </a:lnTo>
                    <a:close/>
                  </a:path>
                </a:pathLst>
              </a:custGeom>
              <a:solidFill>
                <a:srgbClr val="1575A8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F1B51C4-299D-673B-AAD0-082D63C4FB80}"/>
                  </a:ext>
                </a:extLst>
              </p:cNvPr>
              <p:cNvSpPr txBox="1"/>
              <p:nvPr/>
            </p:nvSpPr>
            <p:spPr>
              <a:xfrm>
                <a:off x="7367786" y="3052213"/>
                <a:ext cx="2283764" cy="234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en-US" sz="1400" b="1" dirty="0">
                    <a:solidFill>
                      <a:srgbClr val="F8A808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Bargaining Power of Suppliers (High)  </a:t>
                </a:r>
              </a:p>
            </p:txBody>
          </p:sp>
          <p:sp>
            <p:nvSpPr>
              <p:cNvPr id="85" name="Freeform: Shape 120">
                <a:extLst>
                  <a:ext uri="{FF2B5EF4-FFF2-40B4-BE49-F238E27FC236}">
                    <a16:creationId xmlns:a16="http://schemas.microsoft.com/office/drawing/2014/main" id="{71E5F655-F24E-9B38-CCD3-EF0BEAEAFFE7}"/>
                  </a:ext>
                </a:extLst>
              </p:cNvPr>
              <p:cNvSpPr/>
              <p:nvPr/>
            </p:nvSpPr>
            <p:spPr>
              <a:xfrm>
                <a:off x="6813734" y="3922086"/>
                <a:ext cx="3155766" cy="715955"/>
              </a:xfrm>
              <a:custGeom>
                <a:avLst/>
                <a:gdLst>
                  <a:gd name="connsiteX0" fmla="*/ 0 w 5852663"/>
                  <a:gd name="connsiteY0" fmla="*/ 0 h 1434846"/>
                  <a:gd name="connsiteX1" fmla="*/ 5857053 w 5852663"/>
                  <a:gd name="connsiteY1" fmla="*/ 0 h 1434846"/>
                  <a:gd name="connsiteX2" fmla="*/ 5857053 w 5852663"/>
                  <a:gd name="connsiteY2" fmla="*/ 1439519 h 1434846"/>
                  <a:gd name="connsiteX3" fmla="*/ 0 w 5852663"/>
                  <a:gd name="connsiteY3" fmla="*/ 1439519 h 143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2663" h="1434846">
                    <a:moveTo>
                      <a:pt x="0" y="0"/>
                    </a:moveTo>
                    <a:lnTo>
                      <a:pt x="5857053" y="0"/>
                    </a:lnTo>
                    <a:lnTo>
                      <a:pt x="5857053" y="1439519"/>
                    </a:lnTo>
                    <a:lnTo>
                      <a:pt x="0" y="1439519"/>
                    </a:lnTo>
                    <a:close/>
                  </a:path>
                </a:pathLst>
              </a:custGeom>
              <a:solidFill>
                <a:srgbClr val="F2F2F2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86" name="Freeform: Shape 121">
                <a:extLst>
                  <a:ext uri="{FF2B5EF4-FFF2-40B4-BE49-F238E27FC236}">
                    <a16:creationId xmlns:a16="http://schemas.microsoft.com/office/drawing/2014/main" id="{28B9B3F2-BA19-7D5B-A019-883C991B3017}"/>
                  </a:ext>
                </a:extLst>
              </p:cNvPr>
              <p:cNvSpPr/>
              <p:nvPr/>
            </p:nvSpPr>
            <p:spPr>
              <a:xfrm>
                <a:off x="9910157" y="3922086"/>
                <a:ext cx="72043" cy="715955"/>
              </a:xfrm>
              <a:custGeom>
                <a:avLst/>
                <a:gdLst>
                  <a:gd name="connsiteX0" fmla="*/ 0 w 608865"/>
                  <a:gd name="connsiteY0" fmla="*/ 0 h 1434846"/>
                  <a:gd name="connsiteX1" fmla="*/ 612311 w 608865"/>
                  <a:gd name="connsiteY1" fmla="*/ 0 h 1434846"/>
                  <a:gd name="connsiteX2" fmla="*/ 612311 w 608865"/>
                  <a:gd name="connsiteY2" fmla="*/ 1439519 h 1434846"/>
                  <a:gd name="connsiteX3" fmla="*/ 0 w 608865"/>
                  <a:gd name="connsiteY3" fmla="*/ 1439519 h 143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8865" h="1434846">
                    <a:moveTo>
                      <a:pt x="0" y="0"/>
                    </a:moveTo>
                    <a:lnTo>
                      <a:pt x="612311" y="0"/>
                    </a:lnTo>
                    <a:lnTo>
                      <a:pt x="612311" y="1439519"/>
                    </a:lnTo>
                    <a:lnTo>
                      <a:pt x="0" y="1439519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718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sz="1400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65B6394-1088-51D9-E9E5-A89F64DCBDAA}"/>
                  </a:ext>
                </a:extLst>
              </p:cNvPr>
              <p:cNvSpPr txBox="1"/>
              <p:nvPr/>
            </p:nvSpPr>
            <p:spPr>
              <a:xfrm>
                <a:off x="7589257" y="4128803"/>
                <a:ext cx="2380243" cy="408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Buyer Concentration (Moderate)</a:t>
                </a:r>
              </a:p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Brand Identity (Moderate)</a:t>
                </a:r>
              </a:p>
            </p:txBody>
          </p:sp>
          <p:sp>
            <p:nvSpPr>
              <p:cNvPr id="88" name="Freeform: Shape 123">
                <a:extLst>
                  <a:ext uri="{FF2B5EF4-FFF2-40B4-BE49-F238E27FC236}">
                    <a16:creationId xmlns:a16="http://schemas.microsoft.com/office/drawing/2014/main" id="{50B1795F-424B-90A1-E4D4-B35299F44000}"/>
                  </a:ext>
                </a:extLst>
              </p:cNvPr>
              <p:cNvSpPr/>
              <p:nvPr/>
            </p:nvSpPr>
            <p:spPr>
              <a:xfrm>
                <a:off x="6660255" y="4009179"/>
                <a:ext cx="888702" cy="713600"/>
              </a:xfrm>
              <a:custGeom>
                <a:avLst/>
                <a:gdLst>
                  <a:gd name="connsiteX0" fmla="*/ 0 w 1293249"/>
                  <a:gd name="connsiteY0" fmla="*/ 1095015 h 1430126"/>
                  <a:gd name="connsiteX1" fmla="*/ 270638 w 1293249"/>
                  <a:gd name="connsiteY1" fmla="*/ 1432864 h 1430126"/>
                  <a:gd name="connsiteX2" fmla="*/ 934491 w 1293249"/>
                  <a:gd name="connsiteY2" fmla="*/ 1432864 h 1430126"/>
                  <a:gd name="connsiteX3" fmla="*/ 1297734 w 1293249"/>
                  <a:gd name="connsiteY3" fmla="*/ 803703 h 1430126"/>
                  <a:gd name="connsiteX4" fmla="*/ 934491 w 1293249"/>
                  <a:gd name="connsiteY4" fmla="*/ 174542 h 1430126"/>
                  <a:gd name="connsiteX5" fmla="*/ 223345 w 1293249"/>
                  <a:gd name="connsiteY5" fmla="*/ 174542 h 1430126"/>
                  <a:gd name="connsiteX6" fmla="*/ 174542 w 1293249"/>
                  <a:gd name="connsiteY6" fmla="*/ 174542 h 1430126"/>
                  <a:gd name="connsiteX7" fmla="*/ 0 w 1293249"/>
                  <a:gd name="connsiteY7" fmla="*/ 0 h 1430126"/>
                  <a:gd name="connsiteX8" fmla="*/ 0 w 1293249"/>
                  <a:gd name="connsiteY8" fmla="*/ 1095015 h 143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249" h="1430126">
                    <a:moveTo>
                      <a:pt x="0" y="1095015"/>
                    </a:moveTo>
                    <a:cubicBezTo>
                      <a:pt x="0" y="1281592"/>
                      <a:pt x="121160" y="1432864"/>
                      <a:pt x="270638" y="1432864"/>
                    </a:cubicBezTo>
                    <a:lnTo>
                      <a:pt x="934491" y="1432864"/>
                    </a:lnTo>
                    <a:lnTo>
                      <a:pt x="1297734" y="803703"/>
                    </a:lnTo>
                    <a:lnTo>
                      <a:pt x="934491" y="174542"/>
                    </a:lnTo>
                    <a:lnTo>
                      <a:pt x="223345" y="174542"/>
                    </a:lnTo>
                    <a:lnTo>
                      <a:pt x="174542" y="174542"/>
                    </a:lnTo>
                    <a:cubicBezTo>
                      <a:pt x="78161" y="174542"/>
                      <a:pt x="0" y="96380"/>
                      <a:pt x="0" y="0"/>
                    </a:cubicBezTo>
                    <a:lnTo>
                      <a:pt x="0" y="1095015"/>
                    </a:lnTo>
                    <a:close/>
                  </a:path>
                </a:pathLst>
              </a:custGeom>
              <a:solidFill>
                <a:srgbClr val="F8A808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A6F00FD-BF8B-9283-6DB6-4955502E5C34}"/>
                  </a:ext>
                </a:extLst>
              </p:cNvPr>
              <p:cNvSpPr txBox="1"/>
              <p:nvPr/>
            </p:nvSpPr>
            <p:spPr>
              <a:xfrm>
                <a:off x="7344039" y="3899819"/>
                <a:ext cx="2638162" cy="234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en-US" sz="1400" b="1" dirty="0">
                    <a:solidFill>
                      <a:srgbClr val="1E8A6B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Bargaining Power of Buyers (Moderate)</a:t>
                </a:r>
              </a:p>
            </p:txBody>
          </p:sp>
          <p:sp>
            <p:nvSpPr>
              <p:cNvPr id="90" name="Freeform: Shape 126">
                <a:extLst>
                  <a:ext uri="{FF2B5EF4-FFF2-40B4-BE49-F238E27FC236}">
                    <a16:creationId xmlns:a16="http://schemas.microsoft.com/office/drawing/2014/main" id="{A73CB345-2B95-9D17-0A82-49EE97C4189B}"/>
                  </a:ext>
                </a:extLst>
              </p:cNvPr>
              <p:cNvSpPr/>
              <p:nvPr/>
            </p:nvSpPr>
            <p:spPr>
              <a:xfrm>
                <a:off x="6813734" y="4777737"/>
                <a:ext cx="3155766" cy="715955"/>
              </a:xfrm>
              <a:custGeom>
                <a:avLst/>
                <a:gdLst>
                  <a:gd name="connsiteX0" fmla="*/ 0 w 5852663"/>
                  <a:gd name="connsiteY0" fmla="*/ 0 h 1434846"/>
                  <a:gd name="connsiteX1" fmla="*/ 5857053 w 5852663"/>
                  <a:gd name="connsiteY1" fmla="*/ 0 h 1434846"/>
                  <a:gd name="connsiteX2" fmla="*/ 5857053 w 5852663"/>
                  <a:gd name="connsiteY2" fmla="*/ 1439519 h 1434846"/>
                  <a:gd name="connsiteX3" fmla="*/ 0 w 5852663"/>
                  <a:gd name="connsiteY3" fmla="*/ 1439519 h 143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2663" h="1434846">
                    <a:moveTo>
                      <a:pt x="0" y="0"/>
                    </a:moveTo>
                    <a:lnTo>
                      <a:pt x="5857053" y="0"/>
                    </a:lnTo>
                    <a:lnTo>
                      <a:pt x="5857053" y="1439519"/>
                    </a:lnTo>
                    <a:lnTo>
                      <a:pt x="0" y="1439519"/>
                    </a:lnTo>
                    <a:close/>
                  </a:path>
                </a:pathLst>
              </a:custGeom>
              <a:solidFill>
                <a:srgbClr val="F2F2F2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91" name="Freeform: Shape 127">
                <a:extLst>
                  <a:ext uri="{FF2B5EF4-FFF2-40B4-BE49-F238E27FC236}">
                    <a16:creationId xmlns:a16="http://schemas.microsoft.com/office/drawing/2014/main" id="{D9ECBF61-5EA9-0B82-3811-C1FC9046F804}"/>
                  </a:ext>
                </a:extLst>
              </p:cNvPr>
              <p:cNvSpPr/>
              <p:nvPr/>
            </p:nvSpPr>
            <p:spPr>
              <a:xfrm>
                <a:off x="9910157" y="4777737"/>
                <a:ext cx="72043" cy="715955"/>
              </a:xfrm>
              <a:custGeom>
                <a:avLst/>
                <a:gdLst>
                  <a:gd name="connsiteX0" fmla="*/ 0 w 608865"/>
                  <a:gd name="connsiteY0" fmla="*/ 0 h 1434846"/>
                  <a:gd name="connsiteX1" fmla="*/ 612311 w 608865"/>
                  <a:gd name="connsiteY1" fmla="*/ 0 h 1434846"/>
                  <a:gd name="connsiteX2" fmla="*/ 612311 w 608865"/>
                  <a:gd name="connsiteY2" fmla="*/ 1439519 h 1434846"/>
                  <a:gd name="connsiteX3" fmla="*/ 0 w 608865"/>
                  <a:gd name="connsiteY3" fmla="*/ 1439519 h 143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8865" h="1434846">
                    <a:moveTo>
                      <a:pt x="0" y="0"/>
                    </a:moveTo>
                    <a:lnTo>
                      <a:pt x="612311" y="0"/>
                    </a:lnTo>
                    <a:lnTo>
                      <a:pt x="612311" y="1439519"/>
                    </a:lnTo>
                    <a:lnTo>
                      <a:pt x="0" y="1439519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718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sz="1400" dirty="0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F124D9C-6C33-FE07-2B75-0AB75268CBD3}"/>
                  </a:ext>
                </a:extLst>
              </p:cNvPr>
              <p:cNvSpPr txBox="1"/>
              <p:nvPr/>
            </p:nvSpPr>
            <p:spPr>
              <a:xfrm>
                <a:off x="7589257" y="4984454"/>
                <a:ext cx="2380243" cy="408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Capital Requirement (Moderate)</a:t>
                </a:r>
              </a:p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Government Regulations (Moderate)</a:t>
                </a:r>
              </a:p>
            </p:txBody>
          </p:sp>
          <p:sp>
            <p:nvSpPr>
              <p:cNvPr id="93" name="Freeform: Shape 129">
                <a:extLst>
                  <a:ext uri="{FF2B5EF4-FFF2-40B4-BE49-F238E27FC236}">
                    <a16:creationId xmlns:a16="http://schemas.microsoft.com/office/drawing/2014/main" id="{41E5D6BC-E280-D8B2-1C65-7ADB94B250FC}"/>
                  </a:ext>
                </a:extLst>
              </p:cNvPr>
              <p:cNvSpPr/>
              <p:nvPr/>
            </p:nvSpPr>
            <p:spPr>
              <a:xfrm>
                <a:off x="6660255" y="4864830"/>
                <a:ext cx="888702" cy="713600"/>
              </a:xfrm>
              <a:custGeom>
                <a:avLst/>
                <a:gdLst>
                  <a:gd name="connsiteX0" fmla="*/ 0 w 1293249"/>
                  <a:gd name="connsiteY0" fmla="*/ 1095015 h 1430126"/>
                  <a:gd name="connsiteX1" fmla="*/ 270638 w 1293249"/>
                  <a:gd name="connsiteY1" fmla="*/ 1432864 h 1430126"/>
                  <a:gd name="connsiteX2" fmla="*/ 934491 w 1293249"/>
                  <a:gd name="connsiteY2" fmla="*/ 1432864 h 1430126"/>
                  <a:gd name="connsiteX3" fmla="*/ 1297734 w 1293249"/>
                  <a:gd name="connsiteY3" fmla="*/ 803703 h 1430126"/>
                  <a:gd name="connsiteX4" fmla="*/ 934491 w 1293249"/>
                  <a:gd name="connsiteY4" fmla="*/ 174542 h 1430126"/>
                  <a:gd name="connsiteX5" fmla="*/ 223345 w 1293249"/>
                  <a:gd name="connsiteY5" fmla="*/ 174542 h 1430126"/>
                  <a:gd name="connsiteX6" fmla="*/ 174542 w 1293249"/>
                  <a:gd name="connsiteY6" fmla="*/ 174542 h 1430126"/>
                  <a:gd name="connsiteX7" fmla="*/ 0 w 1293249"/>
                  <a:gd name="connsiteY7" fmla="*/ 0 h 1430126"/>
                  <a:gd name="connsiteX8" fmla="*/ 0 w 1293249"/>
                  <a:gd name="connsiteY8" fmla="*/ 1095015 h 143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249" h="1430126">
                    <a:moveTo>
                      <a:pt x="0" y="1095015"/>
                    </a:moveTo>
                    <a:cubicBezTo>
                      <a:pt x="0" y="1281592"/>
                      <a:pt x="121160" y="1432864"/>
                      <a:pt x="270638" y="1432864"/>
                    </a:cubicBezTo>
                    <a:lnTo>
                      <a:pt x="934491" y="1432864"/>
                    </a:lnTo>
                    <a:lnTo>
                      <a:pt x="1297734" y="803703"/>
                    </a:lnTo>
                    <a:lnTo>
                      <a:pt x="934491" y="174542"/>
                    </a:lnTo>
                    <a:lnTo>
                      <a:pt x="223345" y="174542"/>
                    </a:lnTo>
                    <a:lnTo>
                      <a:pt x="174542" y="174542"/>
                    </a:lnTo>
                    <a:cubicBezTo>
                      <a:pt x="78161" y="174542"/>
                      <a:pt x="0" y="96380"/>
                      <a:pt x="0" y="0"/>
                    </a:cubicBezTo>
                    <a:lnTo>
                      <a:pt x="0" y="1095015"/>
                    </a:lnTo>
                    <a:close/>
                  </a:path>
                </a:pathLst>
              </a:custGeom>
              <a:solidFill>
                <a:srgbClr val="E76F7D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270D2FD-1A4A-1200-18EF-D80B1EFD9B40}"/>
                  </a:ext>
                </a:extLst>
              </p:cNvPr>
              <p:cNvSpPr txBox="1"/>
              <p:nvPr/>
            </p:nvSpPr>
            <p:spPr>
              <a:xfrm>
                <a:off x="7367786" y="4755470"/>
                <a:ext cx="2283764" cy="410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en-US" sz="1400" b="1" dirty="0">
                    <a:solidFill>
                      <a:srgbClr val="1575A8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Threat of New Entrants (Moderate)</a:t>
                </a:r>
              </a:p>
              <a:p>
                <a:pPr>
                  <a:lnSpc>
                    <a:spcPct val="110000"/>
                  </a:lnSpc>
                </a:pPr>
                <a:endParaRPr lang="en-US" sz="1400" b="1" dirty="0">
                  <a:solidFill>
                    <a:srgbClr val="1575A8"/>
                  </a:solidFill>
                  <a:latin typeface="Roboto Condensed" pitchFamily="2" charset="0"/>
                  <a:ea typeface="Roboto Condensed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5" name="Freeform: Shape 132">
                <a:extLst>
                  <a:ext uri="{FF2B5EF4-FFF2-40B4-BE49-F238E27FC236}">
                    <a16:creationId xmlns:a16="http://schemas.microsoft.com/office/drawing/2014/main" id="{1CDFEF71-8261-3A2A-6029-6DDBE0F06B7A}"/>
                  </a:ext>
                </a:extLst>
              </p:cNvPr>
              <p:cNvSpPr/>
              <p:nvPr/>
            </p:nvSpPr>
            <p:spPr>
              <a:xfrm>
                <a:off x="6813734" y="5634728"/>
                <a:ext cx="3155766" cy="715955"/>
              </a:xfrm>
              <a:custGeom>
                <a:avLst/>
                <a:gdLst>
                  <a:gd name="connsiteX0" fmla="*/ 0 w 5852663"/>
                  <a:gd name="connsiteY0" fmla="*/ 0 h 1434846"/>
                  <a:gd name="connsiteX1" fmla="*/ 5857053 w 5852663"/>
                  <a:gd name="connsiteY1" fmla="*/ 0 h 1434846"/>
                  <a:gd name="connsiteX2" fmla="*/ 5857053 w 5852663"/>
                  <a:gd name="connsiteY2" fmla="*/ 1439519 h 1434846"/>
                  <a:gd name="connsiteX3" fmla="*/ 0 w 5852663"/>
                  <a:gd name="connsiteY3" fmla="*/ 1439519 h 143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2663" h="1434846">
                    <a:moveTo>
                      <a:pt x="0" y="0"/>
                    </a:moveTo>
                    <a:lnTo>
                      <a:pt x="5857053" y="0"/>
                    </a:lnTo>
                    <a:lnTo>
                      <a:pt x="5857053" y="1439519"/>
                    </a:lnTo>
                    <a:lnTo>
                      <a:pt x="0" y="1439519"/>
                    </a:lnTo>
                    <a:close/>
                  </a:path>
                </a:pathLst>
              </a:custGeom>
              <a:solidFill>
                <a:srgbClr val="F2F2F2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96" name="Freeform: Shape 133">
                <a:extLst>
                  <a:ext uri="{FF2B5EF4-FFF2-40B4-BE49-F238E27FC236}">
                    <a16:creationId xmlns:a16="http://schemas.microsoft.com/office/drawing/2014/main" id="{182FBF8D-3AFD-7802-BB9F-B7A40DF958CB}"/>
                  </a:ext>
                </a:extLst>
              </p:cNvPr>
              <p:cNvSpPr/>
              <p:nvPr/>
            </p:nvSpPr>
            <p:spPr>
              <a:xfrm>
                <a:off x="9910157" y="5634728"/>
                <a:ext cx="72043" cy="715955"/>
              </a:xfrm>
              <a:custGeom>
                <a:avLst/>
                <a:gdLst>
                  <a:gd name="connsiteX0" fmla="*/ 0 w 608865"/>
                  <a:gd name="connsiteY0" fmla="*/ 0 h 1434846"/>
                  <a:gd name="connsiteX1" fmla="*/ 612311 w 608865"/>
                  <a:gd name="connsiteY1" fmla="*/ 0 h 1434846"/>
                  <a:gd name="connsiteX2" fmla="*/ 612311 w 608865"/>
                  <a:gd name="connsiteY2" fmla="*/ 1439519 h 1434846"/>
                  <a:gd name="connsiteX3" fmla="*/ 0 w 608865"/>
                  <a:gd name="connsiteY3" fmla="*/ 1439519 h 143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8865" h="1434846">
                    <a:moveTo>
                      <a:pt x="0" y="0"/>
                    </a:moveTo>
                    <a:lnTo>
                      <a:pt x="612311" y="0"/>
                    </a:lnTo>
                    <a:lnTo>
                      <a:pt x="612311" y="1439519"/>
                    </a:lnTo>
                    <a:lnTo>
                      <a:pt x="0" y="1439519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718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sz="1400" dirty="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02AE33B-F9C9-A901-F5ED-DB5EB02DB305}"/>
                  </a:ext>
                </a:extLst>
              </p:cNvPr>
              <p:cNvSpPr txBox="1"/>
              <p:nvPr/>
            </p:nvSpPr>
            <p:spPr>
              <a:xfrm>
                <a:off x="7589257" y="5841445"/>
                <a:ext cx="2380243" cy="408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Availability of Close Substitutes (Moderate)</a:t>
                </a:r>
              </a:p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Buyer Propensity to Substitute (Moderate)</a:t>
                </a:r>
              </a:p>
            </p:txBody>
          </p:sp>
          <p:sp>
            <p:nvSpPr>
              <p:cNvPr id="98" name="Freeform: Shape 135">
                <a:extLst>
                  <a:ext uri="{FF2B5EF4-FFF2-40B4-BE49-F238E27FC236}">
                    <a16:creationId xmlns:a16="http://schemas.microsoft.com/office/drawing/2014/main" id="{5E283FC6-454A-A89E-EE30-AA84CDF9DF9E}"/>
                  </a:ext>
                </a:extLst>
              </p:cNvPr>
              <p:cNvSpPr/>
              <p:nvPr/>
            </p:nvSpPr>
            <p:spPr>
              <a:xfrm>
                <a:off x="6660255" y="5721821"/>
                <a:ext cx="888702" cy="713600"/>
              </a:xfrm>
              <a:custGeom>
                <a:avLst/>
                <a:gdLst>
                  <a:gd name="connsiteX0" fmla="*/ 0 w 1293249"/>
                  <a:gd name="connsiteY0" fmla="*/ 1095015 h 1430126"/>
                  <a:gd name="connsiteX1" fmla="*/ 270638 w 1293249"/>
                  <a:gd name="connsiteY1" fmla="*/ 1432864 h 1430126"/>
                  <a:gd name="connsiteX2" fmla="*/ 934491 w 1293249"/>
                  <a:gd name="connsiteY2" fmla="*/ 1432864 h 1430126"/>
                  <a:gd name="connsiteX3" fmla="*/ 1297734 w 1293249"/>
                  <a:gd name="connsiteY3" fmla="*/ 803703 h 1430126"/>
                  <a:gd name="connsiteX4" fmla="*/ 934491 w 1293249"/>
                  <a:gd name="connsiteY4" fmla="*/ 174542 h 1430126"/>
                  <a:gd name="connsiteX5" fmla="*/ 223345 w 1293249"/>
                  <a:gd name="connsiteY5" fmla="*/ 174542 h 1430126"/>
                  <a:gd name="connsiteX6" fmla="*/ 174542 w 1293249"/>
                  <a:gd name="connsiteY6" fmla="*/ 174542 h 1430126"/>
                  <a:gd name="connsiteX7" fmla="*/ 0 w 1293249"/>
                  <a:gd name="connsiteY7" fmla="*/ 0 h 1430126"/>
                  <a:gd name="connsiteX8" fmla="*/ 0 w 1293249"/>
                  <a:gd name="connsiteY8" fmla="*/ 1095015 h 143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249" h="1430126">
                    <a:moveTo>
                      <a:pt x="0" y="1095015"/>
                    </a:moveTo>
                    <a:cubicBezTo>
                      <a:pt x="0" y="1281592"/>
                      <a:pt x="121160" y="1432864"/>
                      <a:pt x="270638" y="1432864"/>
                    </a:cubicBezTo>
                    <a:lnTo>
                      <a:pt x="934491" y="1432864"/>
                    </a:lnTo>
                    <a:lnTo>
                      <a:pt x="1297734" y="803703"/>
                    </a:lnTo>
                    <a:lnTo>
                      <a:pt x="934491" y="174542"/>
                    </a:lnTo>
                    <a:lnTo>
                      <a:pt x="223345" y="174542"/>
                    </a:lnTo>
                    <a:lnTo>
                      <a:pt x="174542" y="174542"/>
                    </a:lnTo>
                    <a:cubicBezTo>
                      <a:pt x="78161" y="174542"/>
                      <a:pt x="0" y="96380"/>
                      <a:pt x="0" y="0"/>
                    </a:cubicBezTo>
                    <a:lnTo>
                      <a:pt x="0" y="1095015"/>
                    </a:lnTo>
                    <a:close/>
                  </a:path>
                </a:pathLst>
              </a:custGeom>
              <a:solidFill>
                <a:srgbClr val="25A982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AC61A8A-C8C3-81A9-C368-B01AB2B16DDE}"/>
                  </a:ext>
                </a:extLst>
              </p:cNvPr>
              <p:cNvSpPr txBox="1"/>
              <p:nvPr/>
            </p:nvSpPr>
            <p:spPr>
              <a:xfrm>
                <a:off x="7367786" y="5612461"/>
                <a:ext cx="2561564" cy="234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1400" b="1" dirty="0">
                    <a:solidFill>
                      <a:srgbClr val="E76F7D"/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Threat of Substitutes (Low)</a:t>
                </a:r>
              </a:p>
            </p:txBody>
          </p:sp>
          <p:sp>
            <p:nvSpPr>
              <p:cNvPr id="100" name="Freeform: Shape 138">
                <a:extLst>
                  <a:ext uri="{FF2B5EF4-FFF2-40B4-BE49-F238E27FC236}">
                    <a16:creationId xmlns:a16="http://schemas.microsoft.com/office/drawing/2014/main" id="{F3DBC464-B3CD-76B1-484D-2DFBF9582C96}"/>
                  </a:ext>
                </a:extLst>
              </p:cNvPr>
              <p:cNvSpPr/>
              <p:nvPr/>
            </p:nvSpPr>
            <p:spPr>
              <a:xfrm>
                <a:off x="6813734" y="6504037"/>
                <a:ext cx="3155766" cy="715955"/>
              </a:xfrm>
              <a:custGeom>
                <a:avLst/>
                <a:gdLst>
                  <a:gd name="connsiteX0" fmla="*/ 0 w 5852663"/>
                  <a:gd name="connsiteY0" fmla="*/ 0 h 1434846"/>
                  <a:gd name="connsiteX1" fmla="*/ 5857053 w 5852663"/>
                  <a:gd name="connsiteY1" fmla="*/ 0 h 1434846"/>
                  <a:gd name="connsiteX2" fmla="*/ 5857053 w 5852663"/>
                  <a:gd name="connsiteY2" fmla="*/ 1439519 h 1434846"/>
                  <a:gd name="connsiteX3" fmla="*/ 0 w 5852663"/>
                  <a:gd name="connsiteY3" fmla="*/ 1439519 h 143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2663" h="1434846">
                    <a:moveTo>
                      <a:pt x="0" y="0"/>
                    </a:moveTo>
                    <a:lnTo>
                      <a:pt x="5857053" y="0"/>
                    </a:lnTo>
                    <a:lnTo>
                      <a:pt x="5857053" y="1439519"/>
                    </a:lnTo>
                    <a:lnTo>
                      <a:pt x="0" y="1439519"/>
                    </a:lnTo>
                    <a:close/>
                  </a:path>
                </a:pathLst>
              </a:custGeom>
              <a:solidFill>
                <a:srgbClr val="F2F2F2"/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101" name="Freeform: Shape 139">
                <a:extLst>
                  <a:ext uri="{FF2B5EF4-FFF2-40B4-BE49-F238E27FC236}">
                    <a16:creationId xmlns:a16="http://schemas.microsoft.com/office/drawing/2014/main" id="{9F404011-FA2B-ABA7-2557-EFC649B95190}"/>
                  </a:ext>
                </a:extLst>
              </p:cNvPr>
              <p:cNvSpPr/>
              <p:nvPr/>
            </p:nvSpPr>
            <p:spPr>
              <a:xfrm>
                <a:off x="9910157" y="6504037"/>
                <a:ext cx="72043" cy="715955"/>
              </a:xfrm>
              <a:custGeom>
                <a:avLst/>
                <a:gdLst>
                  <a:gd name="connsiteX0" fmla="*/ 0 w 608865"/>
                  <a:gd name="connsiteY0" fmla="*/ 0 h 1434846"/>
                  <a:gd name="connsiteX1" fmla="*/ 612311 w 608865"/>
                  <a:gd name="connsiteY1" fmla="*/ 0 h 1434846"/>
                  <a:gd name="connsiteX2" fmla="*/ 612311 w 608865"/>
                  <a:gd name="connsiteY2" fmla="*/ 1439519 h 1434846"/>
                  <a:gd name="connsiteX3" fmla="*/ 0 w 608865"/>
                  <a:gd name="connsiteY3" fmla="*/ 1439519 h 143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8865" h="1434846">
                    <a:moveTo>
                      <a:pt x="0" y="0"/>
                    </a:moveTo>
                    <a:lnTo>
                      <a:pt x="612311" y="0"/>
                    </a:lnTo>
                    <a:lnTo>
                      <a:pt x="612311" y="1439519"/>
                    </a:lnTo>
                    <a:lnTo>
                      <a:pt x="0" y="1439519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718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sz="1400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AA00CD2B-2536-5FAC-13F9-C4A1771C4EC2}"/>
                  </a:ext>
                </a:extLst>
              </p:cNvPr>
              <p:cNvSpPr txBox="1"/>
              <p:nvPr/>
            </p:nvSpPr>
            <p:spPr>
              <a:xfrm>
                <a:off x="7589257" y="6710754"/>
                <a:ext cx="2380243" cy="587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Industry Growth (High)</a:t>
                </a:r>
              </a:p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Competition among Contractors (High)</a:t>
                </a:r>
              </a:p>
              <a:p>
                <a:pPr marL="171450" indent="-171450">
                  <a:spcBef>
                    <a:spcPts val="200"/>
                  </a:spcBef>
                  <a:buFont typeface="Wingdings" panose="05000000000000000000" pitchFamily="2" charset="2"/>
                  <a:buChar char="§"/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itchFamily="2" charset="0"/>
                    <a:ea typeface="Roboto Condensed" pitchFamily="2" charset="0"/>
                  </a:rPr>
                  <a:t>Product Differentiation (Moderate)</a:t>
                </a:r>
              </a:p>
            </p:txBody>
          </p:sp>
          <p:sp>
            <p:nvSpPr>
              <p:cNvPr id="103" name="Freeform: Shape 141">
                <a:extLst>
                  <a:ext uri="{FF2B5EF4-FFF2-40B4-BE49-F238E27FC236}">
                    <a16:creationId xmlns:a16="http://schemas.microsoft.com/office/drawing/2014/main" id="{21E81748-1D71-FE8E-C8E3-D309078C72A7}"/>
                  </a:ext>
                </a:extLst>
              </p:cNvPr>
              <p:cNvSpPr/>
              <p:nvPr/>
            </p:nvSpPr>
            <p:spPr>
              <a:xfrm>
                <a:off x="6660255" y="6591130"/>
                <a:ext cx="888702" cy="713600"/>
              </a:xfrm>
              <a:custGeom>
                <a:avLst/>
                <a:gdLst>
                  <a:gd name="connsiteX0" fmla="*/ 0 w 1293249"/>
                  <a:gd name="connsiteY0" fmla="*/ 1095015 h 1430126"/>
                  <a:gd name="connsiteX1" fmla="*/ 270638 w 1293249"/>
                  <a:gd name="connsiteY1" fmla="*/ 1432864 h 1430126"/>
                  <a:gd name="connsiteX2" fmla="*/ 934491 w 1293249"/>
                  <a:gd name="connsiteY2" fmla="*/ 1432864 h 1430126"/>
                  <a:gd name="connsiteX3" fmla="*/ 1297734 w 1293249"/>
                  <a:gd name="connsiteY3" fmla="*/ 803703 h 1430126"/>
                  <a:gd name="connsiteX4" fmla="*/ 934491 w 1293249"/>
                  <a:gd name="connsiteY4" fmla="*/ 174542 h 1430126"/>
                  <a:gd name="connsiteX5" fmla="*/ 223345 w 1293249"/>
                  <a:gd name="connsiteY5" fmla="*/ 174542 h 1430126"/>
                  <a:gd name="connsiteX6" fmla="*/ 174542 w 1293249"/>
                  <a:gd name="connsiteY6" fmla="*/ 174542 h 1430126"/>
                  <a:gd name="connsiteX7" fmla="*/ 0 w 1293249"/>
                  <a:gd name="connsiteY7" fmla="*/ 0 h 1430126"/>
                  <a:gd name="connsiteX8" fmla="*/ 0 w 1293249"/>
                  <a:gd name="connsiteY8" fmla="*/ 1095015 h 1430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3249" h="1430126">
                    <a:moveTo>
                      <a:pt x="0" y="1095015"/>
                    </a:moveTo>
                    <a:cubicBezTo>
                      <a:pt x="0" y="1281592"/>
                      <a:pt x="121160" y="1432864"/>
                      <a:pt x="270638" y="1432864"/>
                    </a:cubicBezTo>
                    <a:lnTo>
                      <a:pt x="934491" y="1432864"/>
                    </a:lnTo>
                    <a:lnTo>
                      <a:pt x="1297734" y="803703"/>
                    </a:lnTo>
                    <a:lnTo>
                      <a:pt x="934491" y="174542"/>
                    </a:lnTo>
                    <a:lnTo>
                      <a:pt x="223345" y="174542"/>
                    </a:lnTo>
                    <a:lnTo>
                      <a:pt x="174542" y="174542"/>
                    </a:lnTo>
                    <a:cubicBezTo>
                      <a:pt x="78161" y="174542"/>
                      <a:pt x="0" y="96380"/>
                      <a:pt x="0" y="0"/>
                    </a:cubicBezTo>
                    <a:lnTo>
                      <a:pt x="0" y="109501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71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2D4F93D-5E4F-3F01-107E-A4111C551212}"/>
                  </a:ext>
                </a:extLst>
              </p:cNvPr>
              <p:cNvSpPr txBox="1"/>
              <p:nvPr/>
            </p:nvSpPr>
            <p:spPr>
              <a:xfrm>
                <a:off x="7367786" y="6481770"/>
                <a:ext cx="2541334" cy="234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en-US" sz="14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Roboto Condensed" pitchFamily="2" charset="0"/>
                    <a:ea typeface="Roboto Condensed" pitchFamily="2" charset="0"/>
                    <a:cs typeface="Arial" panose="020B0604020202020204" pitchFamily="34" charset="0"/>
                  </a:rPr>
                  <a:t>Intensity Rivalry (High)</a:t>
                </a:r>
              </a:p>
            </p:txBody>
          </p:sp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EE5D9AFF-1EAC-84EC-DA82-36391F9503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24818" y="3368971"/>
                <a:ext cx="343000" cy="333896"/>
              </a:xfrm>
              <a:prstGeom prst="rect">
                <a:avLst/>
              </a:prstGeom>
            </p:spPr>
          </p:pic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56F8B60C-14DB-C09B-3AE6-D764008B5D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02" r="5879"/>
              <a:stretch/>
            </p:blipFill>
            <p:spPr>
              <a:xfrm>
                <a:off x="6847132" y="4209156"/>
                <a:ext cx="372436" cy="362844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BCAC4D08-C124-3584-3A6F-C815E54E76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903"/>
              <a:stretch/>
            </p:blipFill>
            <p:spPr>
              <a:xfrm>
                <a:off x="6829947" y="5094336"/>
                <a:ext cx="367558" cy="368500"/>
              </a:xfrm>
              <a:prstGeom prst="rect">
                <a:avLst/>
              </a:prstGeom>
            </p:spPr>
          </p:pic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E5D6EF48-3A77-82BA-CF4F-838FA47259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56419" y="5935561"/>
                <a:ext cx="368246" cy="358470"/>
              </a:xfrm>
              <a:prstGeom prst="rect">
                <a:avLst/>
              </a:prstGeom>
            </p:spPr>
          </p:pic>
          <p:grpSp>
            <p:nvGrpSpPr>
              <p:cNvPr id="109" name="Group 111">
                <a:extLst>
                  <a:ext uri="{FF2B5EF4-FFF2-40B4-BE49-F238E27FC236}">
                    <a16:creationId xmlns:a16="http://schemas.microsoft.com/office/drawing/2014/main" id="{167D546B-69B5-2348-0545-8B32CA2D45A2}"/>
                  </a:ext>
                </a:extLst>
              </p:cNvPr>
              <p:cNvGrpSpPr/>
              <p:nvPr/>
            </p:nvGrpSpPr>
            <p:grpSpPr>
              <a:xfrm rot="18770731">
                <a:off x="6901062" y="6842610"/>
                <a:ext cx="278960" cy="286124"/>
                <a:chOff x="2006583" y="2881951"/>
                <a:chExt cx="786589" cy="793732"/>
              </a:xfrm>
            </p:grpSpPr>
            <p:grpSp>
              <p:nvGrpSpPr>
                <p:cNvPr id="115" name="Group 112">
                  <a:extLst>
                    <a:ext uri="{FF2B5EF4-FFF2-40B4-BE49-F238E27FC236}">
                      <a16:creationId xmlns:a16="http://schemas.microsoft.com/office/drawing/2014/main" id="{565C1136-D0D5-E809-BDE5-88E70D7A35F1}"/>
                    </a:ext>
                  </a:extLst>
                </p:cNvPr>
                <p:cNvGrpSpPr/>
                <p:nvPr/>
              </p:nvGrpSpPr>
              <p:grpSpPr>
                <a:xfrm>
                  <a:off x="2006583" y="2961973"/>
                  <a:ext cx="786589" cy="629517"/>
                  <a:chOff x="2006583" y="2961973"/>
                  <a:chExt cx="786589" cy="629517"/>
                </a:xfrm>
              </p:grpSpPr>
              <p:sp>
                <p:nvSpPr>
                  <p:cNvPr id="120" name="Down Arrow 21">
                    <a:extLst>
                      <a:ext uri="{FF2B5EF4-FFF2-40B4-BE49-F238E27FC236}">
                        <a16:creationId xmlns:a16="http://schemas.microsoft.com/office/drawing/2014/main" id="{83B2164E-D46E-7BD9-2974-1761B8068DC2}"/>
                      </a:ext>
                    </a:extLst>
                  </p:cNvPr>
                  <p:cNvSpPr/>
                  <p:nvPr/>
                </p:nvSpPr>
                <p:spPr>
                  <a:xfrm rot="2808166">
                    <a:off x="2491294" y="2895044"/>
                    <a:ext cx="234950" cy="36880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121" name="Down Arrow 22">
                    <a:extLst>
                      <a:ext uri="{FF2B5EF4-FFF2-40B4-BE49-F238E27FC236}">
                        <a16:creationId xmlns:a16="http://schemas.microsoft.com/office/drawing/2014/main" id="{7F5F2210-FA83-FB28-752F-C9AC15A99093}"/>
                      </a:ext>
                    </a:extLst>
                  </p:cNvPr>
                  <p:cNvSpPr/>
                  <p:nvPr/>
                </p:nvSpPr>
                <p:spPr>
                  <a:xfrm rot="13535201">
                    <a:off x="2073512" y="3289611"/>
                    <a:ext cx="234950" cy="36880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</p:grpSp>
            <p:grpSp>
              <p:nvGrpSpPr>
                <p:cNvPr id="116" name="Group 114">
                  <a:extLst>
                    <a:ext uri="{FF2B5EF4-FFF2-40B4-BE49-F238E27FC236}">
                      <a16:creationId xmlns:a16="http://schemas.microsoft.com/office/drawing/2014/main" id="{F8862B42-8AC2-8824-99A8-D76D0A93B204}"/>
                    </a:ext>
                  </a:extLst>
                </p:cNvPr>
                <p:cNvGrpSpPr/>
                <p:nvPr/>
              </p:nvGrpSpPr>
              <p:grpSpPr>
                <a:xfrm rot="5400000">
                  <a:off x="1999798" y="2966439"/>
                  <a:ext cx="793732" cy="624755"/>
                  <a:chOff x="2006583" y="2966735"/>
                  <a:chExt cx="793732" cy="624755"/>
                </a:xfrm>
              </p:grpSpPr>
              <p:sp>
                <p:nvSpPr>
                  <p:cNvPr id="118" name="Down Arrow 19">
                    <a:extLst>
                      <a:ext uri="{FF2B5EF4-FFF2-40B4-BE49-F238E27FC236}">
                        <a16:creationId xmlns:a16="http://schemas.microsoft.com/office/drawing/2014/main" id="{EEB879A5-D8AF-A85D-4217-639A4405DD4F}"/>
                      </a:ext>
                    </a:extLst>
                  </p:cNvPr>
                  <p:cNvSpPr/>
                  <p:nvPr/>
                </p:nvSpPr>
                <p:spPr>
                  <a:xfrm rot="2808166">
                    <a:off x="2498437" y="2899806"/>
                    <a:ext cx="234950" cy="36880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119" name="Down Arrow 20">
                    <a:extLst>
                      <a:ext uri="{FF2B5EF4-FFF2-40B4-BE49-F238E27FC236}">
                        <a16:creationId xmlns:a16="http://schemas.microsoft.com/office/drawing/2014/main" id="{A354FA8C-033D-CA5B-6478-B9F37F45ECFB}"/>
                      </a:ext>
                    </a:extLst>
                  </p:cNvPr>
                  <p:cNvSpPr/>
                  <p:nvPr/>
                </p:nvSpPr>
                <p:spPr>
                  <a:xfrm rot="13535201">
                    <a:off x="2073512" y="3289611"/>
                    <a:ext cx="234950" cy="368807"/>
                  </a:xfrm>
                  <a:prstGeom prst="downArrow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</p:grp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65C13A0F-F287-9A5F-668A-915718BA9513}"/>
                    </a:ext>
                  </a:extLst>
                </p:cNvPr>
                <p:cNvSpPr/>
                <p:nvPr/>
              </p:nvSpPr>
              <p:spPr>
                <a:xfrm>
                  <a:off x="2314573" y="3187560"/>
                  <a:ext cx="167621" cy="16762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9BEC24D9-4B88-B861-B148-570BF057FAE2}"/>
                  </a:ext>
                </a:extLst>
              </p:cNvPr>
              <p:cNvCxnSpPr/>
              <p:nvPr/>
            </p:nvCxnSpPr>
            <p:spPr>
              <a:xfrm>
                <a:off x="6146008" y="5271921"/>
                <a:ext cx="384048" cy="0"/>
              </a:xfrm>
              <a:prstGeom prst="straightConnector1">
                <a:avLst/>
              </a:prstGeom>
              <a:ln>
                <a:solidFill>
                  <a:srgbClr val="E76F7D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38DF53D5-CA6E-79D1-F209-668E95F3A6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14975" y="3518894"/>
                <a:ext cx="1003936" cy="622100"/>
              </a:xfrm>
              <a:prstGeom prst="straightConnector1">
                <a:avLst/>
              </a:prstGeom>
              <a:ln>
                <a:solidFill>
                  <a:srgbClr val="1575A8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5317E710-3E48-28A3-7734-DC6507ED9F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74556" y="4318450"/>
                <a:ext cx="544355" cy="296413"/>
              </a:xfrm>
              <a:prstGeom prst="straightConnector1">
                <a:avLst/>
              </a:prstGeom>
              <a:ln>
                <a:solidFill>
                  <a:srgbClr val="F8A808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6762EFDC-0F26-F99E-EB55-C503FF3B3B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9800" y="5853174"/>
                <a:ext cx="524511" cy="291651"/>
              </a:xfrm>
              <a:prstGeom prst="straightConnector1">
                <a:avLst/>
              </a:prstGeom>
              <a:ln>
                <a:solidFill>
                  <a:srgbClr val="25A982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37524FA-F9F4-19BA-3E7F-AA29A228AB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72125" y="6381750"/>
                <a:ext cx="986745" cy="603632"/>
              </a:xfrm>
              <a:prstGeom prst="straightConnector1">
                <a:avLst/>
              </a:prstGeom>
              <a:ln>
                <a:solidFill>
                  <a:schemeClr val="bg1">
                    <a:lumMod val="65000"/>
                  </a:schemeClr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Circle: Hollow 161">
              <a:extLst>
                <a:ext uri="{FF2B5EF4-FFF2-40B4-BE49-F238E27FC236}">
                  <a16:creationId xmlns:a16="http://schemas.microsoft.com/office/drawing/2014/main" id="{34309859-D289-474A-6EB7-A98F93F41BB6}"/>
                </a:ext>
              </a:extLst>
            </p:cNvPr>
            <p:cNvSpPr/>
            <p:nvPr/>
          </p:nvSpPr>
          <p:spPr>
            <a:xfrm rot="3068817" flipH="1" flipV="1">
              <a:off x="3455606" y="3930321"/>
              <a:ext cx="2694672" cy="2694670"/>
            </a:xfrm>
            <a:prstGeom prst="donut">
              <a:avLst>
                <a:gd name="adj" fmla="val 460"/>
              </a:avLst>
            </a:prstGeom>
            <a:gradFill flip="none" rotWithShape="1">
              <a:gsLst>
                <a:gs pos="77000">
                  <a:srgbClr val="F8A808"/>
                </a:gs>
                <a:gs pos="61000">
                  <a:srgbClr val="E76F7D"/>
                </a:gs>
                <a:gs pos="0">
                  <a:srgbClr val="F8A808"/>
                </a:gs>
                <a:gs pos="100000">
                  <a:srgbClr val="1575A8"/>
                </a:gs>
                <a:gs pos="27000">
                  <a:srgbClr val="25A982"/>
                </a:gs>
              </a:gsLst>
              <a:lin ang="36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0591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832</Words>
  <Application>Microsoft Macintosh PowerPoint</Application>
  <PresentationFormat>Widescreen</PresentationFormat>
  <Paragraphs>267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Poppins</vt:lpstr>
      <vt:lpstr>Poppins SemiBold</vt:lpstr>
      <vt:lpstr>Roboto Condensed</vt:lpstr>
      <vt:lpstr>Roboto Slab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ida</dc:creator>
  <cp:lastModifiedBy>Ravi Nandan</cp:lastModifiedBy>
  <cp:revision>18</cp:revision>
  <dcterms:created xsi:type="dcterms:W3CDTF">2025-07-24T12:35:47Z</dcterms:created>
  <dcterms:modified xsi:type="dcterms:W3CDTF">2025-11-14T17:03:53Z</dcterms:modified>
</cp:coreProperties>
</file>